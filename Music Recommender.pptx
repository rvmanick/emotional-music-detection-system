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3.xml.rels" ContentType="application/vnd.openxmlformats-package.relationships+xml"/>
  <Override PartName="/ppt/slideMasters/_rels/slideMaster1.xml.rels" ContentType="application/vnd.openxmlformats-package.relationships+xml"/>
  <Override PartName="/ppt/slideMasters/slideMaster3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presProps.xml" ContentType="application/vnd.openxmlformats-officedocument.presentationml.presProps+xml"/>
  <Override PartName="/ppt/media/image2.png" ContentType="image/png"/>
  <Override PartName="/ppt/media/image4.png" ContentType="image/png"/>
  <Override PartName="/ppt/media/image5.png" ContentType="image/png"/>
  <Override PartName="/ppt/media/image1.png" ContentType="image/png"/>
  <Override PartName="/ppt/media/image6.png" ContentType="image/png"/>
  <Override PartName="/ppt/media/image3.png" ContentType="image/png"/>
  <Override PartName="/ppt/media/image10.png" ContentType="image/png"/>
  <Override PartName="/ppt/media/image9.jpeg" ContentType="image/jpeg"/>
  <Override PartName="/ppt/media/image7.png" ContentType="image/png"/>
  <Override PartName="/ppt/media/image11.png" ContentType="image/png"/>
  <Override PartName="/ppt/media/image8.png" ContentType="image/png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12.xml.rels" ContentType="application/vnd.openxmlformats-package.relationships+xml"/>
  <Override PartName="/ppt/slides/_rels/slide10.xml.rels" ContentType="application/vnd.openxmlformats-package.relationships+xml"/>
  <Override PartName="/ppt/slides/_rels/slide2.xml.rels" ContentType="application/vnd.openxmlformats-package.relationships+xml"/>
  <Override PartName="/ppt/slides/_rels/slide13.xml.rels" ContentType="application/vnd.openxmlformats-package.relationships+xml"/>
  <Override PartName="/ppt/slides/_rels/slide1.xml.rels" ContentType="application/vnd.openxmlformats-package.relationships+xml"/>
  <Override PartName="/ppt/slides/slide12.xml" ContentType="application/vnd.openxmlformats-officedocument.presentationml.slide+xml"/>
  <Override PartName="/ppt/slides/slide6.xml" ContentType="application/vnd.openxmlformats-officedocument.presentationml.slide+xml"/>
  <Override PartName="/ppt/slides/slide11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2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;p2"/>
          <p:cNvSpPr/>
          <p:nvPr/>
        </p:nvSpPr>
        <p:spPr>
          <a:xfrm>
            <a:off x="-30600" y="0"/>
            <a:ext cx="9393120" cy="514332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63000">
                <a:srgbClr val="fdf0db"/>
              </a:gs>
              <a:gs pos="100000">
                <a:srgbClr val="fdf0db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" name="Google Shape;10;p2"/>
          <p:cNvSpPr/>
          <p:nvPr/>
        </p:nvSpPr>
        <p:spPr>
          <a:xfrm>
            <a:off x="3341160" y="948960"/>
            <a:ext cx="7987680" cy="4635720"/>
          </a:xfrm>
          <a:custGeom>
            <a:avLst/>
            <a:gdLst>
              <a:gd name="textAreaLeft" fmla="*/ 0 w 7987680"/>
              <a:gd name="textAreaRight" fmla="*/ 7988040 w 7987680"/>
              <a:gd name="textAreaTop" fmla="*/ 0 h 4635720"/>
              <a:gd name="textAreaBottom" fmla="*/ 4636080 h 4635720"/>
            </a:gdLst>
            <a:ahLst/>
            <a:cxnLst/>
            <a:rect l="textAreaLeft" t="textAreaTop" r="textAreaRight" b="textAreaBottom"/>
            <a:pathLst>
              <a:path w="138236" h="80228">
                <a:moveTo>
                  <a:pt x="2527" y="80188"/>
                </a:moveTo>
                <a:cubicBezTo>
                  <a:pt x="1" y="74419"/>
                  <a:pt x="3900" y="66900"/>
                  <a:pt x="10186" y="65408"/>
                </a:cubicBezTo>
                <a:cubicBezTo>
                  <a:pt x="14125" y="64493"/>
                  <a:pt x="19197" y="65209"/>
                  <a:pt x="21286" y="61887"/>
                </a:cubicBezTo>
                <a:cubicBezTo>
                  <a:pt x="21943" y="60812"/>
                  <a:pt x="22122" y="59539"/>
                  <a:pt x="22599" y="58385"/>
                </a:cubicBezTo>
                <a:cubicBezTo>
                  <a:pt x="24369" y="54327"/>
                  <a:pt x="29840" y="52935"/>
                  <a:pt x="34256" y="53910"/>
                </a:cubicBezTo>
                <a:cubicBezTo>
                  <a:pt x="38712" y="54864"/>
                  <a:pt x="42492" y="57530"/>
                  <a:pt x="46550" y="59579"/>
                </a:cubicBezTo>
                <a:cubicBezTo>
                  <a:pt x="50568" y="61588"/>
                  <a:pt x="55442" y="63001"/>
                  <a:pt x="59619" y="61290"/>
                </a:cubicBezTo>
                <a:cubicBezTo>
                  <a:pt x="62603" y="60076"/>
                  <a:pt x="64692" y="57490"/>
                  <a:pt x="67318" y="55640"/>
                </a:cubicBezTo>
                <a:cubicBezTo>
                  <a:pt x="69924" y="53790"/>
                  <a:pt x="73823" y="52796"/>
                  <a:pt x="76210" y="54884"/>
                </a:cubicBezTo>
                <a:cubicBezTo>
                  <a:pt x="77861" y="56317"/>
                  <a:pt x="78199" y="58644"/>
                  <a:pt x="79492" y="60355"/>
                </a:cubicBezTo>
                <a:cubicBezTo>
                  <a:pt x="81780" y="63398"/>
                  <a:pt x="87210" y="63398"/>
                  <a:pt x="89518" y="60395"/>
                </a:cubicBezTo>
                <a:cubicBezTo>
                  <a:pt x="90552" y="59022"/>
                  <a:pt x="90950" y="57331"/>
                  <a:pt x="91786" y="55839"/>
                </a:cubicBezTo>
                <a:cubicBezTo>
                  <a:pt x="93278" y="53134"/>
                  <a:pt x="96262" y="51244"/>
                  <a:pt x="99405" y="51025"/>
                </a:cubicBezTo>
                <a:cubicBezTo>
                  <a:pt x="102568" y="50767"/>
                  <a:pt x="105830" y="52179"/>
                  <a:pt x="107740" y="54626"/>
                </a:cubicBezTo>
                <a:cubicBezTo>
                  <a:pt x="108834" y="55998"/>
                  <a:pt x="109550" y="57729"/>
                  <a:pt x="111121" y="58604"/>
                </a:cubicBezTo>
                <a:cubicBezTo>
                  <a:pt x="113568" y="59977"/>
                  <a:pt x="116870" y="58326"/>
                  <a:pt x="118104" y="55859"/>
                </a:cubicBezTo>
                <a:cubicBezTo>
                  <a:pt x="119357" y="53432"/>
                  <a:pt x="119098" y="50548"/>
                  <a:pt x="118681" y="47842"/>
                </a:cubicBezTo>
                <a:cubicBezTo>
                  <a:pt x="118263" y="45157"/>
                  <a:pt x="117686" y="42372"/>
                  <a:pt x="118382" y="39726"/>
                </a:cubicBezTo>
                <a:cubicBezTo>
                  <a:pt x="119079" y="37100"/>
                  <a:pt x="121545" y="34653"/>
                  <a:pt x="124350" y="34932"/>
                </a:cubicBezTo>
                <a:cubicBezTo>
                  <a:pt x="125026" y="35012"/>
                  <a:pt x="125703" y="35230"/>
                  <a:pt x="126359" y="35111"/>
                </a:cubicBezTo>
                <a:cubicBezTo>
                  <a:pt x="127632" y="34852"/>
                  <a:pt x="128289" y="33460"/>
                  <a:pt x="128488" y="32246"/>
                </a:cubicBezTo>
                <a:cubicBezTo>
                  <a:pt x="129741" y="24906"/>
                  <a:pt x="123256" y="17904"/>
                  <a:pt x="124370" y="10563"/>
                </a:cubicBezTo>
                <a:cubicBezTo>
                  <a:pt x="125305" y="4536"/>
                  <a:pt x="132068" y="0"/>
                  <a:pt x="138235" y="1293"/>
                </a:cubicBezTo>
                <a:lnTo>
                  <a:pt x="138235" y="80228"/>
                </a:lnTo>
                <a:lnTo>
                  <a:pt x="2527" y="80228"/>
                </a:lnTo>
                <a:close/>
              </a:path>
            </a:pathLst>
          </a:custGeom>
          <a:gradFill rotWithShape="0">
            <a:gsLst>
              <a:gs pos="0">
                <a:srgbClr val="dea2e9"/>
              </a:gs>
              <a:gs pos="100000">
                <a:srgbClr val="cbacfd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" name="Google Shape;11;p2"/>
          <p:cNvSpPr/>
          <p:nvPr/>
        </p:nvSpPr>
        <p:spPr>
          <a:xfrm flipH="1" rot="16200000">
            <a:off x="557280" y="-2155680"/>
            <a:ext cx="4064400" cy="5982480"/>
          </a:xfrm>
          <a:custGeom>
            <a:avLst/>
            <a:gdLst>
              <a:gd name="textAreaLeft" fmla="*/ 360 w 4064400"/>
              <a:gd name="textAreaRight" fmla="*/ 4065120 w 4064400"/>
              <a:gd name="textAreaTop" fmla="*/ 0 h 5982480"/>
              <a:gd name="textAreaBottom" fmla="*/ 5982840 h 5982480"/>
            </a:gdLst>
            <a:ahLst/>
            <a:cxnLst/>
            <a:rect l="textAreaLeft" t="textAreaTop" r="textAreaRight" b="textAreaBottom"/>
            <a:pathLst>
              <a:path w="101593" h="149535">
                <a:moveTo>
                  <a:pt x="98250" y="0"/>
                </a:moveTo>
                <a:cubicBezTo>
                  <a:pt x="99901" y="4138"/>
                  <a:pt x="101592" y="8415"/>
                  <a:pt x="101572" y="12891"/>
                </a:cubicBezTo>
                <a:cubicBezTo>
                  <a:pt x="101552" y="17327"/>
                  <a:pt x="99424" y="22101"/>
                  <a:pt x="95326" y="23872"/>
                </a:cubicBezTo>
                <a:cubicBezTo>
                  <a:pt x="93217" y="24787"/>
                  <a:pt x="90671" y="24926"/>
                  <a:pt x="88980" y="26478"/>
                </a:cubicBezTo>
                <a:cubicBezTo>
                  <a:pt x="87230" y="28149"/>
                  <a:pt x="86991" y="30814"/>
                  <a:pt x="86295" y="33142"/>
                </a:cubicBezTo>
                <a:cubicBezTo>
                  <a:pt x="84266" y="39865"/>
                  <a:pt x="76707" y="44381"/>
                  <a:pt x="69824" y="43028"/>
                </a:cubicBezTo>
                <a:cubicBezTo>
                  <a:pt x="66303" y="42332"/>
                  <a:pt x="63179" y="40343"/>
                  <a:pt x="59698" y="39448"/>
                </a:cubicBezTo>
                <a:cubicBezTo>
                  <a:pt x="56217" y="38553"/>
                  <a:pt x="51841" y="39209"/>
                  <a:pt x="50190" y="42392"/>
                </a:cubicBezTo>
                <a:cubicBezTo>
                  <a:pt x="49294" y="44142"/>
                  <a:pt x="49454" y="46251"/>
                  <a:pt x="49792" y="48161"/>
                </a:cubicBezTo>
                <a:cubicBezTo>
                  <a:pt x="50568" y="52298"/>
                  <a:pt x="52258" y="56217"/>
                  <a:pt x="52616" y="60415"/>
                </a:cubicBezTo>
                <a:cubicBezTo>
                  <a:pt x="52955" y="64592"/>
                  <a:pt x="51483" y="69327"/>
                  <a:pt x="47743" y="71177"/>
                </a:cubicBezTo>
                <a:cubicBezTo>
                  <a:pt x="43983" y="72987"/>
                  <a:pt x="38731" y="71535"/>
                  <a:pt x="35907" y="74638"/>
                </a:cubicBezTo>
                <a:cubicBezTo>
                  <a:pt x="34574" y="76050"/>
                  <a:pt x="34216" y="78119"/>
                  <a:pt x="34335" y="80029"/>
                </a:cubicBezTo>
                <a:cubicBezTo>
                  <a:pt x="34633" y="84445"/>
                  <a:pt x="37339" y="88324"/>
                  <a:pt x="40104" y="91845"/>
                </a:cubicBezTo>
                <a:cubicBezTo>
                  <a:pt x="42869" y="95346"/>
                  <a:pt x="45853" y="98887"/>
                  <a:pt x="46848" y="103244"/>
                </a:cubicBezTo>
                <a:cubicBezTo>
                  <a:pt x="47842" y="107600"/>
                  <a:pt x="46072" y="112951"/>
                  <a:pt x="41835" y="114364"/>
                </a:cubicBezTo>
                <a:cubicBezTo>
                  <a:pt x="40203" y="114901"/>
                  <a:pt x="38353" y="114821"/>
                  <a:pt x="36901" y="115697"/>
                </a:cubicBezTo>
                <a:cubicBezTo>
                  <a:pt x="34952" y="116870"/>
                  <a:pt x="34256" y="119436"/>
                  <a:pt x="34454" y="121704"/>
                </a:cubicBezTo>
                <a:cubicBezTo>
                  <a:pt x="34653" y="123972"/>
                  <a:pt x="35509" y="126120"/>
                  <a:pt x="35927" y="128368"/>
                </a:cubicBezTo>
                <a:cubicBezTo>
                  <a:pt x="37041" y="134416"/>
                  <a:pt x="34614" y="140980"/>
                  <a:pt x="29800" y="144780"/>
                </a:cubicBezTo>
                <a:cubicBezTo>
                  <a:pt x="25005" y="148599"/>
                  <a:pt x="18063" y="149534"/>
                  <a:pt x="12433" y="147067"/>
                </a:cubicBezTo>
                <a:lnTo>
                  <a:pt x="0" y="147067"/>
                </a:lnTo>
                <a:lnTo>
                  <a:pt x="0" y="299"/>
                </a:lnTo>
                <a:close/>
              </a:path>
            </a:pathLst>
          </a:custGeom>
          <a:gradFill rotWithShape="0">
            <a:gsLst>
              <a:gs pos="0">
                <a:srgbClr val="dea2e9"/>
              </a:gs>
              <a:gs pos="100000">
                <a:srgbClr val="cbacfd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5" name="Google Shape;12;p2" descr=""/>
          <p:cNvPicPr/>
          <p:nvPr/>
        </p:nvPicPr>
        <p:blipFill>
          <a:blip r:embed="rId2"/>
          <a:stretch/>
        </p:blipFill>
        <p:spPr>
          <a:xfrm>
            <a:off x="8089200" y="2280240"/>
            <a:ext cx="920880" cy="1009800"/>
          </a:xfrm>
          <a:prstGeom prst="rect">
            <a:avLst/>
          </a:prstGeom>
          <a:noFill/>
          <a:ln w="0">
            <a:noFill/>
          </a:ln>
          <a:effectLst>
            <a:outerShdw algn="bl" blurRad="57240" dir="5400000" dist="19080" rotWithShape="0">
              <a:srgbClr val="000000">
                <a:alpha val="50000"/>
              </a:srgbClr>
            </a:outerShdw>
          </a:effectLst>
        </p:spPr>
      </p:pic>
      <p:pic>
        <p:nvPicPr>
          <p:cNvPr id="6" name="Google Shape;13;p2" descr=""/>
          <p:cNvPicPr/>
          <p:nvPr/>
        </p:nvPicPr>
        <p:blipFill>
          <a:blip r:embed="rId3"/>
          <a:stretch/>
        </p:blipFill>
        <p:spPr>
          <a:xfrm rot="1927800">
            <a:off x="8540640" y="2394000"/>
            <a:ext cx="1357200" cy="3224520"/>
          </a:xfrm>
          <a:prstGeom prst="rect">
            <a:avLst/>
          </a:prstGeom>
          <a:noFill/>
          <a:ln w="0">
            <a:noFill/>
          </a:ln>
          <a:effectLst>
            <a:outerShdw algn="bl" blurRad="57240" dir="5400000" dist="19080" rotWithShape="0">
              <a:srgbClr val="000000">
                <a:alpha val="50000"/>
              </a:srgbClr>
            </a:outerShdw>
          </a:effectLst>
        </p:spPr>
      </p:pic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710000" y="1394640"/>
            <a:ext cx="5723640" cy="188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7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7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8" name="Google Shape;16;p2" descr=""/>
          <p:cNvPicPr/>
          <p:nvPr/>
        </p:nvPicPr>
        <p:blipFill>
          <a:blip r:embed="rId4"/>
          <a:stretch/>
        </p:blipFill>
        <p:spPr>
          <a:xfrm rot="18477600">
            <a:off x="6703560" y="-3293640"/>
            <a:ext cx="2674800" cy="5359680"/>
          </a:xfrm>
          <a:prstGeom prst="rect">
            <a:avLst/>
          </a:prstGeom>
          <a:noFill/>
          <a:ln w="0">
            <a:noFill/>
          </a:ln>
          <a:effectLst>
            <a:outerShdw algn="bl" blurRad="57240" dir="5400000" dist="19080" rotWithShape="0">
              <a:srgbClr val="000000">
                <a:alpha val="50000"/>
              </a:srgbClr>
            </a:outerShdw>
          </a:effectLst>
        </p:spPr>
      </p:pic>
      <p:grpSp>
        <p:nvGrpSpPr>
          <p:cNvPr id="9" name="Google Shape;17;p2"/>
          <p:cNvGrpSpPr/>
          <p:nvPr/>
        </p:nvGrpSpPr>
        <p:grpSpPr>
          <a:xfrm>
            <a:off x="3586320" y="-1600200"/>
            <a:ext cx="8820360" cy="5410080"/>
            <a:chOff x="3586320" y="-1600200"/>
            <a:chExt cx="8820360" cy="5410080"/>
          </a:xfrm>
        </p:grpSpPr>
        <p:sp>
          <p:nvSpPr>
            <p:cNvPr id="10" name="Google Shape;18;p2"/>
            <p:cNvSpPr/>
            <p:nvPr/>
          </p:nvSpPr>
          <p:spPr>
            <a:xfrm rot="1459200">
              <a:off x="3923280" y="-904320"/>
              <a:ext cx="399960" cy="516960"/>
            </a:xfrm>
            <a:custGeom>
              <a:avLst/>
              <a:gdLst>
                <a:gd name="textAreaLeft" fmla="*/ 0 w 399960"/>
                <a:gd name="textAreaRight" fmla="*/ 400320 w 399960"/>
                <a:gd name="textAreaTop" fmla="*/ 0 h 516960"/>
                <a:gd name="textAreaBottom" fmla="*/ 517320 h 516960"/>
              </a:gdLst>
              <a:ahLst/>
              <a:cxnLst/>
              <a:rect l="textAreaLeft" t="textAreaTop" r="textAreaRight" b="textAreaBottom"/>
              <a:pathLst>
                <a:path w="9629" h="12434">
                  <a:moveTo>
                    <a:pt x="8455" y="12414"/>
                  </a:moveTo>
                  <a:cubicBezTo>
                    <a:pt x="8097" y="12354"/>
                    <a:pt x="7699" y="12155"/>
                    <a:pt x="7401" y="11837"/>
                  </a:cubicBezTo>
                  <a:cubicBezTo>
                    <a:pt x="7221" y="11638"/>
                    <a:pt x="7102" y="11379"/>
                    <a:pt x="7102" y="11181"/>
                  </a:cubicBezTo>
                  <a:cubicBezTo>
                    <a:pt x="7102" y="10942"/>
                    <a:pt x="7221" y="10743"/>
                    <a:pt x="7440" y="10643"/>
                  </a:cubicBezTo>
                  <a:cubicBezTo>
                    <a:pt x="7540" y="10584"/>
                    <a:pt x="7699" y="10663"/>
                    <a:pt x="7818" y="10763"/>
                  </a:cubicBezTo>
                  <a:cubicBezTo>
                    <a:pt x="7918" y="10882"/>
                    <a:pt x="7918" y="11002"/>
                    <a:pt x="7818" y="11061"/>
                  </a:cubicBezTo>
                  <a:cubicBezTo>
                    <a:pt x="7699" y="11121"/>
                    <a:pt x="7619" y="11240"/>
                    <a:pt x="7619" y="11360"/>
                  </a:cubicBezTo>
                  <a:cubicBezTo>
                    <a:pt x="7619" y="11439"/>
                    <a:pt x="7639" y="11539"/>
                    <a:pt x="7739" y="11658"/>
                  </a:cubicBezTo>
                  <a:cubicBezTo>
                    <a:pt x="7938" y="11877"/>
                    <a:pt x="8316" y="12016"/>
                    <a:pt x="8534" y="11917"/>
                  </a:cubicBezTo>
                  <a:cubicBezTo>
                    <a:pt x="8713" y="11837"/>
                    <a:pt x="9231" y="11539"/>
                    <a:pt x="8634" y="10842"/>
                  </a:cubicBezTo>
                  <a:lnTo>
                    <a:pt x="7162" y="9132"/>
                  </a:lnTo>
                  <a:cubicBezTo>
                    <a:pt x="6048" y="9470"/>
                    <a:pt x="4417" y="8933"/>
                    <a:pt x="3442" y="7858"/>
                  </a:cubicBezTo>
                  <a:cubicBezTo>
                    <a:pt x="2547" y="6864"/>
                    <a:pt x="2746" y="5690"/>
                    <a:pt x="2885" y="4715"/>
                  </a:cubicBezTo>
                  <a:lnTo>
                    <a:pt x="2885" y="4696"/>
                  </a:lnTo>
                  <a:cubicBezTo>
                    <a:pt x="2925" y="4576"/>
                    <a:pt x="2945" y="4417"/>
                    <a:pt x="2945" y="4258"/>
                  </a:cubicBezTo>
                  <a:lnTo>
                    <a:pt x="1572" y="2686"/>
                  </a:lnTo>
                  <a:cubicBezTo>
                    <a:pt x="597" y="1592"/>
                    <a:pt x="0" y="697"/>
                    <a:pt x="0" y="299"/>
                  </a:cubicBezTo>
                  <a:cubicBezTo>
                    <a:pt x="0" y="140"/>
                    <a:pt x="80" y="80"/>
                    <a:pt x="160" y="41"/>
                  </a:cubicBezTo>
                  <a:cubicBezTo>
                    <a:pt x="239" y="21"/>
                    <a:pt x="359" y="1"/>
                    <a:pt x="577" y="80"/>
                  </a:cubicBezTo>
                  <a:cubicBezTo>
                    <a:pt x="1055" y="220"/>
                    <a:pt x="1751" y="797"/>
                    <a:pt x="2447" y="1592"/>
                  </a:cubicBezTo>
                  <a:cubicBezTo>
                    <a:pt x="2984" y="2209"/>
                    <a:pt x="3323" y="2885"/>
                    <a:pt x="3442" y="3582"/>
                  </a:cubicBezTo>
                  <a:cubicBezTo>
                    <a:pt x="3482" y="3820"/>
                    <a:pt x="3482" y="4059"/>
                    <a:pt x="3482" y="4258"/>
                  </a:cubicBezTo>
                  <a:lnTo>
                    <a:pt x="5033" y="6008"/>
                  </a:lnTo>
                  <a:cubicBezTo>
                    <a:pt x="5431" y="5909"/>
                    <a:pt x="5928" y="5949"/>
                    <a:pt x="6426" y="6108"/>
                  </a:cubicBezTo>
                  <a:cubicBezTo>
                    <a:pt x="6863" y="6287"/>
                    <a:pt x="7301" y="6585"/>
                    <a:pt x="7599" y="6943"/>
                  </a:cubicBezTo>
                  <a:cubicBezTo>
                    <a:pt x="8236" y="7699"/>
                    <a:pt x="8196" y="8555"/>
                    <a:pt x="7560" y="8953"/>
                  </a:cubicBezTo>
                  <a:lnTo>
                    <a:pt x="9032" y="10663"/>
                  </a:lnTo>
                  <a:cubicBezTo>
                    <a:pt x="9629" y="11379"/>
                    <a:pt x="9609" y="12036"/>
                    <a:pt x="8932" y="12314"/>
                  </a:cubicBezTo>
                  <a:cubicBezTo>
                    <a:pt x="8793" y="12414"/>
                    <a:pt x="8634" y="12434"/>
                    <a:pt x="8455" y="12414"/>
                  </a:cubicBezTo>
                  <a:close/>
                  <a:moveTo>
                    <a:pt x="3462" y="4815"/>
                  </a:moveTo>
                  <a:cubicBezTo>
                    <a:pt x="3462" y="4875"/>
                    <a:pt x="3442" y="4914"/>
                    <a:pt x="3442" y="4954"/>
                  </a:cubicBezTo>
                  <a:lnTo>
                    <a:pt x="3442" y="4974"/>
                  </a:lnTo>
                  <a:cubicBezTo>
                    <a:pt x="3323" y="5790"/>
                    <a:pt x="3143" y="6943"/>
                    <a:pt x="3840" y="7699"/>
                  </a:cubicBezTo>
                  <a:cubicBezTo>
                    <a:pt x="4616" y="8575"/>
                    <a:pt x="5909" y="8992"/>
                    <a:pt x="6844" y="8734"/>
                  </a:cubicBezTo>
                  <a:lnTo>
                    <a:pt x="6107" y="7858"/>
                  </a:lnTo>
                  <a:cubicBezTo>
                    <a:pt x="5650" y="7938"/>
                    <a:pt x="5113" y="7699"/>
                    <a:pt x="4755" y="7301"/>
                  </a:cubicBezTo>
                  <a:cubicBezTo>
                    <a:pt x="4576" y="7103"/>
                    <a:pt x="4476" y="6884"/>
                    <a:pt x="4476" y="6665"/>
                  </a:cubicBezTo>
                  <a:cubicBezTo>
                    <a:pt x="4476" y="6486"/>
                    <a:pt x="4556" y="6307"/>
                    <a:pt x="4675" y="6207"/>
                  </a:cubicBezTo>
                  <a:close/>
                  <a:moveTo>
                    <a:pt x="5411" y="6466"/>
                  </a:moveTo>
                  <a:lnTo>
                    <a:pt x="7202" y="8555"/>
                  </a:lnTo>
                  <a:cubicBezTo>
                    <a:pt x="7639" y="8256"/>
                    <a:pt x="7659" y="7660"/>
                    <a:pt x="7221" y="7103"/>
                  </a:cubicBezTo>
                  <a:cubicBezTo>
                    <a:pt x="7023" y="6864"/>
                    <a:pt x="6724" y="6665"/>
                    <a:pt x="6406" y="6526"/>
                  </a:cubicBezTo>
                  <a:cubicBezTo>
                    <a:pt x="6068" y="6446"/>
                    <a:pt x="5710" y="6406"/>
                    <a:pt x="5411" y="6466"/>
                  </a:cubicBezTo>
                  <a:close/>
                  <a:moveTo>
                    <a:pt x="5053" y="6645"/>
                  </a:moveTo>
                  <a:cubicBezTo>
                    <a:pt x="5013" y="6685"/>
                    <a:pt x="4974" y="6764"/>
                    <a:pt x="4974" y="6844"/>
                  </a:cubicBezTo>
                  <a:cubicBezTo>
                    <a:pt x="4974" y="6904"/>
                    <a:pt x="5013" y="7003"/>
                    <a:pt x="5113" y="7142"/>
                  </a:cubicBezTo>
                  <a:cubicBezTo>
                    <a:pt x="5252" y="7301"/>
                    <a:pt x="5511" y="7401"/>
                    <a:pt x="5730" y="7401"/>
                  </a:cubicBezTo>
                  <a:close/>
                  <a:moveTo>
                    <a:pt x="557" y="498"/>
                  </a:moveTo>
                  <a:cubicBezTo>
                    <a:pt x="538" y="618"/>
                    <a:pt x="796" y="1274"/>
                    <a:pt x="1970" y="2567"/>
                  </a:cubicBezTo>
                  <a:lnTo>
                    <a:pt x="2984" y="3701"/>
                  </a:lnTo>
                  <a:cubicBezTo>
                    <a:pt x="2984" y="3621"/>
                    <a:pt x="2964" y="3582"/>
                    <a:pt x="2964" y="3502"/>
                  </a:cubicBezTo>
                  <a:cubicBezTo>
                    <a:pt x="2865" y="2905"/>
                    <a:pt x="2586" y="2328"/>
                    <a:pt x="2129" y="1791"/>
                  </a:cubicBezTo>
                  <a:cubicBezTo>
                    <a:pt x="1453" y="1035"/>
                    <a:pt x="896" y="598"/>
                    <a:pt x="637" y="518"/>
                  </a:cubicBezTo>
                  <a:cubicBezTo>
                    <a:pt x="577" y="498"/>
                    <a:pt x="577" y="498"/>
                    <a:pt x="557" y="49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" name="Google Shape;19;p2"/>
            <p:cNvSpPr/>
            <p:nvPr/>
          </p:nvSpPr>
          <p:spPr>
            <a:xfrm rot="1459200">
              <a:off x="3504600" y="181080"/>
              <a:ext cx="8983440" cy="1539360"/>
            </a:xfrm>
            <a:custGeom>
              <a:avLst/>
              <a:gdLst>
                <a:gd name="textAreaLeft" fmla="*/ 0 w 8983440"/>
                <a:gd name="textAreaRight" fmla="*/ 8983800 w 8983440"/>
                <a:gd name="textAreaTop" fmla="*/ 0 h 1539360"/>
                <a:gd name="textAreaBottom" fmla="*/ 1539720 h 1539360"/>
              </a:gdLst>
              <a:ahLst/>
              <a:cxnLst/>
              <a:rect l="textAreaLeft" t="textAreaTop" r="textAreaRight" b="textAreaBottom"/>
              <a:pathLst>
                <a:path w="216016" h="37021">
                  <a:moveTo>
                    <a:pt x="103821" y="36981"/>
                  </a:moveTo>
                  <a:cubicBezTo>
                    <a:pt x="102647" y="37021"/>
                    <a:pt x="101533" y="36981"/>
                    <a:pt x="100439" y="36861"/>
                  </a:cubicBezTo>
                  <a:cubicBezTo>
                    <a:pt x="99265" y="36762"/>
                    <a:pt x="98132" y="36563"/>
                    <a:pt x="97157" y="36364"/>
                  </a:cubicBezTo>
                  <a:cubicBezTo>
                    <a:pt x="97018" y="36344"/>
                    <a:pt x="96858" y="36285"/>
                    <a:pt x="96679" y="36265"/>
                  </a:cubicBezTo>
                  <a:cubicBezTo>
                    <a:pt x="96282" y="36165"/>
                    <a:pt x="95884" y="36086"/>
                    <a:pt x="95526" y="35966"/>
                  </a:cubicBezTo>
                  <a:lnTo>
                    <a:pt x="95227" y="35887"/>
                  </a:lnTo>
                  <a:lnTo>
                    <a:pt x="94690" y="35747"/>
                  </a:lnTo>
                  <a:lnTo>
                    <a:pt x="93875" y="35469"/>
                  </a:lnTo>
                  <a:cubicBezTo>
                    <a:pt x="92601" y="35031"/>
                    <a:pt x="91567" y="34594"/>
                    <a:pt x="90652" y="34156"/>
                  </a:cubicBezTo>
                  <a:cubicBezTo>
                    <a:pt x="90274" y="33977"/>
                    <a:pt x="89876" y="33778"/>
                    <a:pt x="89498" y="33579"/>
                  </a:cubicBezTo>
                  <a:lnTo>
                    <a:pt x="89061" y="33360"/>
                  </a:lnTo>
                  <a:cubicBezTo>
                    <a:pt x="88881" y="33261"/>
                    <a:pt x="88722" y="33161"/>
                    <a:pt x="88563" y="33062"/>
                  </a:cubicBezTo>
                  <a:cubicBezTo>
                    <a:pt x="88464" y="33002"/>
                    <a:pt x="88364" y="32943"/>
                    <a:pt x="88265" y="32883"/>
                  </a:cubicBezTo>
                  <a:lnTo>
                    <a:pt x="87867" y="32664"/>
                  </a:lnTo>
                  <a:cubicBezTo>
                    <a:pt x="87787" y="32604"/>
                    <a:pt x="87688" y="32565"/>
                    <a:pt x="87608" y="32505"/>
                  </a:cubicBezTo>
                  <a:cubicBezTo>
                    <a:pt x="87569" y="32485"/>
                    <a:pt x="87509" y="32465"/>
                    <a:pt x="87469" y="32406"/>
                  </a:cubicBezTo>
                  <a:lnTo>
                    <a:pt x="86693" y="31908"/>
                  </a:lnTo>
                  <a:lnTo>
                    <a:pt x="85540" y="31112"/>
                  </a:lnTo>
                  <a:lnTo>
                    <a:pt x="84426" y="30257"/>
                  </a:lnTo>
                  <a:lnTo>
                    <a:pt x="83331" y="29322"/>
                  </a:lnTo>
                  <a:lnTo>
                    <a:pt x="82436" y="28526"/>
                  </a:lnTo>
                  <a:lnTo>
                    <a:pt x="81541" y="27691"/>
                  </a:lnTo>
                  <a:cubicBezTo>
                    <a:pt x="80666" y="26836"/>
                    <a:pt x="79731" y="25881"/>
                    <a:pt x="78657" y="24727"/>
                  </a:cubicBezTo>
                  <a:cubicBezTo>
                    <a:pt x="78020" y="24051"/>
                    <a:pt x="77364" y="23354"/>
                    <a:pt x="76687" y="22638"/>
                  </a:cubicBezTo>
                  <a:cubicBezTo>
                    <a:pt x="76369" y="22300"/>
                    <a:pt x="76031" y="21922"/>
                    <a:pt x="75673" y="21564"/>
                  </a:cubicBezTo>
                  <a:cubicBezTo>
                    <a:pt x="75195" y="21067"/>
                    <a:pt x="74738" y="20569"/>
                    <a:pt x="74260" y="20112"/>
                  </a:cubicBezTo>
                  <a:lnTo>
                    <a:pt x="73982" y="19754"/>
                  </a:lnTo>
                  <a:lnTo>
                    <a:pt x="72510" y="18282"/>
                  </a:lnTo>
                  <a:cubicBezTo>
                    <a:pt x="71575" y="17406"/>
                    <a:pt x="70322" y="16273"/>
                    <a:pt x="68989" y="15218"/>
                  </a:cubicBezTo>
                  <a:cubicBezTo>
                    <a:pt x="67716" y="14263"/>
                    <a:pt x="66403" y="13368"/>
                    <a:pt x="65090" y="12592"/>
                  </a:cubicBezTo>
                  <a:cubicBezTo>
                    <a:pt x="63797" y="11836"/>
                    <a:pt x="62424" y="11200"/>
                    <a:pt x="60972" y="10603"/>
                  </a:cubicBezTo>
                  <a:cubicBezTo>
                    <a:pt x="60853" y="10543"/>
                    <a:pt x="60753" y="10504"/>
                    <a:pt x="60634" y="10444"/>
                  </a:cubicBezTo>
                  <a:cubicBezTo>
                    <a:pt x="60415" y="10344"/>
                    <a:pt x="60176" y="10285"/>
                    <a:pt x="59958" y="10205"/>
                  </a:cubicBezTo>
                  <a:lnTo>
                    <a:pt x="58923" y="9827"/>
                  </a:lnTo>
                  <a:lnTo>
                    <a:pt x="57869" y="9509"/>
                  </a:lnTo>
                  <a:cubicBezTo>
                    <a:pt x="57710" y="9449"/>
                    <a:pt x="57551" y="9410"/>
                    <a:pt x="57352" y="9350"/>
                  </a:cubicBezTo>
                  <a:lnTo>
                    <a:pt x="56834" y="9270"/>
                  </a:lnTo>
                  <a:cubicBezTo>
                    <a:pt x="55402" y="8912"/>
                    <a:pt x="54010" y="8634"/>
                    <a:pt x="52697" y="8455"/>
                  </a:cubicBezTo>
                  <a:cubicBezTo>
                    <a:pt x="51384" y="8296"/>
                    <a:pt x="50011" y="8156"/>
                    <a:pt x="48639" y="8116"/>
                  </a:cubicBezTo>
                  <a:cubicBezTo>
                    <a:pt x="47425" y="8057"/>
                    <a:pt x="46132" y="8057"/>
                    <a:pt x="44720" y="8136"/>
                  </a:cubicBezTo>
                  <a:cubicBezTo>
                    <a:pt x="43546" y="8196"/>
                    <a:pt x="42273" y="8296"/>
                    <a:pt x="40900" y="8435"/>
                  </a:cubicBezTo>
                  <a:cubicBezTo>
                    <a:pt x="40383" y="8494"/>
                    <a:pt x="39866" y="8574"/>
                    <a:pt x="39369" y="8634"/>
                  </a:cubicBezTo>
                  <a:lnTo>
                    <a:pt x="38752" y="8733"/>
                  </a:lnTo>
                  <a:cubicBezTo>
                    <a:pt x="38255" y="8813"/>
                    <a:pt x="37717" y="8892"/>
                    <a:pt x="37220" y="8992"/>
                  </a:cubicBezTo>
                  <a:cubicBezTo>
                    <a:pt x="34972" y="9350"/>
                    <a:pt x="32685" y="9847"/>
                    <a:pt x="30218" y="10504"/>
                  </a:cubicBezTo>
                  <a:cubicBezTo>
                    <a:pt x="29203" y="10762"/>
                    <a:pt x="28209" y="11041"/>
                    <a:pt x="27254" y="11319"/>
                  </a:cubicBezTo>
                  <a:lnTo>
                    <a:pt x="26916" y="11419"/>
                  </a:lnTo>
                  <a:lnTo>
                    <a:pt x="25265" y="11896"/>
                  </a:lnTo>
                  <a:cubicBezTo>
                    <a:pt x="24926" y="11996"/>
                    <a:pt x="24568" y="12095"/>
                    <a:pt x="24230" y="12214"/>
                  </a:cubicBezTo>
                  <a:cubicBezTo>
                    <a:pt x="24031" y="12274"/>
                    <a:pt x="23852" y="12334"/>
                    <a:pt x="23653" y="12393"/>
                  </a:cubicBezTo>
                  <a:cubicBezTo>
                    <a:pt x="21505" y="13050"/>
                    <a:pt x="19396" y="13706"/>
                    <a:pt x="17327" y="14422"/>
                  </a:cubicBezTo>
                  <a:cubicBezTo>
                    <a:pt x="15318" y="15099"/>
                    <a:pt x="13289" y="15855"/>
                    <a:pt x="11300" y="16631"/>
                  </a:cubicBezTo>
                  <a:cubicBezTo>
                    <a:pt x="11121" y="16690"/>
                    <a:pt x="10942" y="16750"/>
                    <a:pt x="10763" y="16830"/>
                  </a:cubicBezTo>
                  <a:cubicBezTo>
                    <a:pt x="10445" y="16949"/>
                    <a:pt x="10126" y="17068"/>
                    <a:pt x="9828" y="17188"/>
                  </a:cubicBezTo>
                  <a:lnTo>
                    <a:pt x="8376" y="17764"/>
                  </a:lnTo>
                  <a:lnTo>
                    <a:pt x="6963" y="18361"/>
                  </a:lnTo>
                  <a:cubicBezTo>
                    <a:pt x="6665" y="18481"/>
                    <a:pt x="6347" y="18620"/>
                    <a:pt x="6048" y="18739"/>
                  </a:cubicBezTo>
                  <a:cubicBezTo>
                    <a:pt x="5869" y="18819"/>
                    <a:pt x="5730" y="18878"/>
                    <a:pt x="5551" y="18938"/>
                  </a:cubicBezTo>
                  <a:cubicBezTo>
                    <a:pt x="3681" y="19714"/>
                    <a:pt x="1871" y="20530"/>
                    <a:pt x="100" y="21365"/>
                  </a:cubicBezTo>
                  <a:lnTo>
                    <a:pt x="1" y="21266"/>
                  </a:lnTo>
                  <a:cubicBezTo>
                    <a:pt x="1771" y="20430"/>
                    <a:pt x="3582" y="19634"/>
                    <a:pt x="5452" y="18839"/>
                  </a:cubicBezTo>
                  <a:cubicBezTo>
                    <a:pt x="5631" y="18759"/>
                    <a:pt x="5770" y="18680"/>
                    <a:pt x="5949" y="18640"/>
                  </a:cubicBezTo>
                  <a:cubicBezTo>
                    <a:pt x="6247" y="18520"/>
                    <a:pt x="6546" y="18381"/>
                    <a:pt x="6864" y="18262"/>
                  </a:cubicBezTo>
                  <a:lnTo>
                    <a:pt x="8276" y="17665"/>
                  </a:lnTo>
                  <a:lnTo>
                    <a:pt x="9728" y="17088"/>
                  </a:lnTo>
                  <a:cubicBezTo>
                    <a:pt x="10047" y="16969"/>
                    <a:pt x="10365" y="16849"/>
                    <a:pt x="10663" y="16730"/>
                  </a:cubicBezTo>
                  <a:cubicBezTo>
                    <a:pt x="10842" y="16650"/>
                    <a:pt x="11022" y="16591"/>
                    <a:pt x="11201" y="16531"/>
                  </a:cubicBezTo>
                  <a:cubicBezTo>
                    <a:pt x="13190" y="15755"/>
                    <a:pt x="15219" y="14999"/>
                    <a:pt x="17228" y="14303"/>
                  </a:cubicBezTo>
                  <a:cubicBezTo>
                    <a:pt x="19297" y="13587"/>
                    <a:pt x="21405" y="12911"/>
                    <a:pt x="23554" y="12274"/>
                  </a:cubicBezTo>
                  <a:cubicBezTo>
                    <a:pt x="23753" y="12214"/>
                    <a:pt x="23932" y="12135"/>
                    <a:pt x="24131" y="12095"/>
                  </a:cubicBezTo>
                  <a:cubicBezTo>
                    <a:pt x="24469" y="11996"/>
                    <a:pt x="24827" y="11876"/>
                    <a:pt x="25165" y="11777"/>
                  </a:cubicBezTo>
                  <a:lnTo>
                    <a:pt x="27154" y="11200"/>
                  </a:lnTo>
                  <a:cubicBezTo>
                    <a:pt x="28129" y="10921"/>
                    <a:pt x="29124" y="10643"/>
                    <a:pt x="30138" y="10384"/>
                  </a:cubicBezTo>
                  <a:cubicBezTo>
                    <a:pt x="32625" y="9708"/>
                    <a:pt x="34913" y="9211"/>
                    <a:pt x="37180" y="8833"/>
                  </a:cubicBezTo>
                  <a:cubicBezTo>
                    <a:pt x="37678" y="8733"/>
                    <a:pt x="38195" y="8654"/>
                    <a:pt x="38712" y="8594"/>
                  </a:cubicBezTo>
                  <a:lnTo>
                    <a:pt x="39349" y="8494"/>
                  </a:lnTo>
                  <a:cubicBezTo>
                    <a:pt x="39846" y="8415"/>
                    <a:pt x="40363" y="8335"/>
                    <a:pt x="40880" y="8296"/>
                  </a:cubicBezTo>
                  <a:cubicBezTo>
                    <a:pt x="42273" y="8136"/>
                    <a:pt x="43526" y="8017"/>
                    <a:pt x="44700" y="7997"/>
                  </a:cubicBezTo>
                  <a:cubicBezTo>
                    <a:pt x="46112" y="7918"/>
                    <a:pt x="47405" y="7918"/>
                    <a:pt x="48619" y="7957"/>
                  </a:cubicBezTo>
                  <a:cubicBezTo>
                    <a:pt x="49991" y="8017"/>
                    <a:pt x="51364" y="8136"/>
                    <a:pt x="52677" y="8315"/>
                  </a:cubicBezTo>
                  <a:cubicBezTo>
                    <a:pt x="54010" y="8494"/>
                    <a:pt x="55402" y="8753"/>
                    <a:pt x="56834" y="9111"/>
                  </a:cubicBezTo>
                  <a:lnTo>
                    <a:pt x="57352" y="9230"/>
                  </a:lnTo>
                  <a:cubicBezTo>
                    <a:pt x="57551" y="9290"/>
                    <a:pt x="57730" y="9330"/>
                    <a:pt x="57869" y="9390"/>
                  </a:cubicBezTo>
                  <a:lnTo>
                    <a:pt x="58923" y="9708"/>
                  </a:lnTo>
                  <a:lnTo>
                    <a:pt x="59958" y="10086"/>
                  </a:lnTo>
                  <a:cubicBezTo>
                    <a:pt x="60176" y="10165"/>
                    <a:pt x="60435" y="10265"/>
                    <a:pt x="60654" y="10325"/>
                  </a:cubicBezTo>
                  <a:cubicBezTo>
                    <a:pt x="60773" y="10384"/>
                    <a:pt x="60873" y="10424"/>
                    <a:pt x="61012" y="10484"/>
                  </a:cubicBezTo>
                  <a:cubicBezTo>
                    <a:pt x="62444" y="11061"/>
                    <a:pt x="63837" y="11717"/>
                    <a:pt x="65130" y="12473"/>
                  </a:cubicBezTo>
                  <a:cubicBezTo>
                    <a:pt x="66443" y="13249"/>
                    <a:pt x="67775" y="14144"/>
                    <a:pt x="69029" y="15099"/>
                  </a:cubicBezTo>
                  <a:cubicBezTo>
                    <a:pt x="70381" y="16153"/>
                    <a:pt x="71615" y="17287"/>
                    <a:pt x="72569" y="18182"/>
                  </a:cubicBezTo>
                  <a:cubicBezTo>
                    <a:pt x="73067" y="18660"/>
                    <a:pt x="73564" y="19157"/>
                    <a:pt x="74061" y="19654"/>
                  </a:cubicBezTo>
                  <a:lnTo>
                    <a:pt x="74360" y="19953"/>
                  </a:lnTo>
                  <a:cubicBezTo>
                    <a:pt x="74837" y="20430"/>
                    <a:pt x="75295" y="20947"/>
                    <a:pt x="75772" y="21425"/>
                  </a:cubicBezTo>
                  <a:cubicBezTo>
                    <a:pt x="76130" y="21763"/>
                    <a:pt x="76449" y="22141"/>
                    <a:pt x="76787" y="22499"/>
                  </a:cubicBezTo>
                  <a:cubicBezTo>
                    <a:pt x="77463" y="23215"/>
                    <a:pt x="78120" y="23911"/>
                    <a:pt x="78756" y="24588"/>
                  </a:cubicBezTo>
                  <a:cubicBezTo>
                    <a:pt x="79830" y="25722"/>
                    <a:pt x="80765" y="26696"/>
                    <a:pt x="81641" y="27532"/>
                  </a:cubicBezTo>
                  <a:lnTo>
                    <a:pt x="82536" y="28387"/>
                  </a:lnTo>
                  <a:lnTo>
                    <a:pt x="83431" y="29183"/>
                  </a:lnTo>
                  <a:lnTo>
                    <a:pt x="84525" y="30098"/>
                  </a:lnTo>
                  <a:lnTo>
                    <a:pt x="85639" y="30953"/>
                  </a:lnTo>
                  <a:lnTo>
                    <a:pt x="86793" y="31749"/>
                  </a:lnTo>
                  <a:lnTo>
                    <a:pt x="87569" y="32246"/>
                  </a:lnTo>
                  <a:cubicBezTo>
                    <a:pt x="87608" y="32266"/>
                    <a:pt x="87668" y="32286"/>
                    <a:pt x="87708" y="32346"/>
                  </a:cubicBezTo>
                  <a:cubicBezTo>
                    <a:pt x="87787" y="32386"/>
                    <a:pt x="87847" y="32445"/>
                    <a:pt x="87947" y="32485"/>
                  </a:cubicBezTo>
                  <a:lnTo>
                    <a:pt x="88344" y="32704"/>
                  </a:lnTo>
                  <a:cubicBezTo>
                    <a:pt x="88444" y="32764"/>
                    <a:pt x="88563" y="32843"/>
                    <a:pt x="88643" y="32883"/>
                  </a:cubicBezTo>
                  <a:cubicBezTo>
                    <a:pt x="88802" y="32982"/>
                    <a:pt x="88981" y="33082"/>
                    <a:pt x="89140" y="33161"/>
                  </a:cubicBezTo>
                  <a:lnTo>
                    <a:pt x="89598" y="33380"/>
                  </a:lnTo>
                  <a:cubicBezTo>
                    <a:pt x="89976" y="33579"/>
                    <a:pt x="90354" y="33778"/>
                    <a:pt x="90732" y="33957"/>
                  </a:cubicBezTo>
                  <a:cubicBezTo>
                    <a:pt x="91666" y="34395"/>
                    <a:pt x="92681" y="34832"/>
                    <a:pt x="93954" y="35270"/>
                  </a:cubicBezTo>
                  <a:lnTo>
                    <a:pt x="94770" y="35549"/>
                  </a:lnTo>
                  <a:lnTo>
                    <a:pt x="95287" y="35688"/>
                  </a:lnTo>
                  <a:lnTo>
                    <a:pt x="95585" y="35767"/>
                  </a:lnTo>
                  <a:cubicBezTo>
                    <a:pt x="95983" y="35887"/>
                    <a:pt x="96381" y="35966"/>
                    <a:pt x="96759" y="36066"/>
                  </a:cubicBezTo>
                  <a:cubicBezTo>
                    <a:pt x="96898" y="36086"/>
                    <a:pt x="97057" y="36145"/>
                    <a:pt x="97197" y="36165"/>
                  </a:cubicBezTo>
                  <a:cubicBezTo>
                    <a:pt x="98171" y="36364"/>
                    <a:pt x="99325" y="36563"/>
                    <a:pt x="100479" y="36663"/>
                  </a:cubicBezTo>
                  <a:cubicBezTo>
                    <a:pt x="102508" y="36861"/>
                    <a:pt x="104636" y="36822"/>
                    <a:pt x="107004" y="36543"/>
                  </a:cubicBezTo>
                  <a:cubicBezTo>
                    <a:pt x="109073" y="36265"/>
                    <a:pt x="111201" y="35767"/>
                    <a:pt x="113369" y="35071"/>
                  </a:cubicBezTo>
                  <a:cubicBezTo>
                    <a:pt x="115538" y="34335"/>
                    <a:pt x="117626" y="33440"/>
                    <a:pt x="119556" y="32386"/>
                  </a:cubicBezTo>
                  <a:lnTo>
                    <a:pt x="120332" y="31968"/>
                  </a:lnTo>
                  <a:lnTo>
                    <a:pt x="121068" y="31550"/>
                  </a:lnTo>
                  <a:cubicBezTo>
                    <a:pt x="121426" y="31351"/>
                    <a:pt x="121804" y="31112"/>
                    <a:pt x="122142" y="30894"/>
                  </a:cubicBezTo>
                  <a:cubicBezTo>
                    <a:pt x="122301" y="30794"/>
                    <a:pt x="122440" y="30715"/>
                    <a:pt x="122600" y="30615"/>
                  </a:cubicBezTo>
                  <a:cubicBezTo>
                    <a:pt x="122779" y="30496"/>
                    <a:pt x="122978" y="30396"/>
                    <a:pt x="123137" y="30277"/>
                  </a:cubicBezTo>
                  <a:cubicBezTo>
                    <a:pt x="123475" y="30078"/>
                    <a:pt x="123793" y="29879"/>
                    <a:pt x="124111" y="29660"/>
                  </a:cubicBezTo>
                  <a:lnTo>
                    <a:pt x="125623" y="28626"/>
                  </a:lnTo>
                  <a:cubicBezTo>
                    <a:pt x="126001" y="28387"/>
                    <a:pt x="126379" y="28109"/>
                    <a:pt x="126757" y="27850"/>
                  </a:cubicBezTo>
                  <a:cubicBezTo>
                    <a:pt x="126877" y="27751"/>
                    <a:pt x="127016" y="27651"/>
                    <a:pt x="127155" y="27552"/>
                  </a:cubicBezTo>
                  <a:cubicBezTo>
                    <a:pt x="127314" y="27432"/>
                    <a:pt x="127513" y="27313"/>
                    <a:pt x="127692" y="27154"/>
                  </a:cubicBezTo>
                  <a:cubicBezTo>
                    <a:pt x="128010" y="26935"/>
                    <a:pt x="128349" y="26696"/>
                    <a:pt x="128667" y="26438"/>
                  </a:cubicBezTo>
                  <a:cubicBezTo>
                    <a:pt x="128945" y="26239"/>
                    <a:pt x="129204" y="26040"/>
                    <a:pt x="129463" y="25841"/>
                  </a:cubicBezTo>
                  <a:cubicBezTo>
                    <a:pt x="130199" y="25304"/>
                    <a:pt x="130974" y="24727"/>
                    <a:pt x="131730" y="24130"/>
                  </a:cubicBezTo>
                  <a:cubicBezTo>
                    <a:pt x="132924" y="23215"/>
                    <a:pt x="134157" y="22240"/>
                    <a:pt x="135351" y="21285"/>
                  </a:cubicBezTo>
                  <a:cubicBezTo>
                    <a:pt x="136226" y="20589"/>
                    <a:pt x="137101" y="19893"/>
                    <a:pt x="137997" y="19197"/>
                  </a:cubicBezTo>
                  <a:cubicBezTo>
                    <a:pt x="138315" y="18958"/>
                    <a:pt x="138633" y="18699"/>
                    <a:pt x="138931" y="18461"/>
                  </a:cubicBezTo>
                  <a:cubicBezTo>
                    <a:pt x="139687" y="17864"/>
                    <a:pt x="140443" y="17267"/>
                    <a:pt x="141219" y="16670"/>
                  </a:cubicBezTo>
                  <a:lnTo>
                    <a:pt x="142870" y="15397"/>
                  </a:lnTo>
                  <a:lnTo>
                    <a:pt x="144521" y="14124"/>
                  </a:lnTo>
                  <a:lnTo>
                    <a:pt x="144820" y="13905"/>
                  </a:lnTo>
                  <a:cubicBezTo>
                    <a:pt x="144999" y="13766"/>
                    <a:pt x="145178" y="13627"/>
                    <a:pt x="145377" y="13507"/>
                  </a:cubicBezTo>
                  <a:lnTo>
                    <a:pt x="146212" y="12891"/>
                  </a:lnTo>
                  <a:lnTo>
                    <a:pt x="146809" y="12433"/>
                  </a:lnTo>
                  <a:lnTo>
                    <a:pt x="147943" y="11618"/>
                  </a:lnTo>
                  <a:lnTo>
                    <a:pt x="149674" y="10404"/>
                  </a:lnTo>
                  <a:lnTo>
                    <a:pt x="149972" y="10185"/>
                  </a:lnTo>
                  <a:cubicBezTo>
                    <a:pt x="150151" y="10046"/>
                    <a:pt x="150350" y="9907"/>
                    <a:pt x="150549" y="9787"/>
                  </a:cubicBezTo>
                  <a:lnTo>
                    <a:pt x="151444" y="9191"/>
                  </a:lnTo>
                  <a:cubicBezTo>
                    <a:pt x="151643" y="9051"/>
                    <a:pt x="151862" y="8912"/>
                    <a:pt x="152061" y="8793"/>
                  </a:cubicBezTo>
                  <a:cubicBezTo>
                    <a:pt x="152459" y="8534"/>
                    <a:pt x="152856" y="8256"/>
                    <a:pt x="153254" y="8017"/>
                  </a:cubicBezTo>
                  <a:lnTo>
                    <a:pt x="155104" y="6903"/>
                  </a:lnTo>
                  <a:cubicBezTo>
                    <a:pt x="155204" y="6823"/>
                    <a:pt x="155323" y="6764"/>
                    <a:pt x="155423" y="6704"/>
                  </a:cubicBezTo>
                  <a:cubicBezTo>
                    <a:pt x="155621" y="6565"/>
                    <a:pt x="155820" y="6446"/>
                    <a:pt x="156019" y="6346"/>
                  </a:cubicBezTo>
                  <a:lnTo>
                    <a:pt x="156954" y="5829"/>
                  </a:lnTo>
                  <a:cubicBezTo>
                    <a:pt x="157193" y="5709"/>
                    <a:pt x="157392" y="5570"/>
                    <a:pt x="157611" y="5471"/>
                  </a:cubicBezTo>
                  <a:cubicBezTo>
                    <a:pt x="158009" y="5252"/>
                    <a:pt x="158426" y="5033"/>
                    <a:pt x="158844" y="4814"/>
                  </a:cubicBezTo>
                  <a:lnTo>
                    <a:pt x="160794" y="3859"/>
                  </a:lnTo>
                  <a:cubicBezTo>
                    <a:pt x="160913" y="3820"/>
                    <a:pt x="161012" y="3760"/>
                    <a:pt x="161132" y="3680"/>
                  </a:cubicBezTo>
                  <a:cubicBezTo>
                    <a:pt x="161331" y="3581"/>
                    <a:pt x="161569" y="3481"/>
                    <a:pt x="161788" y="3382"/>
                  </a:cubicBezTo>
                  <a:lnTo>
                    <a:pt x="162783" y="2944"/>
                  </a:lnTo>
                  <a:cubicBezTo>
                    <a:pt x="164116" y="2348"/>
                    <a:pt x="165488" y="1850"/>
                    <a:pt x="166801" y="1433"/>
                  </a:cubicBezTo>
                  <a:cubicBezTo>
                    <a:pt x="169785" y="478"/>
                    <a:pt x="172530" y="0"/>
                    <a:pt x="175156" y="0"/>
                  </a:cubicBezTo>
                  <a:cubicBezTo>
                    <a:pt x="176628" y="0"/>
                    <a:pt x="178040" y="179"/>
                    <a:pt x="179373" y="478"/>
                  </a:cubicBezTo>
                  <a:cubicBezTo>
                    <a:pt x="180766" y="836"/>
                    <a:pt x="182079" y="1293"/>
                    <a:pt x="183312" y="1890"/>
                  </a:cubicBezTo>
                  <a:cubicBezTo>
                    <a:pt x="184565" y="2527"/>
                    <a:pt x="185779" y="3223"/>
                    <a:pt x="186893" y="3979"/>
                  </a:cubicBezTo>
                  <a:cubicBezTo>
                    <a:pt x="187967" y="4715"/>
                    <a:pt x="189061" y="5511"/>
                    <a:pt x="190175" y="6366"/>
                  </a:cubicBezTo>
                  <a:cubicBezTo>
                    <a:pt x="190613" y="6704"/>
                    <a:pt x="191011" y="7022"/>
                    <a:pt x="191408" y="7321"/>
                  </a:cubicBezTo>
                  <a:cubicBezTo>
                    <a:pt x="192025" y="7818"/>
                    <a:pt x="192662" y="8315"/>
                    <a:pt x="193298" y="8793"/>
                  </a:cubicBezTo>
                  <a:lnTo>
                    <a:pt x="194034" y="9390"/>
                  </a:lnTo>
                  <a:lnTo>
                    <a:pt x="195108" y="10185"/>
                  </a:lnTo>
                  <a:cubicBezTo>
                    <a:pt x="195506" y="10444"/>
                    <a:pt x="195904" y="10742"/>
                    <a:pt x="196302" y="11021"/>
                  </a:cubicBezTo>
                  <a:cubicBezTo>
                    <a:pt x="196640" y="11279"/>
                    <a:pt x="197018" y="11498"/>
                    <a:pt x="197356" y="11717"/>
                  </a:cubicBezTo>
                  <a:cubicBezTo>
                    <a:pt x="197515" y="11797"/>
                    <a:pt x="197635" y="11896"/>
                    <a:pt x="197794" y="11976"/>
                  </a:cubicBezTo>
                  <a:lnTo>
                    <a:pt x="198530" y="12393"/>
                  </a:lnTo>
                  <a:cubicBezTo>
                    <a:pt x="198789" y="12533"/>
                    <a:pt x="199027" y="12672"/>
                    <a:pt x="199286" y="12791"/>
                  </a:cubicBezTo>
                  <a:lnTo>
                    <a:pt x="199584" y="12931"/>
                  </a:lnTo>
                  <a:cubicBezTo>
                    <a:pt x="199724" y="13010"/>
                    <a:pt x="199903" y="13110"/>
                    <a:pt x="200082" y="13169"/>
                  </a:cubicBezTo>
                  <a:lnTo>
                    <a:pt x="200857" y="13488"/>
                  </a:lnTo>
                  <a:cubicBezTo>
                    <a:pt x="201017" y="13567"/>
                    <a:pt x="201176" y="13607"/>
                    <a:pt x="201355" y="13686"/>
                  </a:cubicBezTo>
                  <a:cubicBezTo>
                    <a:pt x="201454" y="13706"/>
                    <a:pt x="201554" y="13766"/>
                    <a:pt x="201653" y="13786"/>
                  </a:cubicBezTo>
                  <a:lnTo>
                    <a:pt x="202051" y="13925"/>
                  </a:lnTo>
                  <a:lnTo>
                    <a:pt x="202449" y="14064"/>
                  </a:lnTo>
                  <a:cubicBezTo>
                    <a:pt x="206686" y="15377"/>
                    <a:pt x="211361" y="15178"/>
                    <a:pt x="216016" y="13468"/>
                  </a:cubicBezTo>
                  <a:lnTo>
                    <a:pt x="216016" y="13686"/>
                  </a:lnTo>
                  <a:cubicBezTo>
                    <a:pt x="211361" y="15397"/>
                    <a:pt x="206666" y="15596"/>
                    <a:pt x="202389" y="14283"/>
                  </a:cubicBezTo>
                  <a:lnTo>
                    <a:pt x="201991" y="14164"/>
                  </a:lnTo>
                  <a:lnTo>
                    <a:pt x="201593" y="14005"/>
                  </a:lnTo>
                  <a:cubicBezTo>
                    <a:pt x="201494" y="13985"/>
                    <a:pt x="201395" y="13925"/>
                    <a:pt x="201295" y="13905"/>
                  </a:cubicBezTo>
                  <a:cubicBezTo>
                    <a:pt x="201116" y="13865"/>
                    <a:pt x="200957" y="13786"/>
                    <a:pt x="200798" y="13706"/>
                  </a:cubicBezTo>
                  <a:lnTo>
                    <a:pt x="200022" y="13388"/>
                  </a:lnTo>
                  <a:cubicBezTo>
                    <a:pt x="199863" y="13308"/>
                    <a:pt x="199704" y="13229"/>
                    <a:pt x="199525" y="13169"/>
                  </a:cubicBezTo>
                  <a:cubicBezTo>
                    <a:pt x="199425" y="13110"/>
                    <a:pt x="199365" y="13070"/>
                    <a:pt x="199266" y="13030"/>
                  </a:cubicBezTo>
                  <a:cubicBezTo>
                    <a:pt x="199007" y="12911"/>
                    <a:pt x="198729" y="12791"/>
                    <a:pt x="198490" y="12632"/>
                  </a:cubicBezTo>
                  <a:lnTo>
                    <a:pt x="197734" y="12214"/>
                  </a:lnTo>
                  <a:cubicBezTo>
                    <a:pt x="197595" y="12115"/>
                    <a:pt x="197476" y="12035"/>
                    <a:pt x="197317" y="11936"/>
                  </a:cubicBezTo>
                  <a:cubicBezTo>
                    <a:pt x="196978" y="11717"/>
                    <a:pt x="196600" y="11498"/>
                    <a:pt x="196222" y="11240"/>
                  </a:cubicBezTo>
                  <a:cubicBezTo>
                    <a:pt x="195825" y="11001"/>
                    <a:pt x="195427" y="10703"/>
                    <a:pt x="195029" y="10404"/>
                  </a:cubicBezTo>
                  <a:lnTo>
                    <a:pt x="194711" y="10185"/>
                  </a:lnTo>
                  <a:lnTo>
                    <a:pt x="193955" y="9608"/>
                  </a:lnTo>
                  <a:cubicBezTo>
                    <a:pt x="193716" y="9410"/>
                    <a:pt x="193457" y="9230"/>
                    <a:pt x="193199" y="9012"/>
                  </a:cubicBezTo>
                  <a:cubicBezTo>
                    <a:pt x="192562" y="8534"/>
                    <a:pt x="191926" y="8017"/>
                    <a:pt x="191309" y="7520"/>
                  </a:cubicBezTo>
                  <a:cubicBezTo>
                    <a:pt x="190911" y="7201"/>
                    <a:pt x="190473" y="6863"/>
                    <a:pt x="190076" y="6565"/>
                  </a:cubicBezTo>
                  <a:cubicBezTo>
                    <a:pt x="188962" y="5709"/>
                    <a:pt x="187867" y="4914"/>
                    <a:pt x="186793" y="4178"/>
                  </a:cubicBezTo>
                  <a:cubicBezTo>
                    <a:pt x="185679" y="3442"/>
                    <a:pt x="184466" y="2745"/>
                    <a:pt x="183213" y="2129"/>
                  </a:cubicBezTo>
                  <a:cubicBezTo>
                    <a:pt x="181979" y="1532"/>
                    <a:pt x="180666" y="1055"/>
                    <a:pt x="179294" y="697"/>
                  </a:cubicBezTo>
                  <a:cubicBezTo>
                    <a:pt x="177981" y="378"/>
                    <a:pt x="176588" y="239"/>
                    <a:pt x="175116" y="239"/>
                  </a:cubicBezTo>
                  <a:cubicBezTo>
                    <a:pt x="172510" y="239"/>
                    <a:pt x="169765" y="677"/>
                    <a:pt x="166781" y="1631"/>
                  </a:cubicBezTo>
                  <a:cubicBezTo>
                    <a:pt x="165468" y="2049"/>
                    <a:pt x="164116" y="2547"/>
                    <a:pt x="162783" y="3143"/>
                  </a:cubicBezTo>
                  <a:lnTo>
                    <a:pt x="161788" y="3581"/>
                  </a:lnTo>
                  <a:cubicBezTo>
                    <a:pt x="161569" y="3680"/>
                    <a:pt x="161370" y="3780"/>
                    <a:pt x="161172" y="3879"/>
                  </a:cubicBezTo>
                  <a:cubicBezTo>
                    <a:pt x="161032" y="3939"/>
                    <a:pt x="160933" y="4019"/>
                    <a:pt x="160813" y="4058"/>
                  </a:cubicBezTo>
                  <a:lnTo>
                    <a:pt x="158904" y="5013"/>
                  </a:lnTo>
                  <a:cubicBezTo>
                    <a:pt x="158486" y="5232"/>
                    <a:pt x="158048" y="5451"/>
                    <a:pt x="157650" y="5670"/>
                  </a:cubicBezTo>
                  <a:cubicBezTo>
                    <a:pt x="157432" y="5809"/>
                    <a:pt x="157233" y="5928"/>
                    <a:pt x="157014" y="6028"/>
                  </a:cubicBezTo>
                  <a:lnTo>
                    <a:pt x="156059" y="6545"/>
                  </a:lnTo>
                  <a:cubicBezTo>
                    <a:pt x="155860" y="6644"/>
                    <a:pt x="155661" y="6764"/>
                    <a:pt x="155462" y="6903"/>
                  </a:cubicBezTo>
                  <a:cubicBezTo>
                    <a:pt x="155363" y="6963"/>
                    <a:pt x="155243" y="7022"/>
                    <a:pt x="155144" y="7102"/>
                  </a:cubicBezTo>
                  <a:lnTo>
                    <a:pt x="153314" y="8216"/>
                  </a:lnTo>
                  <a:cubicBezTo>
                    <a:pt x="152916" y="8455"/>
                    <a:pt x="152518" y="8733"/>
                    <a:pt x="152140" y="8992"/>
                  </a:cubicBezTo>
                  <a:cubicBezTo>
                    <a:pt x="151941" y="9111"/>
                    <a:pt x="151722" y="9250"/>
                    <a:pt x="151524" y="9390"/>
                  </a:cubicBezTo>
                  <a:lnTo>
                    <a:pt x="150628" y="9986"/>
                  </a:lnTo>
                  <a:cubicBezTo>
                    <a:pt x="150429" y="10106"/>
                    <a:pt x="150250" y="10225"/>
                    <a:pt x="150051" y="10384"/>
                  </a:cubicBezTo>
                  <a:cubicBezTo>
                    <a:pt x="149952" y="10444"/>
                    <a:pt x="149853" y="10524"/>
                    <a:pt x="149733" y="10603"/>
                  </a:cubicBezTo>
                  <a:lnTo>
                    <a:pt x="147983" y="11817"/>
                  </a:lnTo>
                  <a:lnTo>
                    <a:pt x="146869" y="12632"/>
                  </a:lnTo>
                  <a:lnTo>
                    <a:pt x="146272" y="13090"/>
                  </a:lnTo>
                  <a:lnTo>
                    <a:pt x="145416" y="13706"/>
                  </a:lnTo>
                  <a:cubicBezTo>
                    <a:pt x="145257" y="13826"/>
                    <a:pt x="145058" y="13985"/>
                    <a:pt x="144879" y="14104"/>
                  </a:cubicBezTo>
                  <a:lnTo>
                    <a:pt x="144581" y="14323"/>
                  </a:lnTo>
                  <a:lnTo>
                    <a:pt x="142910" y="15596"/>
                  </a:lnTo>
                  <a:lnTo>
                    <a:pt x="141279" y="16869"/>
                  </a:lnTo>
                  <a:cubicBezTo>
                    <a:pt x="140503" y="17466"/>
                    <a:pt x="139727" y="18063"/>
                    <a:pt x="138991" y="18660"/>
                  </a:cubicBezTo>
                  <a:cubicBezTo>
                    <a:pt x="138653" y="18898"/>
                    <a:pt x="138355" y="19157"/>
                    <a:pt x="138036" y="19396"/>
                  </a:cubicBezTo>
                  <a:cubicBezTo>
                    <a:pt x="137141" y="20092"/>
                    <a:pt x="136266" y="20788"/>
                    <a:pt x="135410" y="21484"/>
                  </a:cubicBezTo>
                  <a:cubicBezTo>
                    <a:pt x="134217" y="22439"/>
                    <a:pt x="132964" y="23414"/>
                    <a:pt x="131770" y="24329"/>
                  </a:cubicBezTo>
                  <a:cubicBezTo>
                    <a:pt x="131034" y="24926"/>
                    <a:pt x="130258" y="25503"/>
                    <a:pt x="129502" y="26040"/>
                  </a:cubicBezTo>
                  <a:cubicBezTo>
                    <a:pt x="129244" y="26239"/>
                    <a:pt x="128965" y="26438"/>
                    <a:pt x="128707" y="26637"/>
                  </a:cubicBezTo>
                  <a:cubicBezTo>
                    <a:pt x="128388" y="26895"/>
                    <a:pt x="128070" y="27114"/>
                    <a:pt x="127752" y="27353"/>
                  </a:cubicBezTo>
                  <a:cubicBezTo>
                    <a:pt x="127573" y="27492"/>
                    <a:pt x="127374" y="27611"/>
                    <a:pt x="127195" y="27751"/>
                  </a:cubicBezTo>
                  <a:cubicBezTo>
                    <a:pt x="127056" y="27850"/>
                    <a:pt x="126916" y="27950"/>
                    <a:pt x="126797" y="28049"/>
                  </a:cubicBezTo>
                  <a:cubicBezTo>
                    <a:pt x="126419" y="28308"/>
                    <a:pt x="126061" y="28586"/>
                    <a:pt x="125683" y="28825"/>
                  </a:cubicBezTo>
                  <a:lnTo>
                    <a:pt x="124171" y="29839"/>
                  </a:lnTo>
                  <a:cubicBezTo>
                    <a:pt x="123833" y="30078"/>
                    <a:pt x="123515" y="30277"/>
                    <a:pt x="123196" y="30476"/>
                  </a:cubicBezTo>
                  <a:cubicBezTo>
                    <a:pt x="123017" y="30595"/>
                    <a:pt x="122818" y="30695"/>
                    <a:pt x="122639" y="30814"/>
                  </a:cubicBezTo>
                  <a:cubicBezTo>
                    <a:pt x="122500" y="30914"/>
                    <a:pt x="122341" y="30993"/>
                    <a:pt x="122202" y="31093"/>
                  </a:cubicBezTo>
                  <a:cubicBezTo>
                    <a:pt x="121844" y="31311"/>
                    <a:pt x="121486" y="31530"/>
                    <a:pt x="121128" y="31729"/>
                  </a:cubicBezTo>
                  <a:lnTo>
                    <a:pt x="120391" y="32167"/>
                  </a:lnTo>
                  <a:lnTo>
                    <a:pt x="119616" y="32585"/>
                  </a:lnTo>
                  <a:cubicBezTo>
                    <a:pt x="117666" y="33639"/>
                    <a:pt x="115577" y="34534"/>
                    <a:pt x="113429" y="35270"/>
                  </a:cubicBezTo>
                  <a:cubicBezTo>
                    <a:pt x="111241" y="35986"/>
                    <a:pt x="109092" y="36484"/>
                    <a:pt x="107024" y="36742"/>
                  </a:cubicBezTo>
                  <a:cubicBezTo>
                    <a:pt x="105870" y="36881"/>
                    <a:pt x="104816" y="36961"/>
                    <a:pt x="103821" y="3698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" name="Google Shape;20;p2"/>
            <p:cNvSpPr/>
            <p:nvPr/>
          </p:nvSpPr>
          <p:spPr>
            <a:xfrm rot="1459200">
              <a:off x="3515760" y="286200"/>
              <a:ext cx="8931600" cy="1522080"/>
            </a:xfrm>
            <a:custGeom>
              <a:avLst/>
              <a:gdLst>
                <a:gd name="textAreaLeft" fmla="*/ 0 w 8931600"/>
                <a:gd name="textAreaRight" fmla="*/ 8931960 w 8931600"/>
                <a:gd name="textAreaTop" fmla="*/ 0 h 1522080"/>
                <a:gd name="textAreaBottom" fmla="*/ 1522440 h 1522080"/>
              </a:gdLst>
              <a:ahLst/>
              <a:cxnLst/>
              <a:rect l="textAreaLeft" t="textAreaTop" r="textAreaRight" b="textAreaBottom"/>
              <a:pathLst>
                <a:path w="214762" h="36604">
                  <a:moveTo>
                    <a:pt x="102885" y="36584"/>
                  </a:moveTo>
                  <a:cubicBezTo>
                    <a:pt x="101692" y="36604"/>
                    <a:pt x="100538" y="36564"/>
                    <a:pt x="99404" y="36444"/>
                  </a:cubicBezTo>
                  <a:cubicBezTo>
                    <a:pt x="98171" y="36345"/>
                    <a:pt x="96917" y="36086"/>
                    <a:pt x="96002" y="35887"/>
                  </a:cubicBezTo>
                  <a:cubicBezTo>
                    <a:pt x="95863" y="35848"/>
                    <a:pt x="95704" y="35808"/>
                    <a:pt x="95565" y="35788"/>
                  </a:cubicBezTo>
                  <a:cubicBezTo>
                    <a:pt x="95127" y="35689"/>
                    <a:pt x="94709" y="35589"/>
                    <a:pt x="94292" y="35470"/>
                  </a:cubicBezTo>
                  <a:cubicBezTo>
                    <a:pt x="94192" y="35450"/>
                    <a:pt x="94093" y="35410"/>
                    <a:pt x="93993" y="35370"/>
                  </a:cubicBezTo>
                  <a:cubicBezTo>
                    <a:pt x="93814" y="35311"/>
                    <a:pt x="93615" y="35271"/>
                    <a:pt x="93436" y="35191"/>
                  </a:cubicBezTo>
                  <a:lnTo>
                    <a:pt x="92601" y="34913"/>
                  </a:lnTo>
                  <a:cubicBezTo>
                    <a:pt x="91248" y="34435"/>
                    <a:pt x="90194" y="33998"/>
                    <a:pt x="89199" y="33500"/>
                  </a:cubicBezTo>
                  <a:cubicBezTo>
                    <a:pt x="88761" y="33301"/>
                    <a:pt x="88364" y="33083"/>
                    <a:pt x="87946" y="32864"/>
                  </a:cubicBezTo>
                  <a:cubicBezTo>
                    <a:pt x="87807" y="32784"/>
                    <a:pt x="87647" y="32705"/>
                    <a:pt x="87508" y="32605"/>
                  </a:cubicBezTo>
                  <a:cubicBezTo>
                    <a:pt x="87329" y="32506"/>
                    <a:pt x="87150" y="32406"/>
                    <a:pt x="86971" y="32287"/>
                  </a:cubicBezTo>
                  <a:cubicBezTo>
                    <a:pt x="86872" y="32227"/>
                    <a:pt x="86772" y="32167"/>
                    <a:pt x="86673" y="32108"/>
                  </a:cubicBezTo>
                  <a:lnTo>
                    <a:pt x="86255" y="31869"/>
                  </a:lnTo>
                  <a:cubicBezTo>
                    <a:pt x="86155" y="31809"/>
                    <a:pt x="86076" y="31730"/>
                    <a:pt x="85976" y="31690"/>
                  </a:cubicBezTo>
                  <a:cubicBezTo>
                    <a:pt x="85937" y="31670"/>
                    <a:pt x="85877" y="31611"/>
                    <a:pt x="85837" y="31591"/>
                  </a:cubicBezTo>
                  <a:lnTo>
                    <a:pt x="85022" y="31054"/>
                  </a:lnTo>
                  <a:cubicBezTo>
                    <a:pt x="84843" y="30934"/>
                    <a:pt x="84663" y="30815"/>
                    <a:pt x="84524" y="30715"/>
                  </a:cubicBezTo>
                  <a:lnTo>
                    <a:pt x="84226" y="30497"/>
                  </a:lnTo>
                  <a:lnTo>
                    <a:pt x="83828" y="30198"/>
                  </a:lnTo>
                  <a:lnTo>
                    <a:pt x="82634" y="29263"/>
                  </a:lnTo>
                  <a:lnTo>
                    <a:pt x="81461" y="28308"/>
                  </a:lnTo>
                  <a:lnTo>
                    <a:pt x="80685" y="27612"/>
                  </a:lnTo>
                  <a:cubicBezTo>
                    <a:pt x="80566" y="27473"/>
                    <a:pt x="80406" y="27373"/>
                    <a:pt x="80307" y="27254"/>
                  </a:cubicBezTo>
                  <a:lnTo>
                    <a:pt x="79571" y="26538"/>
                  </a:lnTo>
                  <a:cubicBezTo>
                    <a:pt x="78656" y="25643"/>
                    <a:pt x="77701" y="24668"/>
                    <a:pt x="76587" y="23474"/>
                  </a:cubicBezTo>
                  <a:cubicBezTo>
                    <a:pt x="75911" y="22778"/>
                    <a:pt x="75234" y="22062"/>
                    <a:pt x="74598" y="21366"/>
                  </a:cubicBezTo>
                  <a:cubicBezTo>
                    <a:pt x="74279" y="21028"/>
                    <a:pt x="73921" y="20650"/>
                    <a:pt x="73583" y="20292"/>
                  </a:cubicBezTo>
                  <a:cubicBezTo>
                    <a:pt x="72648" y="19317"/>
                    <a:pt x="71594" y="18203"/>
                    <a:pt x="70440" y="17129"/>
                  </a:cubicBezTo>
                  <a:cubicBezTo>
                    <a:pt x="69505" y="16293"/>
                    <a:pt x="68312" y="15199"/>
                    <a:pt x="67019" y="14204"/>
                  </a:cubicBezTo>
                  <a:cubicBezTo>
                    <a:pt x="65825" y="13289"/>
                    <a:pt x="64572" y="12434"/>
                    <a:pt x="63358" y="11718"/>
                  </a:cubicBezTo>
                  <a:cubicBezTo>
                    <a:pt x="62165" y="11022"/>
                    <a:pt x="60852" y="10385"/>
                    <a:pt x="59499" y="9828"/>
                  </a:cubicBezTo>
                  <a:cubicBezTo>
                    <a:pt x="59380" y="9768"/>
                    <a:pt x="59280" y="9729"/>
                    <a:pt x="59161" y="9709"/>
                  </a:cubicBezTo>
                  <a:cubicBezTo>
                    <a:pt x="58962" y="9629"/>
                    <a:pt x="58723" y="9530"/>
                    <a:pt x="58505" y="9450"/>
                  </a:cubicBezTo>
                  <a:lnTo>
                    <a:pt x="57510" y="9112"/>
                  </a:lnTo>
                  <a:lnTo>
                    <a:pt x="56515" y="8813"/>
                  </a:lnTo>
                  <a:cubicBezTo>
                    <a:pt x="56297" y="8734"/>
                    <a:pt x="56098" y="8674"/>
                    <a:pt x="55859" y="8634"/>
                  </a:cubicBezTo>
                  <a:cubicBezTo>
                    <a:pt x="55740" y="8615"/>
                    <a:pt x="55640" y="8575"/>
                    <a:pt x="55521" y="8535"/>
                  </a:cubicBezTo>
                  <a:cubicBezTo>
                    <a:pt x="54188" y="8197"/>
                    <a:pt x="52855" y="7918"/>
                    <a:pt x="51582" y="7739"/>
                  </a:cubicBezTo>
                  <a:cubicBezTo>
                    <a:pt x="50349" y="7540"/>
                    <a:pt x="49056" y="7421"/>
                    <a:pt x="47743" y="7341"/>
                  </a:cubicBezTo>
                  <a:cubicBezTo>
                    <a:pt x="46569" y="7282"/>
                    <a:pt x="45336" y="7282"/>
                    <a:pt x="43963" y="7341"/>
                  </a:cubicBezTo>
                  <a:cubicBezTo>
                    <a:pt x="42809" y="7381"/>
                    <a:pt x="41616" y="7461"/>
                    <a:pt x="40283" y="7620"/>
                  </a:cubicBezTo>
                  <a:cubicBezTo>
                    <a:pt x="39786" y="7660"/>
                    <a:pt x="39288" y="7739"/>
                    <a:pt x="38791" y="7779"/>
                  </a:cubicBezTo>
                  <a:lnTo>
                    <a:pt x="38154" y="7859"/>
                  </a:lnTo>
                  <a:cubicBezTo>
                    <a:pt x="37697" y="7938"/>
                    <a:pt x="37160" y="8018"/>
                    <a:pt x="36702" y="8077"/>
                  </a:cubicBezTo>
                  <a:cubicBezTo>
                    <a:pt x="34474" y="8435"/>
                    <a:pt x="32246" y="8933"/>
                    <a:pt x="29859" y="9549"/>
                  </a:cubicBezTo>
                  <a:cubicBezTo>
                    <a:pt x="28864" y="9808"/>
                    <a:pt x="27890" y="10067"/>
                    <a:pt x="26915" y="10345"/>
                  </a:cubicBezTo>
                  <a:lnTo>
                    <a:pt x="26577" y="10445"/>
                  </a:lnTo>
                  <a:lnTo>
                    <a:pt x="24966" y="10922"/>
                  </a:lnTo>
                  <a:cubicBezTo>
                    <a:pt x="24607" y="11022"/>
                    <a:pt x="24289" y="11121"/>
                    <a:pt x="23931" y="11220"/>
                  </a:cubicBezTo>
                  <a:cubicBezTo>
                    <a:pt x="23732" y="11260"/>
                    <a:pt x="23573" y="11340"/>
                    <a:pt x="23374" y="11399"/>
                  </a:cubicBezTo>
                  <a:cubicBezTo>
                    <a:pt x="21246" y="12016"/>
                    <a:pt x="19157" y="12693"/>
                    <a:pt x="17128" y="13389"/>
                  </a:cubicBezTo>
                  <a:cubicBezTo>
                    <a:pt x="15139" y="14045"/>
                    <a:pt x="13149" y="14781"/>
                    <a:pt x="11160" y="15537"/>
                  </a:cubicBezTo>
                  <a:cubicBezTo>
                    <a:pt x="10981" y="15617"/>
                    <a:pt x="10802" y="15676"/>
                    <a:pt x="10643" y="15736"/>
                  </a:cubicBezTo>
                  <a:cubicBezTo>
                    <a:pt x="10344" y="15875"/>
                    <a:pt x="10026" y="15975"/>
                    <a:pt x="9728" y="16094"/>
                  </a:cubicBezTo>
                  <a:lnTo>
                    <a:pt x="8276" y="16671"/>
                  </a:lnTo>
                  <a:lnTo>
                    <a:pt x="6863" y="17228"/>
                  </a:lnTo>
                  <a:lnTo>
                    <a:pt x="5968" y="17606"/>
                  </a:lnTo>
                  <a:cubicBezTo>
                    <a:pt x="5789" y="17686"/>
                    <a:pt x="5630" y="17765"/>
                    <a:pt x="5471" y="17805"/>
                  </a:cubicBezTo>
                  <a:cubicBezTo>
                    <a:pt x="3621" y="18581"/>
                    <a:pt x="1830" y="19376"/>
                    <a:pt x="100" y="20192"/>
                  </a:cubicBezTo>
                  <a:lnTo>
                    <a:pt x="0" y="20073"/>
                  </a:lnTo>
                  <a:cubicBezTo>
                    <a:pt x="1731" y="19257"/>
                    <a:pt x="3561" y="18461"/>
                    <a:pt x="5371" y="17686"/>
                  </a:cubicBezTo>
                  <a:cubicBezTo>
                    <a:pt x="5530" y="17606"/>
                    <a:pt x="5690" y="17526"/>
                    <a:pt x="5869" y="17487"/>
                  </a:cubicBezTo>
                  <a:lnTo>
                    <a:pt x="6764" y="17109"/>
                  </a:lnTo>
                  <a:lnTo>
                    <a:pt x="8176" y="16532"/>
                  </a:lnTo>
                  <a:lnTo>
                    <a:pt x="9628" y="15975"/>
                  </a:lnTo>
                  <a:cubicBezTo>
                    <a:pt x="9907" y="15836"/>
                    <a:pt x="10245" y="15716"/>
                    <a:pt x="10563" y="15597"/>
                  </a:cubicBezTo>
                  <a:cubicBezTo>
                    <a:pt x="10742" y="15517"/>
                    <a:pt x="10921" y="15477"/>
                    <a:pt x="11080" y="15398"/>
                  </a:cubicBezTo>
                  <a:cubicBezTo>
                    <a:pt x="13050" y="14622"/>
                    <a:pt x="15059" y="13906"/>
                    <a:pt x="17048" y="13230"/>
                  </a:cubicBezTo>
                  <a:cubicBezTo>
                    <a:pt x="19097" y="12533"/>
                    <a:pt x="21186" y="11857"/>
                    <a:pt x="23295" y="11240"/>
                  </a:cubicBezTo>
                  <a:cubicBezTo>
                    <a:pt x="23493" y="11201"/>
                    <a:pt x="23672" y="11121"/>
                    <a:pt x="23871" y="11061"/>
                  </a:cubicBezTo>
                  <a:cubicBezTo>
                    <a:pt x="24210" y="10962"/>
                    <a:pt x="24548" y="10862"/>
                    <a:pt x="24886" y="10763"/>
                  </a:cubicBezTo>
                  <a:lnTo>
                    <a:pt x="26855" y="10206"/>
                  </a:lnTo>
                  <a:cubicBezTo>
                    <a:pt x="27790" y="9927"/>
                    <a:pt x="28785" y="9649"/>
                    <a:pt x="29780" y="9410"/>
                  </a:cubicBezTo>
                  <a:cubicBezTo>
                    <a:pt x="32206" y="8774"/>
                    <a:pt x="34434" y="8316"/>
                    <a:pt x="36643" y="7938"/>
                  </a:cubicBezTo>
                  <a:cubicBezTo>
                    <a:pt x="37140" y="7859"/>
                    <a:pt x="37637" y="7779"/>
                    <a:pt x="38115" y="7719"/>
                  </a:cubicBezTo>
                  <a:lnTo>
                    <a:pt x="38731" y="7640"/>
                  </a:lnTo>
                  <a:cubicBezTo>
                    <a:pt x="39229" y="7560"/>
                    <a:pt x="39726" y="7520"/>
                    <a:pt x="40223" y="7461"/>
                  </a:cubicBezTo>
                  <a:cubicBezTo>
                    <a:pt x="41576" y="7321"/>
                    <a:pt x="42789" y="7222"/>
                    <a:pt x="43943" y="7182"/>
                  </a:cubicBezTo>
                  <a:cubicBezTo>
                    <a:pt x="45336" y="7142"/>
                    <a:pt x="46569" y="7142"/>
                    <a:pt x="47743" y="7182"/>
                  </a:cubicBezTo>
                  <a:cubicBezTo>
                    <a:pt x="49056" y="7242"/>
                    <a:pt x="50368" y="7361"/>
                    <a:pt x="51642" y="7540"/>
                  </a:cubicBezTo>
                  <a:cubicBezTo>
                    <a:pt x="52915" y="7719"/>
                    <a:pt x="54248" y="7978"/>
                    <a:pt x="55600" y="8336"/>
                  </a:cubicBezTo>
                  <a:cubicBezTo>
                    <a:pt x="55720" y="8356"/>
                    <a:pt x="55819" y="8416"/>
                    <a:pt x="55938" y="8435"/>
                  </a:cubicBezTo>
                  <a:cubicBezTo>
                    <a:pt x="56177" y="8475"/>
                    <a:pt x="56376" y="8555"/>
                    <a:pt x="56595" y="8615"/>
                  </a:cubicBezTo>
                  <a:lnTo>
                    <a:pt x="57590" y="8913"/>
                  </a:lnTo>
                  <a:lnTo>
                    <a:pt x="58584" y="9251"/>
                  </a:lnTo>
                  <a:cubicBezTo>
                    <a:pt x="58803" y="9331"/>
                    <a:pt x="59002" y="9430"/>
                    <a:pt x="59221" y="9510"/>
                  </a:cubicBezTo>
                  <a:cubicBezTo>
                    <a:pt x="59360" y="9549"/>
                    <a:pt x="59459" y="9609"/>
                    <a:pt x="59579" y="9629"/>
                  </a:cubicBezTo>
                  <a:cubicBezTo>
                    <a:pt x="60951" y="10206"/>
                    <a:pt x="62244" y="10823"/>
                    <a:pt x="63458" y="11519"/>
                  </a:cubicBezTo>
                  <a:cubicBezTo>
                    <a:pt x="64691" y="12235"/>
                    <a:pt x="65944" y="13090"/>
                    <a:pt x="67138" y="14025"/>
                  </a:cubicBezTo>
                  <a:cubicBezTo>
                    <a:pt x="68431" y="15020"/>
                    <a:pt x="69625" y="16134"/>
                    <a:pt x="70520" y="16989"/>
                  </a:cubicBezTo>
                  <a:cubicBezTo>
                    <a:pt x="71634" y="18064"/>
                    <a:pt x="72728" y="19197"/>
                    <a:pt x="73643" y="20172"/>
                  </a:cubicBezTo>
                  <a:cubicBezTo>
                    <a:pt x="74001" y="20510"/>
                    <a:pt x="74319" y="20888"/>
                    <a:pt x="74677" y="21246"/>
                  </a:cubicBezTo>
                  <a:cubicBezTo>
                    <a:pt x="75314" y="21943"/>
                    <a:pt x="75990" y="22659"/>
                    <a:pt x="76667" y="23355"/>
                  </a:cubicBezTo>
                  <a:cubicBezTo>
                    <a:pt x="77781" y="24549"/>
                    <a:pt x="78716" y="25523"/>
                    <a:pt x="79651" y="26418"/>
                  </a:cubicBezTo>
                  <a:lnTo>
                    <a:pt x="80387" y="27135"/>
                  </a:lnTo>
                  <a:cubicBezTo>
                    <a:pt x="80506" y="27254"/>
                    <a:pt x="80645" y="27353"/>
                    <a:pt x="80765" y="27473"/>
                  </a:cubicBezTo>
                  <a:lnTo>
                    <a:pt x="81540" y="28169"/>
                  </a:lnTo>
                  <a:lnTo>
                    <a:pt x="82694" y="29144"/>
                  </a:lnTo>
                  <a:lnTo>
                    <a:pt x="83888" y="30059"/>
                  </a:lnTo>
                  <a:lnTo>
                    <a:pt x="84286" y="30337"/>
                  </a:lnTo>
                  <a:lnTo>
                    <a:pt x="84584" y="30556"/>
                  </a:lnTo>
                  <a:cubicBezTo>
                    <a:pt x="84763" y="30695"/>
                    <a:pt x="84922" y="30815"/>
                    <a:pt x="85081" y="30914"/>
                  </a:cubicBezTo>
                  <a:lnTo>
                    <a:pt x="85917" y="31431"/>
                  </a:lnTo>
                  <a:cubicBezTo>
                    <a:pt x="85956" y="31451"/>
                    <a:pt x="86016" y="31511"/>
                    <a:pt x="86056" y="31531"/>
                  </a:cubicBezTo>
                  <a:cubicBezTo>
                    <a:pt x="86136" y="31591"/>
                    <a:pt x="86235" y="31650"/>
                    <a:pt x="86315" y="31710"/>
                  </a:cubicBezTo>
                  <a:lnTo>
                    <a:pt x="86732" y="31949"/>
                  </a:lnTo>
                  <a:cubicBezTo>
                    <a:pt x="86832" y="32008"/>
                    <a:pt x="86931" y="32088"/>
                    <a:pt x="87031" y="32128"/>
                  </a:cubicBezTo>
                  <a:lnTo>
                    <a:pt x="87548" y="32426"/>
                  </a:lnTo>
                  <a:cubicBezTo>
                    <a:pt x="87687" y="32506"/>
                    <a:pt x="87846" y="32585"/>
                    <a:pt x="87986" y="32685"/>
                  </a:cubicBezTo>
                  <a:cubicBezTo>
                    <a:pt x="88383" y="32904"/>
                    <a:pt x="88821" y="33122"/>
                    <a:pt x="89219" y="33301"/>
                  </a:cubicBezTo>
                  <a:cubicBezTo>
                    <a:pt x="90214" y="33799"/>
                    <a:pt x="91288" y="34236"/>
                    <a:pt x="92601" y="34714"/>
                  </a:cubicBezTo>
                  <a:lnTo>
                    <a:pt x="93436" y="34992"/>
                  </a:lnTo>
                  <a:cubicBezTo>
                    <a:pt x="93615" y="35052"/>
                    <a:pt x="93814" y="35112"/>
                    <a:pt x="93993" y="35171"/>
                  </a:cubicBezTo>
                  <a:cubicBezTo>
                    <a:pt x="94093" y="35191"/>
                    <a:pt x="94192" y="35211"/>
                    <a:pt x="94292" y="35271"/>
                  </a:cubicBezTo>
                  <a:cubicBezTo>
                    <a:pt x="94709" y="35390"/>
                    <a:pt x="95127" y="35490"/>
                    <a:pt x="95525" y="35589"/>
                  </a:cubicBezTo>
                  <a:cubicBezTo>
                    <a:pt x="95684" y="35609"/>
                    <a:pt x="95823" y="35669"/>
                    <a:pt x="95982" y="35689"/>
                  </a:cubicBezTo>
                  <a:cubicBezTo>
                    <a:pt x="96917" y="35887"/>
                    <a:pt x="98131" y="36106"/>
                    <a:pt x="99384" y="36246"/>
                  </a:cubicBezTo>
                  <a:cubicBezTo>
                    <a:pt x="101473" y="36464"/>
                    <a:pt x="103681" y="36444"/>
                    <a:pt x="106088" y="36146"/>
                  </a:cubicBezTo>
                  <a:cubicBezTo>
                    <a:pt x="108216" y="35868"/>
                    <a:pt x="110405" y="35370"/>
                    <a:pt x="112633" y="34654"/>
                  </a:cubicBezTo>
                  <a:cubicBezTo>
                    <a:pt x="114841" y="33898"/>
                    <a:pt x="116969" y="32983"/>
                    <a:pt x="118958" y="31929"/>
                  </a:cubicBezTo>
                  <a:lnTo>
                    <a:pt x="119714" y="31511"/>
                  </a:lnTo>
                  <a:lnTo>
                    <a:pt x="120490" y="31073"/>
                  </a:lnTo>
                  <a:cubicBezTo>
                    <a:pt x="120868" y="30874"/>
                    <a:pt x="121206" y="30636"/>
                    <a:pt x="121584" y="30417"/>
                  </a:cubicBezTo>
                  <a:cubicBezTo>
                    <a:pt x="121743" y="30317"/>
                    <a:pt x="121883" y="30218"/>
                    <a:pt x="122042" y="30138"/>
                  </a:cubicBezTo>
                  <a:cubicBezTo>
                    <a:pt x="122201" y="30019"/>
                    <a:pt x="122400" y="29920"/>
                    <a:pt x="122579" y="29800"/>
                  </a:cubicBezTo>
                  <a:cubicBezTo>
                    <a:pt x="122897" y="29601"/>
                    <a:pt x="123255" y="29363"/>
                    <a:pt x="123574" y="29184"/>
                  </a:cubicBezTo>
                  <a:lnTo>
                    <a:pt x="125125" y="28149"/>
                  </a:lnTo>
                  <a:cubicBezTo>
                    <a:pt x="125483" y="27910"/>
                    <a:pt x="125861" y="27632"/>
                    <a:pt x="126239" y="27373"/>
                  </a:cubicBezTo>
                  <a:cubicBezTo>
                    <a:pt x="126359" y="27274"/>
                    <a:pt x="126518" y="27194"/>
                    <a:pt x="126637" y="27075"/>
                  </a:cubicBezTo>
                  <a:cubicBezTo>
                    <a:pt x="126816" y="26956"/>
                    <a:pt x="127015" y="26816"/>
                    <a:pt x="127174" y="26677"/>
                  </a:cubicBezTo>
                  <a:cubicBezTo>
                    <a:pt x="127512" y="26458"/>
                    <a:pt x="127831" y="26220"/>
                    <a:pt x="128169" y="25961"/>
                  </a:cubicBezTo>
                  <a:lnTo>
                    <a:pt x="129004" y="25364"/>
                  </a:lnTo>
                  <a:cubicBezTo>
                    <a:pt x="129740" y="24827"/>
                    <a:pt x="130516" y="24250"/>
                    <a:pt x="131272" y="23653"/>
                  </a:cubicBezTo>
                  <a:cubicBezTo>
                    <a:pt x="132386" y="22778"/>
                    <a:pt x="133560" y="21883"/>
                    <a:pt x="134674" y="20988"/>
                  </a:cubicBezTo>
                  <a:cubicBezTo>
                    <a:pt x="137677" y="18601"/>
                    <a:pt x="140801" y="16094"/>
                    <a:pt x="144003" y="13707"/>
                  </a:cubicBezTo>
                  <a:lnTo>
                    <a:pt x="144282" y="13488"/>
                  </a:lnTo>
                  <a:cubicBezTo>
                    <a:pt x="144461" y="13329"/>
                    <a:pt x="144640" y="13210"/>
                    <a:pt x="144839" y="13090"/>
                  </a:cubicBezTo>
                  <a:lnTo>
                    <a:pt x="145674" y="12454"/>
                  </a:lnTo>
                  <a:cubicBezTo>
                    <a:pt x="145873" y="12315"/>
                    <a:pt x="146072" y="12155"/>
                    <a:pt x="146271" y="12036"/>
                  </a:cubicBezTo>
                  <a:cubicBezTo>
                    <a:pt x="146649" y="11758"/>
                    <a:pt x="147007" y="11499"/>
                    <a:pt x="147365" y="11240"/>
                  </a:cubicBezTo>
                  <a:lnTo>
                    <a:pt x="149096" y="10047"/>
                  </a:lnTo>
                  <a:lnTo>
                    <a:pt x="149394" y="9828"/>
                  </a:lnTo>
                  <a:cubicBezTo>
                    <a:pt x="149553" y="9709"/>
                    <a:pt x="149752" y="9549"/>
                    <a:pt x="149951" y="9430"/>
                  </a:cubicBezTo>
                  <a:lnTo>
                    <a:pt x="150827" y="8853"/>
                  </a:lnTo>
                  <a:cubicBezTo>
                    <a:pt x="151025" y="8734"/>
                    <a:pt x="151224" y="8575"/>
                    <a:pt x="151443" y="8455"/>
                  </a:cubicBezTo>
                  <a:cubicBezTo>
                    <a:pt x="151821" y="8217"/>
                    <a:pt x="152219" y="7958"/>
                    <a:pt x="152597" y="7719"/>
                  </a:cubicBezTo>
                  <a:lnTo>
                    <a:pt x="154387" y="6625"/>
                  </a:lnTo>
                  <a:cubicBezTo>
                    <a:pt x="154487" y="6546"/>
                    <a:pt x="154606" y="6486"/>
                    <a:pt x="154706" y="6426"/>
                  </a:cubicBezTo>
                  <a:cubicBezTo>
                    <a:pt x="154905" y="6287"/>
                    <a:pt x="155103" y="6168"/>
                    <a:pt x="155302" y="6068"/>
                  </a:cubicBezTo>
                  <a:lnTo>
                    <a:pt x="156217" y="5571"/>
                  </a:lnTo>
                  <a:cubicBezTo>
                    <a:pt x="156456" y="5452"/>
                    <a:pt x="156655" y="5352"/>
                    <a:pt x="156874" y="5233"/>
                  </a:cubicBezTo>
                  <a:cubicBezTo>
                    <a:pt x="157272" y="4994"/>
                    <a:pt x="157670" y="4775"/>
                    <a:pt x="158067" y="4576"/>
                  </a:cubicBezTo>
                  <a:lnTo>
                    <a:pt x="159937" y="3661"/>
                  </a:lnTo>
                  <a:cubicBezTo>
                    <a:pt x="160037" y="3602"/>
                    <a:pt x="160156" y="3562"/>
                    <a:pt x="160256" y="3482"/>
                  </a:cubicBezTo>
                  <a:cubicBezTo>
                    <a:pt x="160455" y="3383"/>
                    <a:pt x="160654" y="3283"/>
                    <a:pt x="160872" y="3184"/>
                  </a:cubicBezTo>
                  <a:lnTo>
                    <a:pt x="161827" y="2766"/>
                  </a:lnTo>
                  <a:cubicBezTo>
                    <a:pt x="163120" y="2209"/>
                    <a:pt x="164433" y="1712"/>
                    <a:pt x="165706" y="1314"/>
                  </a:cubicBezTo>
                  <a:cubicBezTo>
                    <a:pt x="168551" y="419"/>
                    <a:pt x="171137" y="1"/>
                    <a:pt x="173663" y="21"/>
                  </a:cubicBezTo>
                  <a:cubicBezTo>
                    <a:pt x="175016" y="61"/>
                    <a:pt x="176369" y="200"/>
                    <a:pt x="177602" y="498"/>
                  </a:cubicBezTo>
                  <a:cubicBezTo>
                    <a:pt x="178935" y="856"/>
                    <a:pt x="180168" y="1294"/>
                    <a:pt x="181342" y="1871"/>
                  </a:cubicBezTo>
                  <a:cubicBezTo>
                    <a:pt x="183729" y="3064"/>
                    <a:pt x="185977" y="4676"/>
                    <a:pt x="188006" y="6267"/>
                  </a:cubicBezTo>
                  <a:cubicBezTo>
                    <a:pt x="188404" y="6585"/>
                    <a:pt x="188822" y="6924"/>
                    <a:pt x="189219" y="7242"/>
                  </a:cubicBezTo>
                  <a:cubicBezTo>
                    <a:pt x="189836" y="7739"/>
                    <a:pt x="190493" y="8256"/>
                    <a:pt x="191109" y="8734"/>
                  </a:cubicBezTo>
                  <a:cubicBezTo>
                    <a:pt x="192024" y="9450"/>
                    <a:pt x="193099" y="10305"/>
                    <a:pt x="194173" y="11022"/>
                  </a:cubicBezTo>
                  <a:cubicBezTo>
                    <a:pt x="194551" y="11300"/>
                    <a:pt x="194949" y="11539"/>
                    <a:pt x="195307" y="11758"/>
                  </a:cubicBezTo>
                  <a:cubicBezTo>
                    <a:pt x="195466" y="11857"/>
                    <a:pt x="195585" y="11937"/>
                    <a:pt x="195744" y="12036"/>
                  </a:cubicBezTo>
                  <a:lnTo>
                    <a:pt x="196540" y="12494"/>
                  </a:lnTo>
                  <a:cubicBezTo>
                    <a:pt x="196779" y="12633"/>
                    <a:pt x="197057" y="12792"/>
                    <a:pt x="197336" y="12911"/>
                  </a:cubicBezTo>
                  <a:lnTo>
                    <a:pt x="197634" y="13051"/>
                  </a:lnTo>
                  <a:cubicBezTo>
                    <a:pt x="197813" y="13130"/>
                    <a:pt x="197972" y="13230"/>
                    <a:pt x="198151" y="13309"/>
                  </a:cubicBezTo>
                  <a:lnTo>
                    <a:pt x="198967" y="13647"/>
                  </a:lnTo>
                  <a:cubicBezTo>
                    <a:pt x="199146" y="13727"/>
                    <a:pt x="199325" y="13807"/>
                    <a:pt x="199504" y="13846"/>
                  </a:cubicBezTo>
                  <a:cubicBezTo>
                    <a:pt x="199603" y="13886"/>
                    <a:pt x="199703" y="13926"/>
                    <a:pt x="199802" y="13946"/>
                  </a:cubicBezTo>
                  <a:lnTo>
                    <a:pt x="200220" y="14105"/>
                  </a:lnTo>
                  <a:lnTo>
                    <a:pt x="200638" y="14224"/>
                  </a:lnTo>
                  <a:cubicBezTo>
                    <a:pt x="205074" y="15637"/>
                    <a:pt x="209948" y="15477"/>
                    <a:pt x="214762" y="13707"/>
                  </a:cubicBezTo>
                  <a:lnTo>
                    <a:pt x="214762" y="13926"/>
                  </a:lnTo>
                  <a:cubicBezTo>
                    <a:pt x="209908" y="15696"/>
                    <a:pt x="205034" y="15875"/>
                    <a:pt x="200598" y="14443"/>
                  </a:cubicBezTo>
                  <a:lnTo>
                    <a:pt x="200041" y="14383"/>
                  </a:lnTo>
                  <a:lnTo>
                    <a:pt x="199623" y="14224"/>
                  </a:lnTo>
                  <a:cubicBezTo>
                    <a:pt x="199524" y="14184"/>
                    <a:pt x="199424" y="14145"/>
                    <a:pt x="199325" y="14125"/>
                  </a:cubicBezTo>
                  <a:cubicBezTo>
                    <a:pt x="199146" y="14065"/>
                    <a:pt x="198967" y="14005"/>
                    <a:pt x="198788" y="13926"/>
                  </a:cubicBezTo>
                  <a:lnTo>
                    <a:pt x="197972" y="13588"/>
                  </a:lnTo>
                  <a:cubicBezTo>
                    <a:pt x="197793" y="13508"/>
                    <a:pt x="197634" y="13429"/>
                    <a:pt x="197455" y="13329"/>
                  </a:cubicBezTo>
                  <a:lnTo>
                    <a:pt x="197157" y="13190"/>
                  </a:lnTo>
                  <a:cubicBezTo>
                    <a:pt x="196878" y="13051"/>
                    <a:pt x="196600" y="12911"/>
                    <a:pt x="196361" y="12772"/>
                  </a:cubicBezTo>
                  <a:lnTo>
                    <a:pt x="195565" y="12315"/>
                  </a:lnTo>
                  <a:cubicBezTo>
                    <a:pt x="195406" y="12215"/>
                    <a:pt x="195287" y="12136"/>
                    <a:pt x="195147" y="12036"/>
                  </a:cubicBezTo>
                  <a:cubicBezTo>
                    <a:pt x="194769" y="11817"/>
                    <a:pt x="194372" y="11559"/>
                    <a:pt x="193994" y="11300"/>
                  </a:cubicBezTo>
                  <a:cubicBezTo>
                    <a:pt x="192900" y="10544"/>
                    <a:pt x="191825" y="9729"/>
                    <a:pt x="190910" y="9012"/>
                  </a:cubicBezTo>
                  <a:cubicBezTo>
                    <a:pt x="190294" y="8515"/>
                    <a:pt x="189637" y="8018"/>
                    <a:pt x="189020" y="7520"/>
                  </a:cubicBezTo>
                  <a:cubicBezTo>
                    <a:pt x="188623" y="7202"/>
                    <a:pt x="188225" y="6864"/>
                    <a:pt x="187807" y="6546"/>
                  </a:cubicBezTo>
                  <a:cubicBezTo>
                    <a:pt x="185758" y="4954"/>
                    <a:pt x="183530" y="3343"/>
                    <a:pt x="181143" y="2149"/>
                  </a:cubicBezTo>
                  <a:cubicBezTo>
                    <a:pt x="179969" y="1572"/>
                    <a:pt x="178736" y="1115"/>
                    <a:pt x="177443" y="777"/>
                  </a:cubicBezTo>
                  <a:cubicBezTo>
                    <a:pt x="176190" y="478"/>
                    <a:pt x="174877" y="299"/>
                    <a:pt x="173504" y="299"/>
                  </a:cubicBezTo>
                  <a:cubicBezTo>
                    <a:pt x="171018" y="279"/>
                    <a:pt x="168432" y="697"/>
                    <a:pt x="165607" y="1592"/>
                  </a:cubicBezTo>
                  <a:cubicBezTo>
                    <a:pt x="164334" y="1990"/>
                    <a:pt x="163041" y="2468"/>
                    <a:pt x="161748" y="3045"/>
                  </a:cubicBezTo>
                  <a:lnTo>
                    <a:pt x="160793" y="3462"/>
                  </a:lnTo>
                  <a:lnTo>
                    <a:pt x="160196" y="3761"/>
                  </a:lnTo>
                  <a:cubicBezTo>
                    <a:pt x="160097" y="3820"/>
                    <a:pt x="159977" y="3860"/>
                    <a:pt x="159878" y="3940"/>
                  </a:cubicBezTo>
                  <a:lnTo>
                    <a:pt x="158008" y="4855"/>
                  </a:lnTo>
                  <a:cubicBezTo>
                    <a:pt x="157610" y="5054"/>
                    <a:pt x="157212" y="5273"/>
                    <a:pt x="156814" y="5511"/>
                  </a:cubicBezTo>
                  <a:cubicBezTo>
                    <a:pt x="156595" y="5631"/>
                    <a:pt x="156396" y="5750"/>
                    <a:pt x="156178" y="5849"/>
                  </a:cubicBezTo>
                  <a:lnTo>
                    <a:pt x="155263" y="6347"/>
                  </a:lnTo>
                  <a:cubicBezTo>
                    <a:pt x="155064" y="6446"/>
                    <a:pt x="154865" y="6566"/>
                    <a:pt x="154686" y="6705"/>
                  </a:cubicBezTo>
                  <a:cubicBezTo>
                    <a:pt x="154586" y="6764"/>
                    <a:pt x="154467" y="6824"/>
                    <a:pt x="154367" y="6904"/>
                  </a:cubicBezTo>
                  <a:lnTo>
                    <a:pt x="152577" y="7998"/>
                  </a:lnTo>
                  <a:cubicBezTo>
                    <a:pt x="152199" y="8237"/>
                    <a:pt x="151801" y="8495"/>
                    <a:pt x="151423" y="8734"/>
                  </a:cubicBezTo>
                  <a:cubicBezTo>
                    <a:pt x="151224" y="8853"/>
                    <a:pt x="151025" y="9012"/>
                    <a:pt x="150807" y="9132"/>
                  </a:cubicBezTo>
                  <a:lnTo>
                    <a:pt x="149931" y="9709"/>
                  </a:lnTo>
                  <a:cubicBezTo>
                    <a:pt x="149732" y="9828"/>
                    <a:pt x="149553" y="9947"/>
                    <a:pt x="149394" y="10087"/>
                  </a:cubicBezTo>
                  <a:lnTo>
                    <a:pt x="149096" y="10305"/>
                  </a:lnTo>
                  <a:lnTo>
                    <a:pt x="147365" y="11499"/>
                  </a:lnTo>
                  <a:cubicBezTo>
                    <a:pt x="147007" y="11777"/>
                    <a:pt x="146649" y="12016"/>
                    <a:pt x="146271" y="12295"/>
                  </a:cubicBezTo>
                  <a:cubicBezTo>
                    <a:pt x="146072" y="12434"/>
                    <a:pt x="145873" y="12593"/>
                    <a:pt x="145674" y="12712"/>
                  </a:cubicBezTo>
                  <a:lnTo>
                    <a:pt x="144839" y="13289"/>
                  </a:lnTo>
                  <a:cubicBezTo>
                    <a:pt x="144660" y="13409"/>
                    <a:pt x="144501" y="13548"/>
                    <a:pt x="144302" y="13687"/>
                  </a:cubicBezTo>
                  <a:lnTo>
                    <a:pt x="144003" y="13906"/>
                  </a:lnTo>
                  <a:cubicBezTo>
                    <a:pt x="140821" y="16293"/>
                    <a:pt x="137677" y="18800"/>
                    <a:pt x="134674" y="21187"/>
                  </a:cubicBezTo>
                  <a:cubicBezTo>
                    <a:pt x="133560" y="22062"/>
                    <a:pt x="132406" y="22977"/>
                    <a:pt x="131272" y="23852"/>
                  </a:cubicBezTo>
                  <a:cubicBezTo>
                    <a:pt x="130516" y="24449"/>
                    <a:pt x="129740" y="25026"/>
                    <a:pt x="129004" y="25563"/>
                  </a:cubicBezTo>
                  <a:lnTo>
                    <a:pt x="128189" y="26160"/>
                  </a:lnTo>
                  <a:cubicBezTo>
                    <a:pt x="127850" y="26418"/>
                    <a:pt x="127532" y="26637"/>
                    <a:pt x="127194" y="26876"/>
                  </a:cubicBezTo>
                  <a:cubicBezTo>
                    <a:pt x="127015" y="27015"/>
                    <a:pt x="126816" y="27155"/>
                    <a:pt x="126637" y="27274"/>
                  </a:cubicBezTo>
                  <a:cubicBezTo>
                    <a:pt x="126518" y="27373"/>
                    <a:pt x="126359" y="27473"/>
                    <a:pt x="126239" y="27592"/>
                  </a:cubicBezTo>
                  <a:cubicBezTo>
                    <a:pt x="125861" y="27851"/>
                    <a:pt x="125503" y="28109"/>
                    <a:pt x="125125" y="28388"/>
                  </a:cubicBezTo>
                  <a:lnTo>
                    <a:pt x="123574" y="29402"/>
                  </a:lnTo>
                  <a:cubicBezTo>
                    <a:pt x="123255" y="29621"/>
                    <a:pt x="122917" y="29820"/>
                    <a:pt x="122579" y="30019"/>
                  </a:cubicBezTo>
                  <a:cubicBezTo>
                    <a:pt x="122420" y="30138"/>
                    <a:pt x="122221" y="30238"/>
                    <a:pt x="122042" y="30377"/>
                  </a:cubicBezTo>
                  <a:cubicBezTo>
                    <a:pt x="121883" y="30477"/>
                    <a:pt x="121743" y="30536"/>
                    <a:pt x="121584" y="30636"/>
                  </a:cubicBezTo>
                  <a:cubicBezTo>
                    <a:pt x="121246" y="30874"/>
                    <a:pt x="120868" y="31093"/>
                    <a:pt x="120490" y="31292"/>
                  </a:cubicBezTo>
                  <a:lnTo>
                    <a:pt x="119734" y="31730"/>
                  </a:lnTo>
                  <a:lnTo>
                    <a:pt x="118958" y="32167"/>
                  </a:lnTo>
                  <a:cubicBezTo>
                    <a:pt x="116969" y="33202"/>
                    <a:pt x="114821" y="34117"/>
                    <a:pt x="112613" y="34873"/>
                  </a:cubicBezTo>
                  <a:cubicBezTo>
                    <a:pt x="110365" y="35589"/>
                    <a:pt x="108177" y="36086"/>
                    <a:pt x="106068" y="36365"/>
                  </a:cubicBezTo>
                  <a:cubicBezTo>
                    <a:pt x="105014" y="36484"/>
                    <a:pt x="103939" y="36564"/>
                    <a:pt x="102885" y="36584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" name="Google Shape;21;p2"/>
            <p:cNvSpPr/>
            <p:nvPr/>
          </p:nvSpPr>
          <p:spPr>
            <a:xfrm rot="1459200">
              <a:off x="3528720" y="393120"/>
              <a:ext cx="8867880" cy="1503000"/>
            </a:xfrm>
            <a:custGeom>
              <a:avLst/>
              <a:gdLst>
                <a:gd name="textAreaLeft" fmla="*/ 0 w 8867880"/>
                <a:gd name="textAreaRight" fmla="*/ 8868240 w 8867880"/>
                <a:gd name="textAreaTop" fmla="*/ 0 h 1503000"/>
                <a:gd name="textAreaBottom" fmla="*/ 1503360 h 1503000"/>
              </a:gdLst>
              <a:ahLst/>
              <a:cxnLst/>
              <a:rect l="textAreaLeft" t="textAreaTop" r="textAreaRight" b="textAreaBottom"/>
              <a:pathLst>
                <a:path w="213230" h="36146">
                  <a:moveTo>
                    <a:pt x="101910" y="36125"/>
                  </a:moveTo>
                  <a:cubicBezTo>
                    <a:pt x="100657" y="36145"/>
                    <a:pt x="99464" y="36086"/>
                    <a:pt x="98290" y="35946"/>
                  </a:cubicBezTo>
                  <a:cubicBezTo>
                    <a:pt x="97275" y="35847"/>
                    <a:pt x="96181" y="35688"/>
                    <a:pt x="94749" y="35350"/>
                  </a:cubicBezTo>
                  <a:cubicBezTo>
                    <a:pt x="94590" y="35310"/>
                    <a:pt x="94451" y="35290"/>
                    <a:pt x="94272" y="35230"/>
                  </a:cubicBezTo>
                  <a:cubicBezTo>
                    <a:pt x="93854" y="35131"/>
                    <a:pt x="93376" y="35011"/>
                    <a:pt x="92939" y="34892"/>
                  </a:cubicBezTo>
                  <a:cubicBezTo>
                    <a:pt x="92839" y="34852"/>
                    <a:pt x="92740" y="34813"/>
                    <a:pt x="92620" y="34773"/>
                  </a:cubicBezTo>
                  <a:cubicBezTo>
                    <a:pt x="92422" y="34733"/>
                    <a:pt x="92223" y="34673"/>
                    <a:pt x="92044" y="34614"/>
                  </a:cubicBezTo>
                  <a:lnTo>
                    <a:pt x="91148" y="34315"/>
                  </a:lnTo>
                  <a:cubicBezTo>
                    <a:pt x="89756" y="33818"/>
                    <a:pt x="88622" y="33321"/>
                    <a:pt x="87568" y="32783"/>
                  </a:cubicBezTo>
                  <a:cubicBezTo>
                    <a:pt x="87130" y="32585"/>
                    <a:pt x="86673" y="32346"/>
                    <a:pt x="86255" y="32087"/>
                  </a:cubicBezTo>
                  <a:cubicBezTo>
                    <a:pt x="86116" y="32028"/>
                    <a:pt x="85956" y="31928"/>
                    <a:pt x="85817" y="31848"/>
                  </a:cubicBezTo>
                  <a:cubicBezTo>
                    <a:pt x="85618" y="31749"/>
                    <a:pt x="85439" y="31630"/>
                    <a:pt x="85240" y="31490"/>
                  </a:cubicBezTo>
                  <a:cubicBezTo>
                    <a:pt x="85141" y="31431"/>
                    <a:pt x="85041" y="31371"/>
                    <a:pt x="84942" y="31331"/>
                  </a:cubicBezTo>
                  <a:lnTo>
                    <a:pt x="84484" y="31053"/>
                  </a:lnTo>
                  <a:cubicBezTo>
                    <a:pt x="84385" y="30993"/>
                    <a:pt x="84285" y="30933"/>
                    <a:pt x="84226" y="30874"/>
                  </a:cubicBezTo>
                  <a:cubicBezTo>
                    <a:pt x="84166" y="30854"/>
                    <a:pt x="84126" y="30794"/>
                    <a:pt x="84067" y="30774"/>
                  </a:cubicBezTo>
                  <a:lnTo>
                    <a:pt x="83191" y="30197"/>
                  </a:lnTo>
                  <a:cubicBezTo>
                    <a:pt x="82992" y="30078"/>
                    <a:pt x="82833" y="29939"/>
                    <a:pt x="82654" y="29800"/>
                  </a:cubicBezTo>
                  <a:lnTo>
                    <a:pt x="82356" y="29581"/>
                  </a:lnTo>
                  <a:lnTo>
                    <a:pt x="81938" y="29282"/>
                  </a:lnTo>
                  <a:lnTo>
                    <a:pt x="80665" y="28288"/>
                  </a:lnTo>
                  <a:lnTo>
                    <a:pt x="79412" y="27253"/>
                  </a:lnTo>
                  <a:lnTo>
                    <a:pt x="79014" y="26875"/>
                  </a:lnTo>
                  <a:cubicBezTo>
                    <a:pt x="78914" y="26776"/>
                    <a:pt x="78815" y="26696"/>
                    <a:pt x="78715" y="26617"/>
                  </a:cubicBezTo>
                  <a:cubicBezTo>
                    <a:pt x="78556" y="26477"/>
                    <a:pt x="78377" y="26298"/>
                    <a:pt x="78198" y="26159"/>
                  </a:cubicBezTo>
                  <a:lnTo>
                    <a:pt x="77403" y="25403"/>
                  </a:lnTo>
                  <a:cubicBezTo>
                    <a:pt x="75572" y="23613"/>
                    <a:pt x="73782" y="21683"/>
                    <a:pt x="72051" y="19833"/>
                  </a:cubicBezTo>
                  <a:cubicBezTo>
                    <a:pt x="71813" y="19555"/>
                    <a:pt x="71554" y="19296"/>
                    <a:pt x="71315" y="19038"/>
                  </a:cubicBezTo>
                  <a:cubicBezTo>
                    <a:pt x="70201" y="17844"/>
                    <a:pt x="69227" y="16869"/>
                    <a:pt x="68252" y="15934"/>
                  </a:cubicBezTo>
                  <a:cubicBezTo>
                    <a:pt x="67337" y="15099"/>
                    <a:pt x="66203" y="14025"/>
                    <a:pt x="65009" y="13070"/>
                  </a:cubicBezTo>
                  <a:cubicBezTo>
                    <a:pt x="63876" y="12194"/>
                    <a:pt x="62722" y="11399"/>
                    <a:pt x="61548" y="10703"/>
                  </a:cubicBezTo>
                  <a:cubicBezTo>
                    <a:pt x="60434" y="10046"/>
                    <a:pt x="59201" y="9449"/>
                    <a:pt x="57908" y="8912"/>
                  </a:cubicBezTo>
                  <a:cubicBezTo>
                    <a:pt x="57808" y="8872"/>
                    <a:pt x="57689" y="8813"/>
                    <a:pt x="57589" y="8793"/>
                  </a:cubicBezTo>
                  <a:cubicBezTo>
                    <a:pt x="57391" y="8713"/>
                    <a:pt x="57192" y="8614"/>
                    <a:pt x="56993" y="8574"/>
                  </a:cubicBezTo>
                  <a:lnTo>
                    <a:pt x="56078" y="8256"/>
                  </a:lnTo>
                  <a:lnTo>
                    <a:pt x="55163" y="7918"/>
                  </a:lnTo>
                  <a:cubicBezTo>
                    <a:pt x="54964" y="7858"/>
                    <a:pt x="54765" y="7798"/>
                    <a:pt x="54566" y="7758"/>
                  </a:cubicBezTo>
                  <a:cubicBezTo>
                    <a:pt x="54466" y="7719"/>
                    <a:pt x="54327" y="7699"/>
                    <a:pt x="54228" y="7659"/>
                  </a:cubicBezTo>
                  <a:cubicBezTo>
                    <a:pt x="52974" y="7301"/>
                    <a:pt x="51701" y="7062"/>
                    <a:pt x="50508" y="6883"/>
                  </a:cubicBezTo>
                  <a:cubicBezTo>
                    <a:pt x="49294" y="6704"/>
                    <a:pt x="48041" y="6585"/>
                    <a:pt x="46808" y="6505"/>
                  </a:cubicBezTo>
                  <a:cubicBezTo>
                    <a:pt x="45674" y="6465"/>
                    <a:pt x="44480" y="6426"/>
                    <a:pt x="43147" y="6485"/>
                  </a:cubicBezTo>
                  <a:cubicBezTo>
                    <a:pt x="42053" y="6505"/>
                    <a:pt x="40880" y="6605"/>
                    <a:pt x="39587" y="6724"/>
                  </a:cubicBezTo>
                  <a:cubicBezTo>
                    <a:pt x="39109" y="6784"/>
                    <a:pt x="38632" y="6823"/>
                    <a:pt x="38174" y="6903"/>
                  </a:cubicBezTo>
                  <a:lnTo>
                    <a:pt x="37518" y="6983"/>
                  </a:lnTo>
                  <a:cubicBezTo>
                    <a:pt x="37040" y="7062"/>
                    <a:pt x="36583" y="7102"/>
                    <a:pt x="36105" y="7201"/>
                  </a:cubicBezTo>
                  <a:cubicBezTo>
                    <a:pt x="32127" y="7818"/>
                    <a:pt x="28089" y="8793"/>
                    <a:pt x="23016" y="10364"/>
                  </a:cubicBezTo>
                  <a:cubicBezTo>
                    <a:pt x="20927" y="10961"/>
                    <a:pt x="18878" y="11637"/>
                    <a:pt x="16889" y="12294"/>
                  </a:cubicBezTo>
                  <a:cubicBezTo>
                    <a:pt x="14920" y="12950"/>
                    <a:pt x="12950" y="13667"/>
                    <a:pt x="11021" y="14422"/>
                  </a:cubicBezTo>
                  <a:cubicBezTo>
                    <a:pt x="10842" y="14482"/>
                    <a:pt x="10663" y="14542"/>
                    <a:pt x="10523" y="14621"/>
                  </a:cubicBezTo>
                  <a:cubicBezTo>
                    <a:pt x="10225" y="14741"/>
                    <a:pt x="9887" y="14840"/>
                    <a:pt x="9588" y="14960"/>
                  </a:cubicBezTo>
                  <a:lnTo>
                    <a:pt x="8176" y="15517"/>
                  </a:lnTo>
                  <a:lnTo>
                    <a:pt x="6784" y="16074"/>
                  </a:lnTo>
                  <a:lnTo>
                    <a:pt x="5888" y="16452"/>
                  </a:lnTo>
                  <a:cubicBezTo>
                    <a:pt x="5749" y="16531"/>
                    <a:pt x="5570" y="16571"/>
                    <a:pt x="5391" y="16650"/>
                  </a:cubicBezTo>
                  <a:cubicBezTo>
                    <a:pt x="3581" y="17406"/>
                    <a:pt x="1810" y="18202"/>
                    <a:pt x="100" y="19018"/>
                  </a:cubicBezTo>
                  <a:lnTo>
                    <a:pt x="0" y="18898"/>
                  </a:lnTo>
                  <a:cubicBezTo>
                    <a:pt x="1711" y="18103"/>
                    <a:pt x="3501" y="17307"/>
                    <a:pt x="5292" y="16531"/>
                  </a:cubicBezTo>
                  <a:cubicBezTo>
                    <a:pt x="5471" y="16452"/>
                    <a:pt x="5630" y="16412"/>
                    <a:pt x="5769" y="16332"/>
                  </a:cubicBezTo>
                  <a:lnTo>
                    <a:pt x="6664" y="15954"/>
                  </a:lnTo>
                  <a:lnTo>
                    <a:pt x="8057" y="15377"/>
                  </a:lnTo>
                  <a:lnTo>
                    <a:pt x="9469" y="14840"/>
                  </a:lnTo>
                  <a:cubicBezTo>
                    <a:pt x="9767" y="14721"/>
                    <a:pt x="10086" y="14582"/>
                    <a:pt x="10384" y="14482"/>
                  </a:cubicBezTo>
                  <a:cubicBezTo>
                    <a:pt x="10563" y="14422"/>
                    <a:pt x="10742" y="14363"/>
                    <a:pt x="10881" y="14283"/>
                  </a:cubicBezTo>
                  <a:cubicBezTo>
                    <a:pt x="12831" y="13547"/>
                    <a:pt x="14820" y="12831"/>
                    <a:pt x="16790" y="12175"/>
                  </a:cubicBezTo>
                  <a:cubicBezTo>
                    <a:pt x="18799" y="11498"/>
                    <a:pt x="20868" y="10842"/>
                    <a:pt x="22916" y="10245"/>
                  </a:cubicBezTo>
                  <a:cubicBezTo>
                    <a:pt x="28009" y="8673"/>
                    <a:pt x="32047" y="7679"/>
                    <a:pt x="36026" y="7082"/>
                  </a:cubicBezTo>
                  <a:lnTo>
                    <a:pt x="37458" y="6863"/>
                  </a:lnTo>
                  <a:lnTo>
                    <a:pt x="38095" y="6784"/>
                  </a:lnTo>
                  <a:cubicBezTo>
                    <a:pt x="38572" y="6744"/>
                    <a:pt x="39049" y="6664"/>
                    <a:pt x="39507" y="6605"/>
                  </a:cubicBezTo>
                  <a:cubicBezTo>
                    <a:pt x="40800" y="6485"/>
                    <a:pt x="41974" y="6386"/>
                    <a:pt x="43088" y="6366"/>
                  </a:cubicBezTo>
                  <a:cubicBezTo>
                    <a:pt x="44440" y="6306"/>
                    <a:pt x="45634" y="6326"/>
                    <a:pt x="46748" y="6386"/>
                  </a:cubicBezTo>
                  <a:cubicBezTo>
                    <a:pt x="48021" y="6465"/>
                    <a:pt x="49254" y="6565"/>
                    <a:pt x="50488" y="6744"/>
                  </a:cubicBezTo>
                  <a:cubicBezTo>
                    <a:pt x="51701" y="6903"/>
                    <a:pt x="52974" y="7182"/>
                    <a:pt x="54228" y="7500"/>
                  </a:cubicBezTo>
                  <a:cubicBezTo>
                    <a:pt x="54367" y="7540"/>
                    <a:pt x="54466" y="7559"/>
                    <a:pt x="54566" y="7599"/>
                  </a:cubicBezTo>
                  <a:cubicBezTo>
                    <a:pt x="54765" y="7659"/>
                    <a:pt x="54964" y="7699"/>
                    <a:pt x="55163" y="7778"/>
                  </a:cubicBezTo>
                  <a:lnTo>
                    <a:pt x="56097" y="8077"/>
                  </a:lnTo>
                  <a:lnTo>
                    <a:pt x="57052" y="8395"/>
                  </a:lnTo>
                  <a:lnTo>
                    <a:pt x="57629" y="8614"/>
                  </a:lnTo>
                  <a:cubicBezTo>
                    <a:pt x="57729" y="8673"/>
                    <a:pt x="57868" y="8713"/>
                    <a:pt x="57967" y="8753"/>
                  </a:cubicBezTo>
                  <a:cubicBezTo>
                    <a:pt x="59241" y="9310"/>
                    <a:pt x="60454" y="9907"/>
                    <a:pt x="61588" y="10583"/>
                  </a:cubicBezTo>
                  <a:cubicBezTo>
                    <a:pt x="62762" y="11279"/>
                    <a:pt x="63935" y="12075"/>
                    <a:pt x="65049" y="12950"/>
                  </a:cubicBezTo>
                  <a:cubicBezTo>
                    <a:pt x="66263" y="13885"/>
                    <a:pt x="67416" y="14960"/>
                    <a:pt x="68292" y="15795"/>
                  </a:cubicBezTo>
                  <a:cubicBezTo>
                    <a:pt x="69286" y="16730"/>
                    <a:pt x="70221" y="17725"/>
                    <a:pt x="71335" y="18898"/>
                  </a:cubicBezTo>
                  <a:cubicBezTo>
                    <a:pt x="71594" y="19177"/>
                    <a:pt x="71833" y="19435"/>
                    <a:pt x="72091" y="19694"/>
                  </a:cubicBezTo>
                  <a:cubicBezTo>
                    <a:pt x="73802" y="21544"/>
                    <a:pt x="75592" y="23474"/>
                    <a:pt x="77442" y="25264"/>
                  </a:cubicBezTo>
                  <a:lnTo>
                    <a:pt x="78238" y="26000"/>
                  </a:lnTo>
                  <a:cubicBezTo>
                    <a:pt x="78397" y="26179"/>
                    <a:pt x="78576" y="26338"/>
                    <a:pt x="78755" y="26477"/>
                  </a:cubicBezTo>
                  <a:cubicBezTo>
                    <a:pt x="78855" y="26557"/>
                    <a:pt x="78954" y="26656"/>
                    <a:pt x="79054" y="26736"/>
                  </a:cubicBezTo>
                  <a:lnTo>
                    <a:pt x="79452" y="27094"/>
                  </a:lnTo>
                  <a:lnTo>
                    <a:pt x="80685" y="28148"/>
                  </a:lnTo>
                  <a:lnTo>
                    <a:pt x="81958" y="29123"/>
                  </a:lnTo>
                  <a:lnTo>
                    <a:pt x="82376" y="29422"/>
                  </a:lnTo>
                  <a:lnTo>
                    <a:pt x="82674" y="29640"/>
                  </a:lnTo>
                  <a:cubicBezTo>
                    <a:pt x="82853" y="29760"/>
                    <a:pt x="83052" y="29919"/>
                    <a:pt x="83231" y="30038"/>
                  </a:cubicBezTo>
                  <a:lnTo>
                    <a:pt x="84087" y="30615"/>
                  </a:lnTo>
                  <a:cubicBezTo>
                    <a:pt x="84146" y="30635"/>
                    <a:pt x="84186" y="30675"/>
                    <a:pt x="84246" y="30715"/>
                  </a:cubicBezTo>
                  <a:cubicBezTo>
                    <a:pt x="84345" y="30754"/>
                    <a:pt x="84425" y="30834"/>
                    <a:pt x="84524" y="30874"/>
                  </a:cubicBezTo>
                  <a:lnTo>
                    <a:pt x="84962" y="31152"/>
                  </a:lnTo>
                  <a:cubicBezTo>
                    <a:pt x="85061" y="31212"/>
                    <a:pt x="85161" y="31272"/>
                    <a:pt x="85260" y="31331"/>
                  </a:cubicBezTo>
                  <a:cubicBezTo>
                    <a:pt x="85439" y="31451"/>
                    <a:pt x="85638" y="31550"/>
                    <a:pt x="85837" y="31650"/>
                  </a:cubicBezTo>
                  <a:cubicBezTo>
                    <a:pt x="85976" y="31729"/>
                    <a:pt x="86135" y="31809"/>
                    <a:pt x="86275" y="31908"/>
                  </a:cubicBezTo>
                  <a:cubicBezTo>
                    <a:pt x="86712" y="32147"/>
                    <a:pt x="87150" y="32366"/>
                    <a:pt x="87608" y="32604"/>
                  </a:cubicBezTo>
                  <a:cubicBezTo>
                    <a:pt x="88642" y="33122"/>
                    <a:pt x="89756" y="33619"/>
                    <a:pt x="91148" y="34116"/>
                  </a:cubicBezTo>
                  <a:lnTo>
                    <a:pt x="92044" y="34415"/>
                  </a:lnTo>
                  <a:cubicBezTo>
                    <a:pt x="92262" y="34494"/>
                    <a:pt x="92441" y="34534"/>
                    <a:pt x="92620" y="34594"/>
                  </a:cubicBezTo>
                  <a:cubicBezTo>
                    <a:pt x="92720" y="34614"/>
                    <a:pt x="92859" y="34633"/>
                    <a:pt x="92959" y="34693"/>
                  </a:cubicBezTo>
                  <a:cubicBezTo>
                    <a:pt x="93396" y="34832"/>
                    <a:pt x="93854" y="34932"/>
                    <a:pt x="94272" y="35031"/>
                  </a:cubicBezTo>
                  <a:cubicBezTo>
                    <a:pt x="94411" y="35091"/>
                    <a:pt x="94570" y="35111"/>
                    <a:pt x="94749" y="35151"/>
                  </a:cubicBezTo>
                  <a:cubicBezTo>
                    <a:pt x="96181" y="35449"/>
                    <a:pt x="97275" y="35648"/>
                    <a:pt x="98270" y="35728"/>
                  </a:cubicBezTo>
                  <a:cubicBezTo>
                    <a:pt x="100438" y="35986"/>
                    <a:pt x="102706" y="35946"/>
                    <a:pt x="105213" y="35688"/>
                  </a:cubicBezTo>
                  <a:cubicBezTo>
                    <a:pt x="107381" y="35409"/>
                    <a:pt x="109629" y="34912"/>
                    <a:pt x="111896" y="34196"/>
                  </a:cubicBezTo>
                  <a:cubicBezTo>
                    <a:pt x="114164" y="33440"/>
                    <a:pt x="116333" y="32525"/>
                    <a:pt x="118342" y="31451"/>
                  </a:cubicBezTo>
                  <a:cubicBezTo>
                    <a:pt x="122818" y="29024"/>
                    <a:pt x="127094" y="25881"/>
                    <a:pt x="130755" y="23096"/>
                  </a:cubicBezTo>
                  <a:cubicBezTo>
                    <a:pt x="131869" y="22220"/>
                    <a:pt x="133003" y="21325"/>
                    <a:pt x="134136" y="20430"/>
                  </a:cubicBezTo>
                  <a:cubicBezTo>
                    <a:pt x="137120" y="18083"/>
                    <a:pt x="140224" y="15556"/>
                    <a:pt x="143387" y="13209"/>
                  </a:cubicBezTo>
                  <a:cubicBezTo>
                    <a:pt x="143924" y="12771"/>
                    <a:pt x="144520" y="12354"/>
                    <a:pt x="145018" y="11976"/>
                  </a:cubicBezTo>
                  <a:cubicBezTo>
                    <a:pt x="145217" y="11836"/>
                    <a:pt x="145416" y="11717"/>
                    <a:pt x="145595" y="11558"/>
                  </a:cubicBezTo>
                  <a:cubicBezTo>
                    <a:pt x="145933" y="11279"/>
                    <a:pt x="146311" y="11041"/>
                    <a:pt x="146669" y="10762"/>
                  </a:cubicBezTo>
                  <a:lnTo>
                    <a:pt x="148360" y="9589"/>
                  </a:lnTo>
                  <a:cubicBezTo>
                    <a:pt x="148459" y="9529"/>
                    <a:pt x="148559" y="9449"/>
                    <a:pt x="148658" y="9390"/>
                  </a:cubicBezTo>
                  <a:cubicBezTo>
                    <a:pt x="148817" y="9270"/>
                    <a:pt x="149016" y="9151"/>
                    <a:pt x="149195" y="9032"/>
                  </a:cubicBezTo>
                  <a:lnTo>
                    <a:pt x="150071" y="8475"/>
                  </a:lnTo>
                  <a:cubicBezTo>
                    <a:pt x="150269" y="8355"/>
                    <a:pt x="150468" y="8196"/>
                    <a:pt x="150687" y="8077"/>
                  </a:cubicBezTo>
                  <a:cubicBezTo>
                    <a:pt x="151065" y="7838"/>
                    <a:pt x="151443" y="7579"/>
                    <a:pt x="151801" y="7361"/>
                  </a:cubicBezTo>
                  <a:lnTo>
                    <a:pt x="153552" y="6306"/>
                  </a:lnTo>
                  <a:cubicBezTo>
                    <a:pt x="153651" y="6266"/>
                    <a:pt x="153751" y="6187"/>
                    <a:pt x="153870" y="6107"/>
                  </a:cubicBezTo>
                  <a:cubicBezTo>
                    <a:pt x="154049" y="5988"/>
                    <a:pt x="154248" y="5888"/>
                    <a:pt x="154447" y="5769"/>
                  </a:cubicBezTo>
                  <a:lnTo>
                    <a:pt x="155342" y="5272"/>
                  </a:lnTo>
                  <a:cubicBezTo>
                    <a:pt x="155561" y="5152"/>
                    <a:pt x="155760" y="5053"/>
                    <a:pt x="155959" y="4914"/>
                  </a:cubicBezTo>
                  <a:cubicBezTo>
                    <a:pt x="156337" y="4715"/>
                    <a:pt x="156735" y="4496"/>
                    <a:pt x="157132" y="4297"/>
                  </a:cubicBezTo>
                  <a:lnTo>
                    <a:pt x="158943" y="3422"/>
                  </a:lnTo>
                  <a:cubicBezTo>
                    <a:pt x="159042" y="3382"/>
                    <a:pt x="159161" y="3322"/>
                    <a:pt x="159261" y="3283"/>
                  </a:cubicBezTo>
                  <a:cubicBezTo>
                    <a:pt x="159460" y="3183"/>
                    <a:pt x="159659" y="3084"/>
                    <a:pt x="159858" y="3004"/>
                  </a:cubicBezTo>
                  <a:lnTo>
                    <a:pt x="160793" y="2606"/>
                  </a:lnTo>
                  <a:cubicBezTo>
                    <a:pt x="162026" y="2089"/>
                    <a:pt x="163299" y="1612"/>
                    <a:pt x="164513" y="1234"/>
                  </a:cubicBezTo>
                  <a:cubicBezTo>
                    <a:pt x="167178" y="398"/>
                    <a:pt x="169744" y="0"/>
                    <a:pt x="172052" y="40"/>
                  </a:cubicBezTo>
                  <a:cubicBezTo>
                    <a:pt x="173345" y="80"/>
                    <a:pt x="174578" y="219"/>
                    <a:pt x="175732" y="517"/>
                  </a:cubicBezTo>
                  <a:cubicBezTo>
                    <a:pt x="176946" y="836"/>
                    <a:pt x="178139" y="1293"/>
                    <a:pt x="179233" y="1830"/>
                  </a:cubicBezTo>
                  <a:cubicBezTo>
                    <a:pt x="181541" y="3004"/>
                    <a:pt x="183709" y="4595"/>
                    <a:pt x="185698" y="6167"/>
                  </a:cubicBezTo>
                  <a:cubicBezTo>
                    <a:pt x="186116" y="6505"/>
                    <a:pt x="186574" y="6863"/>
                    <a:pt x="186991" y="7201"/>
                  </a:cubicBezTo>
                  <a:cubicBezTo>
                    <a:pt x="188583" y="8494"/>
                    <a:pt x="190254" y="9867"/>
                    <a:pt x="191925" y="11001"/>
                  </a:cubicBezTo>
                  <a:cubicBezTo>
                    <a:pt x="192323" y="11279"/>
                    <a:pt x="192720" y="11558"/>
                    <a:pt x="193118" y="11797"/>
                  </a:cubicBezTo>
                  <a:cubicBezTo>
                    <a:pt x="193238" y="11876"/>
                    <a:pt x="193377" y="11976"/>
                    <a:pt x="193516" y="12075"/>
                  </a:cubicBezTo>
                  <a:lnTo>
                    <a:pt x="194332" y="12553"/>
                  </a:lnTo>
                  <a:cubicBezTo>
                    <a:pt x="194610" y="12732"/>
                    <a:pt x="194889" y="12871"/>
                    <a:pt x="195147" y="12990"/>
                  </a:cubicBezTo>
                  <a:lnTo>
                    <a:pt x="195446" y="13149"/>
                  </a:lnTo>
                  <a:cubicBezTo>
                    <a:pt x="195625" y="13249"/>
                    <a:pt x="195784" y="13328"/>
                    <a:pt x="196003" y="13388"/>
                  </a:cubicBezTo>
                  <a:lnTo>
                    <a:pt x="196838" y="13766"/>
                  </a:lnTo>
                  <a:cubicBezTo>
                    <a:pt x="197017" y="13846"/>
                    <a:pt x="197216" y="13925"/>
                    <a:pt x="197395" y="13985"/>
                  </a:cubicBezTo>
                  <a:cubicBezTo>
                    <a:pt x="197495" y="14044"/>
                    <a:pt x="197594" y="14064"/>
                    <a:pt x="197694" y="14124"/>
                  </a:cubicBezTo>
                  <a:lnTo>
                    <a:pt x="198111" y="14263"/>
                  </a:lnTo>
                  <a:lnTo>
                    <a:pt x="198529" y="14422"/>
                  </a:lnTo>
                  <a:cubicBezTo>
                    <a:pt x="203124" y="15914"/>
                    <a:pt x="208197" y="15775"/>
                    <a:pt x="213230" y="13965"/>
                  </a:cubicBezTo>
                  <a:lnTo>
                    <a:pt x="213230" y="14184"/>
                  </a:lnTo>
                  <a:cubicBezTo>
                    <a:pt x="208197" y="16014"/>
                    <a:pt x="203104" y="16153"/>
                    <a:pt x="198489" y="14641"/>
                  </a:cubicBezTo>
                  <a:lnTo>
                    <a:pt x="198052" y="14482"/>
                  </a:lnTo>
                  <a:lnTo>
                    <a:pt x="197634" y="14323"/>
                  </a:lnTo>
                  <a:cubicBezTo>
                    <a:pt x="197534" y="14263"/>
                    <a:pt x="197435" y="14243"/>
                    <a:pt x="197336" y="14184"/>
                  </a:cubicBezTo>
                  <a:cubicBezTo>
                    <a:pt x="197157" y="14124"/>
                    <a:pt x="196958" y="14044"/>
                    <a:pt x="196798" y="13965"/>
                  </a:cubicBezTo>
                  <a:lnTo>
                    <a:pt x="195943" y="13647"/>
                  </a:lnTo>
                  <a:cubicBezTo>
                    <a:pt x="195764" y="13567"/>
                    <a:pt x="195565" y="13468"/>
                    <a:pt x="195386" y="13368"/>
                  </a:cubicBezTo>
                  <a:lnTo>
                    <a:pt x="195088" y="13229"/>
                  </a:lnTo>
                  <a:cubicBezTo>
                    <a:pt x="194849" y="13090"/>
                    <a:pt x="194551" y="12950"/>
                    <a:pt x="194272" y="12771"/>
                  </a:cubicBezTo>
                  <a:lnTo>
                    <a:pt x="193456" y="12294"/>
                  </a:lnTo>
                  <a:cubicBezTo>
                    <a:pt x="193297" y="12194"/>
                    <a:pt x="193178" y="12135"/>
                    <a:pt x="193039" y="12035"/>
                  </a:cubicBezTo>
                  <a:cubicBezTo>
                    <a:pt x="192641" y="11777"/>
                    <a:pt x="192243" y="11518"/>
                    <a:pt x="191845" y="11240"/>
                  </a:cubicBezTo>
                  <a:cubicBezTo>
                    <a:pt x="190154" y="10066"/>
                    <a:pt x="188503" y="8713"/>
                    <a:pt x="186912" y="7420"/>
                  </a:cubicBezTo>
                  <a:cubicBezTo>
                    <a:pt x="186494" y="7082"/>
                    <a:pt x="186056" y="6724"/>
                    <a:pt x="185619" y="6386"/>
                  </a:cubicBezTo>
                  <a:cubicBezTo>
                    <a:pt x="183629" y="4814"/>
                    <a:pt x="181461" y="3223"/>
                    <a:pt x="179193" y="2069"/>
                  </a:cubicBezTo>
                  <a:cubicBezTo>
                    <a:pt x="178099" y="1512"/>
                    <a:pt x="176926" y="1074"/>
                    <a:pt x="175712" y="736"/>
                  </a:cubicBezTo>
                  <a:cubicBezTo>
                    <a:pt x="174558" y="438"/>
                    <a:pt x="173305" y="299"/>
                    <a:pt x="172052" y="279"/>
                  </a:cubicBezTo>
                  <a:cubicBezTo>
                    <a:pt x="169744" y="219"/>
                    <a:pt x="167198" y="637"/>
                    <a:pt x="164533" y="1472"/>
                  </a:cubicBezTo>
                  <a:cubicBezTo>
                    <a:pt x="163319" y="1830"/>
                    <a:pt x="162086" y="2308"/>
                    <a:pt x="160832" y="2825"/>
                  </a:cubicBezTo>
                  <a:lnTo>
                    <a:pt x="159917" y="3223"/>
                  </a:lnTo>
                  <a:cubicBezTo>
                    <a:pt x="159718" y="3302"/>
                    <a:pt x="159520" y="3402"/>
                    <a:pt x="159321" y="3501"/>
                  </a:cubicBezTo>
                  <a:cubicBezTo>
                    <a:pt x="159221" y="3561"/>
                    <a:pt x="159102" y="3601"/>
                    <a:pt x="159002" y="3660"/>
                  </a:cubicBezTo>
                  <a:lnTo>
                    <a:pt x="157172" y="4516"/>
                  </a:lnTo>
                  <a:cubicBezTo>
                    <a:pt x="156814" y="4715"/>
                    <a:pt x="156416" y="4954"/>
                    <a:pt x="156038" y="5152"/>
                  </a:cubicBezTo>
                  <a:cubicBezTo>
                    <a:pt x="155820" y="5272"/>
                    <a:pt x="155621" y="5371"/>
                    <a:pt x="155382" y="5491"/>
                  </a:cubicBezTo>
                  <a:lnTo>
                    <a:pt x="154487" y="5988"/>
                  </a:lnTo>
                  <a:cubicBezTo>
                    <a:pt x="154288" y="6087"/>
                    <a:pt x="154129" y="6207"/>
                    <a:pt x="153910" y="6306"/>
                  </a:cubicBezTo>
                  <a:cubicBezTo>
                    <a:pt x="153830" y="6386"/>
                    <a:pt x="153711" y="6445"/>
                    <a:pt x="153592" y="6505"/>
                  </a:cubicBezTo>
                  <a:lnTo>
                    <a:pt x="151861" y="7559"/>
                  </a:lnTo>
                  <a:cubicBezTo>
                    <a:pt x="151483" y="7778"/>
                    <a:pt x="151105" y="8037"/>
                    <a:pt x="150727" y="8276"/>
                  </a:cubicBezTo>
                  <a:cubicBezTo>
                    <a:pt x="150528" y="8395"/>
                    <a:pt x="150329" y="8554"/>
                    <a:pt x="150110" y="8673"/>
                  </a:cubicBezTo>
                  <a:lnTo>
                    <a:pt x="149275" y="9230"/>
                  </a:lnTo>
                  <a:cubicBezTo>
                    <a:pt x="149096" y="9350"/>
                    <a:pt x="148897" y="9469"/>
                    <a:pt x="148718" y="9589"/>
                  </a:cubicBezTo>
                  <a:cubicBezTo>
                    <a:pt x="148618" y="9668"/>
                    <a:pt x="148519" y="9748"/>
                    <a:pt x="148419" y="9787"/>
                  </a:cubicBezTo>
                  <a:lnTo>
                    <a:pt x="146729" y="10961"/>
                  </a:lnTo>
                  <a:cubicBezTo>
                    <a:pt x="146390" y="11220"/>
                    <a:pt x="146012" y="11478"/>
                    <a:pt x="145674" y="11737"/>
                  </a:cubicBezTo>
                  <a:cubicBezTo>
                    <a:pt x="145455" y="11876"/>
                    <a:pt x="145257" y="12015"/>
                    <a:pt x="145097" y="12155"/>
                  </a:cubicBezTo>
                  <a:cubicBezTo>
                    <a:pt x="144560" y="12533"/>
                    <a:pt x="144003" y="12950"/>
                    <a:pt x="143446" y="13368"/>
                  </a:cubicBezTo>
                  <a:cubicBezTo>
                    <a:pt x="140283" y="15735"/>
                    <a:pt x="137180" y="18222"/>
                    <a:pt x="134196" y="20609"/>
                  </a:cubicBezTo>
                  <a:cubicBezTo>
                    <a:pt x="133082" y="21484"/>
                    <a:pt x="131928" y="22399"/>
                    <a:pt x="130814" y="23275"/>
                  </a:cubicBezTo>
                  <a:cubicBezTo>
                    <a:pt x="127194" y="26060"/>
                    <a:pt x="122917" y="29163"/>
                    <a:pt x="118401" y="31630"/>
                  </a:cubicBezTo>
                  <a:cubicBezTo>
                    <a:pt x="116372" y="32704"/>
                    <a:pt x="114204" y="33619"/>
                    <a:pt x="111936" y="34355"/>
                  </a:cubicBezTo>
                  <a:cubicBezTo>
                    <a:pt x="109649" y="35091"/>
                    <a:pt x="107421" y="35588"/>
                    <a:pt x="105232" y="35847"/>
                  </a:cubicBezTo>
                  <a:cubicBezTo>
                    <a:pt x="104099" y="36026"/>
                    <a:pt x="102965" y="36106"/>
                    <a:pt x="101910" y="3612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" name="Google Shape;22;p2"/>
            <p:cNvSpPr/>
            <p:nvPr/>
          </p:nvSpPr>
          <p:spPr>
            <a:xfrm rot="1459200">
              <a:off x="3540240" y="502560"/>
              <a:ext cx="8812440" cy="1480680"/>
            </a:xfrm>
            <a:custGeom>
              <a:avLst/>
              <a:gdLst>
                <a:gd name="textAreaLeft" fmla="*/ 0 w 8812440"/>
                <a:gd name="textAreaRight" fmla="*/ 8812800 w 8812440"/>
                <a:gd name="textAreaTop" fmla="*/ 0 h 1480680"/>
                <a:gd name="textAreaBottom" fmla="*/ 1481040 h 1480680"/>
              </a:gdLst>
              <a:ahLst/>
              <a:cxnLst/>
              <a:rect l="textAreaLeft" t="textAreaTop" r="textAreaRight" b="textAreaBottom"/>
              <a:pathLst>
                <a:path w="211898" h="35609">
                  <a:moveTo>
                    <a:pt x="100936" y="35608"/>
                  </a:moveTo>
                  <a:cubicBezTo>
                    <a:pt x="99643" y="35608"/>
                    <a:pt x="98429" y="35549"/>
                    <a:pt x="97196" y="35409"/>
                  </a:cubicBezTo>
                  <a:cubicBezTo>
                    <a:pt x="96141" y="35310"/>
                    <a:pt x="95008" y="35111"/>
                    <a:pt x="93516" y="34753"/>
                  </a:cubicBezTo>
                  <a:cubicBezTo>
                    <a:pt x="93376" y="34713"/>
                    <a:pt x="93217" y="34693"/>
                    <a:pt x="93078" y="34634"/>
                  </a:cubicBezTo>
                  <a:cubicBezTo>
                    <a:pt x="92620" y="34514"/>
                    <a:pt x="92123" y="34415"/>
                    <a:pt x="91686" y="34236"/>
                  </a:cubicBezTo>
                  <a:cubicBezTo>
                    <a:pt x="91586" y="34216"/>
                    <a:pt x="91467" y="34156"/>
                    <a:pt x="91347" y="34136"/>
                  </a:cubicBezTo>
                  <a:cubicBezTo>
                    <a:pt x="91148" y="34096"/>
                    <a:pt x="90969" y="34017"/>
                    <a:pt x="90731" y="33937"/>
                  </a:cubicBezTo>
                  <a:lnTo>
                    <a:pt x="89796" y="33619"/>
                  </a:lnTo>
                  <a:cubicBezTo>
                    <a:pt x="88344" y="33062"/>
                    <a:pt x="87150" y="32545"/>
                    <a:pt x="86036" y="32008"/>
                  </a:cubicBezTo>
                  <a:cubicBezTo>
                    <a:pt x="85559" y="31769"/>
                    <a:pt x="85061" y="31510"/>
                    <a:pt x="84624" y="31252"/>
                  </a:cubicBezTo>
                  <a:cubicBezTo>
                    <a:pt x="84464" y="31172"/>
                    <a:pt x="84325" y="31073"/>
                    <a:pt x="84166" y="31013"/>
                  </a:cubicBezTo>
                  <a:cubicBezTo>
                    <a:pt x="83967" y="30874"/>
                    <a:pt x="83748" y="30754"/>
                    <a:pt x="83549" y="30635"/>
                  </a:cubicBezTo>
                  <a:cubicBezTo>
                    <a:pt x="83450" y="30556"/>
                    <a:pt x="83350" y="30516"/>
                    <a:pt x="83231" y="30436"/>
                  </a:cubicBezTo>
                  <a:lnTo>
                    <a:pt x="82754" y="30158"/>
                  </a:lnTo>
                  <a:cubicBezTo>
                    <a:pt x="82654" y="30118"/>
                    <a:pt x="82555" y="30038"/>
                    <a:pt x="82455" y="29959"/>
                  </a:cubicBezTo>
                  <a:cubicBezTo>
                    <a:pt x="82396" y="29939"/>
                    <a:pt x="82356" y="29879"/>
                    <a:pt x="82296" y="29859"/>
                  </a:cubicBezTo>
                  <a:lnTo>
                    <a:pt x="81381" y="29262"/>
                  </a:lnTo>
                  <a:cubicBezTo>
                    <a:pt x="81182" y="29123"/>
                    <a:pt x="80963" y="28964"/>
                    <a:pt x="80764" y="28825"/>
                  </a:cubicBezTo>
                  <a:lnTo>
                    <a:pt x="80009" y="28268"/>
                  </a:lnTo>
                  <a:lnTo>
                    <a:pt x="78676" y="27233"/>
                  </a:lnTo>
                  <a:lnTo>
                    <a:pt x="77363" y="26100"/>
                  </a:lnTo>
                  <a:lnTo>
                    <a:pt x="76507" y="25344"/>
                  </a:lnTo>
                  <a:cubicBezTo>
                    <a:pt x="76368" y="25204"/>
                    <a:pt x="76209" y="25065"/>
                    <a:pt x="76090" y="24946"/>
                  </a:cubicBezTo>
                  <a:lnTo>
                    <a:pt x="75274" y="24150"/>
                  </a:lnTo>
                  <a:cubicBezTo>
                    <a:pt x="73384" y="22320"/>
                    <a:pt x="71594" y="20390"/>
                    <a:pt x="69883" y="18520"/>
                  </a:cubicBezTo>
                  <a:cubicBezTo>
                    <a:pt x="69605" y="18242"/>
                    <a:pt x="69346" y="17944"/>
                    <a:pt x="69087" y="17685"/>
                  </a:cubicBezTo>
                  <a:cubicBezTo>
                    <a:pt x="67954" y="16511"/>
                    <a:pt x="67038" y="15537"/>
                    <a:pt x="66064" y="14621"/>
                  </a:cubicBezTo>
                  <a:cubicBezTo>
                    <a:pt x="65248" y="13826"/>
                    <a:pt x="64154" y="12811"/>
                    <a:pt x="63020" y="11916"/>
                  </a:cubicBezTo>
                  <a:cubicBezTo>
                    <a:pt x="61966" y="11081"/>
                    <a:pt x="60892" y="10344"/>
                    <a:pt x="59798" y="9688"/>
                  </a:cubicBezTo>
                  <a:cubicBezTo>
                    <a:pt x="58743" y="9071"/>
                    <a:pt x="57589" y="8494"/>
                    <a:pt x="56396" y="7997"/>
                  </a:cubicBezTo>
                  <a:cubicBezTo>
                    <a:pt x="56296" y="7957"/>
                    <a:pt x="56197" y="7918"/>
                    <a:pt x="56078" y="7878"/>
                  </a:cubicBezTo>
                  <a:cubicBezTo>
                    <a:pt x="55899" y="7798"/>
                    <a:pt x="55700" y="7719"/>
                    <a:pt x="55521" y="7659"/>
                  </a:cubicBezTo>
                  <a:lnTo>
                    <a:pt x="54645" y="7321"/>
                  </a:lnTo>
                  <a:lnTo>
                    <a:pt x="53790" y="7062"/>
                  </a:lnTo>
                  <a:cubicBezTo>
                    <a:pt x="53611" y="6983"/>
                    <a:pt x="53412" y="6923"/>
                    <a:pt x="53233" y="6883"/>
                  </a:cubicBezTo>
                  <a:cubicBezTo>
                    <a:pt x="53134" y="6863"/>
                    <a:pt x="53014" y="6843"/>
                    <a:pt x="52915" y="6784"/>
                  </a:cubicBezTo>
                  <a:cubicBezTo>
                    <a:pt x="51701" y="6465"/>
                    <a:pt x="50528" y="6207"/>
                    <a:pt x="49374" y="6008"/>
                  </a:cubicBezTo>
                  <a:cubicBezTo>
                    <a:pt x="48240" y="5829"/>
                    <a:pt x="47046" y="5709"/>
                    <a:pt x="45853" y="5630"/>
                  </a:cubicBezTo>
                  <a:cubicBezTo>
                    <a:pt x="44759" y="5590"/>
                    <a:pt x="43585" y="5590"/>
                    <a:pt x="42312" y="5610"/>
                  </a:cubicBezTo>
                  <a:cubicBezTo>
                    <a:pt x="41258" y="5650"/>
                    <a:pt x="40124" y="5709"/>
                    <a:pt x="38870" y="5829"/>
                  </a:cubicBezTo>
                  <a:cubicBezTo>
                    <a:pt x="38413" y="5889"/>
                    <a:pt x="37935" y="5928"/>
                    <a:pt x="37498" y="5988"/>
                  </a:cubicBezTo>
                  <a:lnTo>
                    <a:pt x="36841" y="6068"/>
                  </a:lnTo>
                  <a:cubicBezTo>
                    <a:pt x="36404" y="6107"/>
                    <a:pt x="35926" y="6187"/>
                    <a:pt x="35489" y="6266"/>
                  </a:cubicBezTo>
                  <a:cubicBezTo>
                    <a:pt x="33400" y="6585"/>
                    <a:pt x="31252" y="7003"/>
                    <a:pt x="28944" y="7579"/>
                  </a:cubicBezTo>
                  <a:cubicBezTo>
                    <a:pt x="27989" y="7798"/>
                    <a:pt x="27054" y="8077"/>
                    <a:pt x="26139" y="8335"/>
                  </a:cubicBezTo>
                  <a:lnTo>
                    <a:pt x="25781" y="8435"/>
                  </a:lnTo>
                  <a:lnTo>
                    <a:pt x="24210" y="8872"/>
                  </a:lnTo>
                  <a:cubicBezTo>
                    <a:pt x="23871" y="8972"/>
                    <a:pt x="23553" y="9071"/>
                    <a:pt x="23215" y="9171"/>
                  </a:cubicBezTo>
                  <a:cubicBezTo>
                    <a:pt x="23056" y="9231"/>
                    <a:pt x="22857" y="9270"/>
                    <a:pt x="22678" y="9330"/>
                  </a:cubicBezTo>
                  <a:cubicBezTo>
                    <a:pt x="20629" y="9927"/>
                    <a:pt x="18600" y="10563"/>
                    <a:pt x="16611" y="11220"/>
                  </a:cubicBezTo>
                  <a:cubicBezTo>
                    <a:pt x="14661" y="11856"/>
                    <a:pt x="12731" y="12533"/>
                    <a:pt x="10822" y="13269"/>
                  </a:cubicBezTo>
                  <a:cubicBezTo>
                    <a:pt x="10643" y="13348"/>
                    <a:pt x="10484" y="13408"/>
                    <a:pt x="10324" y="13468"/>
                  </a:cubicBezTo>
                  <a:cubicBezTo>
                    <a:pt x="10026" y="13567"/>
                    <a:pt x="9728" y="13706"/>
                    <a:pt x="9429" y="13826"/>
                  </a:cubicBezTo>
                  <a:lnTo>
                    <a:pt x="8037" y="14363"/>
                  </a:lnTo>
                  <a:lnTo>
                    <a:pt x="6664" y="14920"/>
                  </a:lnTo>
                  <a:cubicBezTo>
                    <a:pt x="6366" y="15039"/>
                    <a:pt x="6067" y="15159"/>
                    <a:pt x="5789" y="15298"/>
                  </a:cubicBezTo>
                  <a:cubicBezTo>
                    <a:pt x="5650" y="15357"/>
                    <a:pt x="5471" y="15417"/>
                    <a:pt x="5311" y="15497"/>
                  </a:cubicBezTo>
                  <a:cubicBezTo>
                    <a:pt x="3521" y="16233"/>
                    <a:pt x="1771" y="17009"/>
                    <a:pt x="100" y="17804"/>
                  </a:cubicBezTo>
                  <a:lnTo>
                    <a:pt x="0" y="17685"/>
                  </a:lnTo>
                  <a:cubicBezTo>
                    <a:pt x="1691" y="16889"/>
                    <a:pt x="3461" y="16113"/>
                    <a:pt x="5252" y="15357"/>
                  </a:cubicBezTo>
                  <a:cubicBezTo>
                    <a:pt x="5391" y="15298"/>
                    <a:pt x="5570" y="15238"/>
                    <a:pt x="5709" y="15159"/>
                  </a:cubicBezTo>
                  <a:cubicBezTo>
                    <a:pt x="5988" y="15039"/>
                    <a:pt x="6286" y="14920"/>
                    <a:pt x="6585" y="14800"/>
                  </a:cubicBezTo>
                  <a:lnTo>
                    <a:pt x="7957" y="14243"/>
                  </a:lnTo>
                  <a:lnTo>
                    <a:pt x="9350" y="13706"/>
                  </a:lnTo>
                  <a:cubicBezTo>
                    <a:pt x="9648" y="13567"/>
                    <a:pt x="9946" y="13468"/>
                    <a:pt x="10245" y="13348"/>
                  </a:cubicBezTo>
                  <a:cubicBezTo>
                    <a:pt x="10424" y="13269"/>
                    <a:pt x="10563" y="13229"/>
                    <a:pt x="10742" y="13149"/>
                  </a:cubicBezTo>
                  <a:cubicBezTo>
                    <a:pt x="12652" y="12433"/>
                    <a:pt x="14621" y="11737"/>
                    <a:pt x="16531" y="11081"/>
                  </a:cubicBezTo>
                  <a:cubicBezTo>
                    <a:pt x="18520" y="10424"/>
                    <a:pt x="20569" y="9768"/>
                    <a:pt x="22598" y="9191"/>
                  </a:cubicBezTo>
                  <a:cubicBezTo>
                    <a:pt x="22777" y="9151"/>
                    <a:pt x="22976" y="9091"/>
                    <a:pt x="23155" y="9051"/>
                  </a:cubicBezTo>
                  <a:cubicBezTo>
                    <a:pt x="23474" y="8952"/>
                    <a:pt x="23812" y="8853"/>
                    <a:pt x="24150" y="8753"/>
                  </a:cubicBezTo>
                  <a:lnTo>
                    <a:pt x="26079" y="8236"/>
                  </a:lnTo>
                  <a:cubicBezTo>
                    <a:pt x="26995" y="7977"/>
                    <a:pt x="27949" y="7739"/>
                    <a:pt x="28884" y="7480"/>
                  </a:cubicBezTo>
                  <a:cubicBezTo>
                    <a:pt x="31212" y="6903"/>
                    <a:pt x="33340" y="6465"/>
                    <a:pt x="35449" y="6147"/>
                  </a:cubicBezTo>
                  <a:cubicBezTo>
                    <a:pt x="35906" y="6068"/>
                    <a:pt x="36384" y="5988"/>
                    <a:pt x="36822" y="5948"/>
                  </a:cubicBezTo>
                  <a:lnTo>
                    <a:pt x="37478" y="5869"/>
                  </a:lnTo>
                  <a:cubicBezTo>
                    <a:pt x="37916" y="5809"/>
                    <a:pt x="38393" y="5769"/>
                    <a:pt x="38831" y="5709"/>
                  </a:cubicBezTo>
                  <a:cubicBezTo>
                    <a:pt x="40104" y="5590"/>
                    <a:pt x="41218" y="5511"/>
                    <a:pt x="42292" y="5491"/>
                  </a:cubicBezTo>
                  <a:cubicBezTo>
                    <a:pt x="43585" y="5471"/>
                    <a:pt x="44739" y="5471"/>
                    <a:pt x="45793" y="5530"/>
                  </a:cubicBezTo>
                  <a:cubicBezTo>
                    <a:pt x="46987" y="5610"/>
                    <a:pt x="48180" y="5749"/>
                    <a:pt x="49354" y="5908"/>
                  </a:cubicBezTo>
                  <a:cubicBezTo>
                    <a:pt x="50508" y="6087"/>
                    <a:pt x="51701" y="6326"/>
                    <a:pt x="52915" y="6684"/>
                  </a:cubicBezTo>
                  <a:cubicBezTo>
                    <a:pt x="53014" y="6704"/>
                    <a:pt x="53134" y="6724"/>
                    <a:pt x="53233" y="6784"/>
                  </a:cubicBezTo>
                  <a:cubicBezTo>
                    <a:pt x="53412" y="6823"/>
                    <a:pt x="53611" y="6883"/>
                    <a:pt x="53810" y="6963"/>
                  </a:cubicBezTo>
                  <a:lnTo>
                    <a:pt x="54685" y="7221"/>
                  </a:lnTo>
                  <a:lnTo>
                    <a:pt x="55541" y="7560"/>
                  </a:lnTo>
                  <a:cubicBezTo>
                    <a:pt x="55739" y="7639"/>
                    <a:pt x="55918" y="7699"/>
                    <a:pt x="56098" y="7778"/>
                  </a:cubicBezTo>
                  <a:cubicBezTo>
                    <a:pt x="56197" y="7818"/>
                    <a:pt x="56296" y="7878"/>
                    <a:pt x="56416" y="7898"/>
                  </a:cubicBezTo>
                  <a:cubicBezTo>
                    <a:pt x="57609" y="8395"/>
                    <a:pt x="58763" y="8992"/>
                    <a:pt x="59817" y="9628"/>
                  </a:cubicBezTo>
                  <a:cubicBezTo>
                    <a:pt x="60912" y="10265"/>
                    <a:pt x="62006" y="11021"/>
                    <a:pt x="63060" y="11856"/>
                  </a:cubicBezTo>
                  <a:cubicBezTo>
                    <a:pt x="64194" y="12752"/>
                    <a:pt x="65328" y="13766"/>
                    <a:pt x="66143" y="14562"/>
                  </a:cubicBezTo>
                  <a:cubicBezTo>
                    <a:pt x="67118" y="15497"/>
                    <a:pt x="68033" y="16452"/>
                    <a:pt x="69147" y="17625"/>
                  </a:cubicBezTo>
                  <a:cubicBezTo>
                    <a:pt x="69426" y="17904"/>
                    <a:pt x="69664" y="18202"/>
                    <a:pt x="69943" y="18481"/>
                  </a:cubicBezTo>
                  <a:cubicBezTo>
                    <a:pt x="71693" y="20331"/>
                    <a:pt x="73444" y="22280"/>
                    <a:pt x="75374" y="24110"/>
                  </a:cubicBezTo>
                  <a:lnTo>
                    <a:pt x="76189" y="24906"/>
                  </a:lnTo>
                  <a:cubicBezTo>
                    <a:pt x="76308" y="25045"/>
                    <a:pt x="76468" y="25165"/>
                    <a:pt x="76607" y="25304"/>
                  </a:cubicBezTo>
                  <a:lnTo>
                    <a:pt x="77462" y="26080"/>
                  </a:lnTo>
                  <a:lnTo>
                    <a:pt x="78775" y="27174"/>
                  </a:lnTo>
                  <a:lnTo>
                    <a:pt x="80108" y="28228"/>
                  </a:lnTo>
                  <a:lnTo>
                    <a:pt x="80864" y="28765"/>
                  </a:lnTo>
                  <a:cubicBezTo>
                    <a:pt x="81063" y="28924"/>
                    <a:pt x="81262" y="29064"/>
                    <a:pt x="81481" y="29223"/>
                  </a:cubicBezTo>
                  <a:lnTo>
                    <a:pt x="82396" y="29819"/>
                  </a:lnTo>
                  <a:cubicBezTo>
                    <a:pt x="82455" y="29839"/>
                    <a:pt x="82495" y="29879"/>
                    <a:pt x="82555" y="29919"/>
                  </a:cubicBezTo>
                  <a:cubicBezTo>
                    <a:pt x="82654" y="29979"/>
                    <a:pt x="82754" y="30038"/>
                    <a:pt x="82853" y="30118"/>
                  </a:cubicBezTo>
                  <a:lnTo>
                    <a:pt x="83331" y="30376"/>
                  </a:lnTo>
                  <a:cubicBezTo>
                    <a:pt x="83430" y="30456"/>
                    <a:pt x="83549" y="30516"/>
                    <a:pt x="83649" y="30575"/>
                  </a:cubicBezTo>
                  <a:lnTo>
                    <a:pt x="84246" y="30953"/>
                  </a:lnTo>
                  <a:cubicBezTo>
                    <a:pt x="84385" y="31033"/>
                    <a:pt x="84544" y="31113"/>
                    <a:pt x="84683" y="31212"/>
                  </a:cubicBezTo>
                  <a:cubicBezTo>
                    <a:pt x="85161" y="31451"/>
                    <a:pt x="85638" y="31729"/>
                    <a:pt x="86116" y="31948"/>
                  </a:cubicBezTo>
                  <a:cubicBezTo>
                    <a:pt x="87210" y="32525"/>
                    <a:pt x="88403" y="33042"/>
                    <a:pt x="89836" y="33559"/>
                  </a:cubicBezTo>
                  <a:lnTo>
                    <a:pt x="90790" y="33897"/>
                  </a:lnTo>
                  <a:cubicBezTo>
                    <a:pt x="90989" y="33957"/>
                    <a:pt x="91188" y="34017"/>
                    <a:pt x="91387" y="34096"/>
                  </a:cubicBezTo>
                  <a:cubicBezTo>
                    <a:pt x="91487" y="34116"/>
                    <a:pt x="91606" y="34156"/>
                    <a:pt x="91705" y="34196"/>
                  </a:cubicBezTo>
                  <a:cubicBezTo>
                    <a:pt x="92183" y="34335"/>
                    <a:pt x="92660" y="34454"/>
                    <a:pt x="93098" y="34554"/>
                  </a:cubicBezTo>
                  <a:cubicBezTo>
                    <a:pt x="93237" y="34614"/>
                    <a:pt x="93396" y="34634"/>
                    <a:pt x="93555" y="34693"/>
                  </a:cubicBezTo>
                  <a:cubicBezTo>
                    <a:pt x="95008" y="35011"/>
                    <a:pt x="96161" y="35210"/>
                    <a:pt x="97236" y="35310"/>
                  </a:cubicBezTo>
                  <a:cubicBezTo>
                    <a:pt x="99464" y="35588"/>
                    <a:pt x="101811" y="35588"/>
                    <a:pt x="104357" y="35310"/>
                  </a:cubicBezTo>
                  <a:cubicBezTo>
                    <a:pt x="106585" y="35051"/>
                    <a:pt x="108893" y="34554"/>
                    <a:pt x="111200" y="33818"/>
                  </a:cubicBezTo>
                  <a:cubicBezTo>
                    <a:pt x="113488" y="33062"/>
                    <a:pt x="115696" y="32127"/>
                    <a:pt x="117765" y="31033"/>
                  </a:cubicBezTo>
                  <a:lnTo>
                    <a:pt x="118561" y="30615"/>
                  </a:lnTo>
                  <a:lnTo>
                    <a:pt x="119356" y="30158"/>
                  </a:lnTo>
                  <a:cubicBezTo>
                    <a:pt x="119734" y="29959"/>
                    <a:pt x="120092" y="29720"/>
                    <a:pt x="120470" y="29481"/>
                  </a:cubicBezTo>
                  <a:cubicBezTo>
                    <a:pt x="120629" y="29382"/>
                    <a:pt x="120769" y="29282"/>
                    <a:pt x="120928" y="29223"/>
                  </a:cubicBezTo>
                  <a:cubicBezTo>
                    <a:pt x="121087" y="29083"/>
                    <a:pt x="121286" y="28984"/>
                    <a:pt x="121465" y="28865"/>
                  </a:cubicBezTo>
                  <a:cubicBezTo>
                    <a:pt x="121783" y="28666"/>
                    <a:pt x="122141" y="28447"/>
                    <a:pt x="122479" y="28228"/>
                  </a:cubicBezTo>
                  <a:lnTo>
                    <a:pt x="124051" y="27174"/>
                  </a:lnTo>
                  <a:cubicBezTo>
                    <a:pt x="124429" y="26935"/>
                    <a:pt x="124827" y="26657"/>
                    <a:pt x="125205" y="26378"/>
                  </a:cubicBezTo>
                  <a:cubicBezTo>
                    <a:pt x="125324" y="26279"/>
                    <a:pt x="125483" y="26179"/>
                    <a:pt x="125622" y="26080"/>
                  </a:cubicBezTo>
                  <a:cubicBezTo>
                    <a:pt x="125801" y="25960"/>
                    <a:pt x="126000" y="25801"/>
                    <a:pt x="126160" y="25682"/>
                  </a:cubicBezTo>
                  <a:cubicBezTo>
                    <a:pt x="126498" y="25443"/>
                    <a:pt x="126836" y="25204"/>
                    <a:pt x="127174" y="24966"/>
                  </a:cubicBezTo>
                  <a:cubicBezTo>
                    <a:pt x="127433" y="24767"/>
                    <a:pt x="127691" y="24568"/>
                    <a:pt x="127970" y="24369"/>
                  </a:cubicBezTo>
                  <a:cubicBezTo>
                    <a:pt x="128706" y="23792"/>
                    <a:pt x="129482" y="23215"/>
                    <a:pt x="130238" y="22618"/>
                  </a:cubicBezTo>
                  <a:cubicBezTo>
                    <a:pt x="131451" y="21703"/>
                    <a:pt x="132684" y="20729"/>
                    <a:pt x="133858" y="19794"/>
                  </a:cubicBezTo>
                  <a:cubicBezTo>
                    <a:pt x="134713" y="19097"/>
                    <a:pt x="135569" y="18421"/>
                    <a:pt x="136444" y="17725"/>
                  </a:cubicBezTo>
                  <a:cubicBezTo>
                    <a:pt x="136762" y="17486"/>
                    <a:pt x="137061" y="17227"/>
                    <a:pt x="137379" y="16989"/>
                  </a:cubicBezTo>
                  <a:cubicBezTo>
                    <a:pt x="138095" y="16412"/>
                    <a:pt x="138851" y="15815"/>
                    <a:pt x="139587" y="15238"/>
                  </a:cubicBezTo>
                  <a:lnTo>
                    <a:pt x="141179" y="14005"/>
                  </a:lnTo>
                  <a:lnTo>
                    <a:pt x="142810" y="12771"/>
                  </a:lnTo>
                  <a:cubicBezTo>
                    <a:pt x="142909" y="12712"/>
                    <a:pt x="143009" y="12632"/>
                    <a:pt x="143068" y="12553"/>
                  </a:cubicBezTo>
                  <a:cubicBezTo>
                    <a:pt x="143247" y="12433"/>
                    <a:pt x="143426" y="12274"/>
                    <a:pt x="143605" y="12155"/>
                  </a:cubicBezTo>
                  <a:lnTo>
                    <a:pt x="144421" y="11558"/>
                  </a:lnTo>
                  <a:cubicBezTo>
                    <a:pt x="144620" y="11419"/>
                    <a:pt x="144819" y="11279"/>
                    <a:pt x="144998" y="11140"/>
                  </a:cubicBezTo>
                  <a:cubicBezTo>
                    <a:pt x="145336" y="10882"/>
                    <a:pt x="145694" y="10623"/>
                    <a:pt x="146032" y="10364"/>
                  </a:cubicBezTo>
                  <a:lnTo>
                    <a:pt x="147703" y="9231"/>
                  </a:lnTo>
                  <a:cubicBezTo>
                    <a:pt x="147803" y="9151"/>
                    <a:pt x="147902" y="9071"/>
                    <a:pt x="148002" y="9032"/>
                  </a:cubicBezTo>
                  <a:cubicBezTo>
                    <a:pt x="148181" y="8892"/>
                    <a:pt x="148340" y="8773"/>
                    <a:pt x="148539" y="8654"/>
                  </a:cubicBezTo>
                  <a:lnTo>
                    <a:pt x="149394" y="8097"/>
                  </a:lnTo>
                  <a:cubicBezTo>
                    <a:pt x="149593" y="7977"/>
                    <a:pt x="149792" y="7858"/>
                    <a:pt x="149991" y="7699"/>
                  </a:cubicBezTo>
                  <a:cubicBezTo>
                    <a:pt x="150329" y="7480"/>
                    <a:pt x="150707" y="7241"/>
                    <a:pt x="151085" y="7003"/>
                  </a:cubicBezTo>
                  <a:lnTo>
                    <a:pt x="152796" y="5988"/>
                  </a:lnTo>
                  <a:cubicBezTo>
                    <a:pt x="152895" y="5948"/>
                    <a:pt x="152995" y="5869"/>
                    <a:pt x="153094" y="5809"/>
                  </a:cubicBezTo>
                  <a:cubicBezTo>
                    <a:pt x="153273" y="5709"/>
                    <a:pt x="153472" y="5590"/>
                    <a:pt x="153651" y="5491"/>
                  </a:cubicBezTo>
                  <a:lnTo>
                    <a:pt x="154507" y="5013"/>
                  </a:lnTo>
                  <a:cubicBezTo>
                    <a:pt x="154706" y="4914"/>
                    <a:pt x="154944" y="4794"/>
                    <a:pt x="155143" y="4675"/>
                  </a:cubicBezTo>
                  <a:lnTo>
                    <a:pt x="156257" y="4078"/>
                  </a:lnTo>
                  <a:lnTo>
                    <a:pt x="158028" y="3223"/>
                  </a:lnTo>
                  <a:cubicBezTo>
                    <a:pt x="158127" y="3183"/>
                    <a:pt x="158227" y="3123"/>
                    <a:pt x="158346" y="3084"/>
                  </a:cubicBezTo>
                  <a:cubicBezTo>
                    <a:pt x="158545" y="2984"/>
                    <a:pt x="158724" y="2885"/>
                    <a:pt x="158923" y="2805"/>
                  </a:cubicBezTo>
                  <a:lnTo>
                    <a:pt x="159818" y="2427"/>
                  </a:lnTo>
                  <a:cubicBezTo>
                    <a:pt x="161012" y="1930"/>
                    <a:pt x="162225" y="1492"/>
                    <a:pt x="163399" y="1134"/>
                  </a:cubicBezTo>
                  <a:cubicBezTo>
                    <a:pt x="165925" y="378"/>
                    <a:pt x="168332" y="0"/>
                    <a:pt x="170520" y="40"/>
                  </a:cubicBezTo>
                  <a:cubicBezTo>
                    <a:pt x="171714" y="80"/>
                    <a:pt x="172887" y="219"/>
                    <a:pt x="173962" y="517"/>
                  </a:cubicBezTo>
                  <a:cubicBezTo>
                    <a:pt x="175096" y="836"/>
                    <a:pt x="176229" y="1273"/>
                    <a:pt x="177244" y="1791"/>
                  </a:cubicBezTo>
                  <a:cubicBezTo>
                    <a:pt x="178358" y="2387"/>
                    <a:pt x="179412" y="3004"/>
                    <a:pt x="180407" y="3700"/>
                  </a:cubicBezTo>
                  <a:cubicBezTo>
                    <a:pt x="181421" y="4416"/>
                    <a:pt x="182436" y="5192"/>
                    <a:pt x="183490" y="6048"/>
                  </a:cubicBezTo>
                  <a:lnTo>
                    <a:pt x="184684" y="7003"/>
                  </a:lnTo>
                  <a:cubicBezTo>
                    <a:pt x="185301" y="7500"/>
                    <a:pt x="185937" y="8037"/>
                    <a:pt x="186574" y="8554"/>
                  </a:cubicBezTo>
                  <a:cubicBezTo>
                    <a:pt x="187509" y="9290"/>
                    <a:pt x="188603" y="10185"/>
                    <a:pt x="189756" y="10981"/>
                  </a:cubicBezTo>
                  <a:cubicBezTo>
                    <a:pt x="190154" y="11279"/>
                    <a:pt x="190592" y="11558"/>
                    <a:pt x="191010" y="11836"/>
                  </a:cubicBezTo>
                  <a:cubicBezTo>
                    <a:pt x="191149" y="11916"/>
                    <a:pt x="191288" y="12015"/>
                    <a:pt x="191408" y="12075"/>
                  </a:cubicBezTo>
                  <a:lnTo>
                    <a:pt x="192263" y="12572"/>
                  </a:lnTo>
                  <a:cubicBezTo>
                    <a:pt x="192561" y="12752"/>
                    <a:pt x="192860" y="12911"/>
                    <a:pt x="193138" y="13050"/>
                  </a:cubicBezTo>
                  <a:lnTo>
                    <a:pt x="193437" y="13209"/>
                  </a:lnTo>
                  <a:cubicBezTo>
                    <a:pt x="193596" y="13309"/>
                    <a:pt x="193795" y="13408"/>
                    <a:pt x="193994" y="13468"/>
                  </a:cubicBezTo>
                  <a:lnTo>
                    <a:pt x="194869" y="13866"/>
                  </a:lnTo>
                  <a:cubicBezTo>
                    <a:pt x="195068" y="13945"/>
                    <a:pt x="195267" y="14025"/>
                    <a:pt x="195446" y="14104"/>
                  </a:cubicBezTo>
                  <a:cubicBezTo>
                    <a:pt x="195545" y="14144"/>
                    <a:pt x="195645" y="14164"/>
                    <a:pt x="195764" y="14224"/>
                  </a:cubicBezTo>
                  <a:lnTo>
                    <a:pt x="196222" y="14403"/>
                  </a:lnTo>
                  <a:lnTo>
                    <a:pt x="196659" y="14542"/>
                  </a:lnTo>
                  <a:cubicBezTo>
                    <a:pt x="201433" y="16133"/>
                    <a:pt x="206685" y="16034"/>
                    <a:pt x="211897" y="14164"/>
                  </a:cubicBezTo>
                  <a:lnTo>
                    <a:pt x="211897" y="14403"/>
                  </a:lnTo>
                  <a:cubicBezTo>
                    <a:pt x="206685" y="16253"/>
                    <a:pt x="201414" y="16352"/>
                    <a:pt x="196619" y="14761"/>
                  </a:cubicBezTo>
                  <a:lnTo>
                    <a:pt x="196162" y="14621"/>
                  </a:lnTo>
                  <a:lnTo>
                    <a:pt x="195724" y="14442"/>
                  </a:lnTo>
                  <a:cubicBezTo>
                    <a:pt x="195625" y="14403"/>
                    <a:pt x="195525" y="14363"/>
                    <a:pt x="195426" y="14323"/>
                  </a:cubicBezTo>
                  <a:cubicBezTo>
                    <a:pt x="195227" y="14243"/>
                    <a:pt x="195028" y="14164"/>
                    <a:pt x="194849" y="14104"/>
                  </a:cubicBezTo>
                  <a:lnTo>
                    <a:pt x="193974" y="13706"/>
                  </a:lnTo>
                  <a:cubicBezTo>
                    <a:pt x="193775" y="13627"/>
                    <a:pt x="193596" y="13527"/>
                    <a:pt x="193397" y="13428"/>
                  </a:cubicBezTo>
                  <a:lnTo>
                    <a:pt x="193098" y="13269"/>
                  </a:lnTo>
                  <a:cubicBezTo>
                    <a:pt x="192840" y="13149"/>
                    <a:pt x="192541" y="12970"/>
                    <a:pt x="192243" y="12811"/>
                  </a:cubicBezTo>
                  <a:lnTo>
                    <a:pt x="191388" y="12314"/>
                  </a:lnTo>
                  <a:cubicBezTo>
                    <a:pt x="191268" y="12214"/>
                    <a:pt x="191109" y="12135"/>
                    <a:pt x="190990" y="12035"/>
                  </a:cubicBezTo>
                  <a:cubicBezTo>
                    <a:pt x="190572" y="11757"/>
                    <a:pt x="190154" y="11478"/>
                    <a:pt x="189717" y="11180"/>
                  </a:cubicBezTo>
                  <a:cubicBezTo>
                    <a:pt x="188583" y="10384"/>
                    <a:pt x="187469" y="9489"/>
                    <a:pt x="186534" y="8753"/>
                  </a:cubicBezTo>
                  <a:cubicBezTo>
                    <a:pt x="185897" y="8236"/>
                    <a:pt x="185281" y="7699"/>
                    <a:pt x="184644" y="7201"/>
                  </a:cubicBezTo>
                  <a:lnTo>
                    <a:pt x="183450" y="6247"/>
                  </a:lnTo>
                  <a:cubicBezTo>
                    <a:pt x="182396" y="5391"/>
                    <a:pt x="181402" y="4615"/>
                    <a:pt x="180367" y="3899"/>
                  </a:cubicBezTo>
                  <a:cubicBezTo>
                    <a:pt x="179372" y="3203"/>
                    <a:pt x="178338" y="2586"/>
                    <a:pt x="177224" y="1990"/>
                  </a:cubicBezTo>
                  <a:cubicBezTo>
                    <a:pt x="176190" y="1472"/>
                    <a:pt x="175096" y="1035"/>
                    <a:pt x="173962" y="716"/>
                  </a:cubicBezTo>
                  <a:cubicBezTo>
                    <a:pt x="172887" y="438"/>
                    <a:pt x="171754" y="299"/>
                    <a:pt x="170560" y="239"/>
                  </a:cubicBezTo>
                  <a:cubicBezTo>
                    <a:pt x="168372" y="199"/>
                    <a:pt x="165985" y="577"/>
                    <a:pt x="163458" y="1333"/>
                  </a:cubicBezTo>
                  <a:cubicBezTo>
                    <a:pt x="162305" y="1691"/>
                    <a:pt x="161111" y="2129"/>
                    <a:pt x="159917" y="2626"/>
                  </a:cubicBezTo>
                  <a:lnTo>
                    <a:pt x="159022" y="3004"/>
                  </a:lnTo>
                  <a:cubicBezTo>
                    <a:pt x="158823" y="3084"/>
                    <a:pt x="158644" y="3183"/>
                    <a:pt x="158445" y="3283"/>
                  </a:cubicBezTo>
                  <a:cubicBezTo>
                    <a:pt x="158346" y="3322"/>
                    <a:pt x="158246" y="3382"/>
                    <a:pt x="158127" y="3422"/>
                  </a:cubicBezTo>
                  <a:lnTo>
                    <a:pt x="156357" y="4277"/>
                  </a:lnTo>
                  <a:lnTo>
                    <a:pt x="155243" y="4874"/>
                  </a:lnTo>
                  <a:cubicBezTo>
                    <a:pt x="155044" y="4993"/>
                    <a:pt x="154805" y="5093"/>
                    <a:pt x="154606" y="5212"/>
                  </a:cubicBezTo>
                  <a:lnTo>
                    <a:pt x="153751" y="5690"/>
                  </a:lnTo>
                  <a:cubicBezTo>
                    <a:pt x="153572" y="5789"/>
                    <a:pt x="153373" y="5908"/>
                    <a:pt x="153194" y="6008"/>
                  </a:cubicBezTo>
                  <a:cubicBezTo>
                    <a:pt x="153094" y="6068"/>
                    <a:pt x="152995" y="6147"/>
                    <a:pt x="152895" y="6187"/>
                  </a:cubicBezTo>
                  <a:lnTo>
                    <a:pt x="151185" y="7201"/>
                  </a:lnTo>
                  <a:cubicBezTo>
                    <a:pt x="150807" y="7440"/>
                    <a:pt x="150468" y="7679"/>
                    <a:pt x="150110" y="7898"/>
                  </a:cubicBezTo>
                  <a:cubicBezTo>
                    <a:pt x="149911" y="8037"/>
                    <a:pt x="149712" y="8176"/>
                    <a:pt x="149514" y="8296"/>
                  </a:cubicBezTo>
                  <a:lnTo>
                    <a:pt x="148678" y="8853"/>
                  </a:lnTo>
                  <a:lnTo>
                    <a:pt x="148141" y="9231"/>
                  </a:lnTo>
                  <a:cubicBezTo>
                    <a:pt x="148042" y="9290"/>
                    <a:pt x="147942" y="9370"/>
                    <a:pt x="147843" y="9429"/>
                  </a:cubicBezTo>
                  <a:lnTo>
                    <a:pt x="146112" y="10563"/>
                  </a:lnTo>
                  <a:cubicBezTo>
                    <a:pt x="145774" y="10822"/>
                    <a:pt x="145416" y="11061"/>
                    <a:pt x="145078" y="11339"/>
                  </a:cubicBezTo>
                  <a:cubicBezTo>
                    <a:pt x="144879" y="11478"/>
                    <a:pt x="144680" y="11598"/>
                    <a:pt x="144501" y="11757"/>
                  </a:cubicBezTo>
                  <a:lnTo>
                    <a:pt x="143685" y="12354"/>
                  </a:lnTo>
                  <a:cubicBezTo>
                    <a:pt x="143506" y="12473"/>
                    <a:pt x="143327" y="12592"/>
                    <a:pt x="143148" y="12752"/>
                  </a:cubicBezTo>
                  <a:cubicBezTo>
                    <a:pt x="143048" y="12831"/>
                    <a:pt x="142949" y="12891"/>
                    <a:pt x="142889" y="12970"/>
                  </a:cubicBezTo>
                  <a:lnTo>
                    <a:pt x="141258" y="14204"/>
                  </a:lnTo>
                  <a:lnTo>
                    <a:pt x="139667" y="15437"/>
                  </a:lnTo>
                  <a:cubicBezTo>
                    <a:pt x="138931" y="16014"/>
                    <a:pt x="138175" y="16611"/>
                    <a:pt x="137478" y="17188"/>
                  </a:cubicBezTo>
                  <a:cubicBezTo>
                    <a:pt x="137160" y="17426"/>
                    <a:pt x="136862" y="17685"/>
                    <a:pt x="136544" y="17924"/>
                  </a:cubicBezTo>
                  <a:cubicBezTo>
                    <a:pt x="135668" y="18620"/>
                    <a:pt x="134793" y="19296"/>
                    <a:pt x="133957" y="19992"/>
                  </a:cubicBezTo>
                  <a:cubicBezTo>
                    <a:pt x="132764" y="20927"/>
                    <a:pt x="131550" y="21882"/>
                    <a:pt x="130357" y="22817"/>
                  </a:cubicBezTo>
                  <a:cubicBezTo>
                    <a:pt x="129601" y="23414"/>
                    <a:pt x="128805" y="23991"/>
                    <a:pt x="128069" y="24568"/>
                  </a:cubicBezTo>
                  <a:cubicBezTo>
                    <a:pt x="127791" y="24767"/>
                    <a:pt x="127532" y="24966"/>
                    <a:pt x="127274" y="25165"/>
                  </a:cubicBezTo>
                  <a:cubicBezTo>
                    <a:pt x="126935" y="25403"/>
                    <a:pt x="126597" y="25642"/>
                    <a:pt x="126279" y="25881"/>
                  </a:cubicBezTo>
                  <a:cubicBezTo>
                    <a:pt x="126100" y="26000"/>
                    <a:pt x="125901" y="26159"/>
                    <a:pt x="125722" y="26279"/>
                  </a:cubicBezTo>
                  <a:cubicBezTo>
                    <a:pt x="125583" y="26378"/>
                    <a:pt x="125443" y="26478"/>
                    <a:pt x="125324" y="26577"/>
                  </a:cubicBezTo>
                  <a:cubicBezTo>
                    <a:pt x="124946" y="26855"/>
                    <a:pt x="124588" y="27134"/>
                    <a:pt x="124170" y="27373"/>
                  </a:cubicBezTo>
                  <a:lnTo>
                    <a:pt x="122619" y="28427"/>
                  </a:lnTo>
                  <a:cubicBezTo>
                    <a:pt x="122261" y="28646"/>
                    <a:pt x="121942" y="28865"/>
                    <a:pt x="121584" y="29064"/>
                  </a:cubicBezTo>
                  <a:cubicBezTo>
                    <a:pt x="121425" y="29183"/>
                    <a:pt x="121226" y="29282"/>
                    <a:pt x="121047" y="29422"/>
                  </a:cubicBezTo>
                  <a:cubicBezTo>
                    <a:pt x="120888" y="29521"/>
                    <a:pt x="120749" y="29621"/>
                    <a:pt x="120590" y="29680"/>
                  </a:cubicBezTo>
                  <a:lnTo>
                    <a:pt x="119476" y="30357"/>
                  </a:lnTo>
                  <a:lnTo>
                    <a:pt x="118680" y="30814"/>
                  </a:lnTo>
                  <a:lnTo>
                    <a:pt x="117884" y="31232"/>
                  </a:lnTo>
                  <a:cubicBezTo>
                    <a:pt x="115815" y="32326"/>
                    <a:pt x="113607" y="33241"/>
                    <a:pt x="111300" y="34017"/>
                  </a:cubicBezTo>
                  <a:cubicBezTo>
                    <a:pt x="108972" y="34733"/>
                    <a:pt x="106665" y="35230"/>
                    <a:pt x="104437" y="35509"/>
                  </a:cubicBezTo>
                  <a:cubicBezTo>
                    <a:pt x="103164" y="35529"/>
                    <a:pt x="102030" y="35608"/>
                    <a:pt x="100936" y="3560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" name="Google Shape;23;p2"/>
            <p:cNvSpPr/>
            <p:nvPr/>
          </p:nvSpPr>
          <p:spPr>
            <a:xfrm rot="1459200">
              <a:off x="3548520" y="608760"/>
              <a:ext cx="8759520" cy="1462320"/>
            </a:xfrm>
            <a:custGeom>
              <a:avLst/>
              <a:gdLst>
                <a:gd name="textAreaLeft" fmla="*/ 0 w 8759520"/>
                <a:gd name="textAreaRight" fmla="*/ 8759880 w 8759520"/>
                <a:gd name="textAreaTop" fmla="*/ 0 h 1462320"/>
                <a:gd name="textAreaBottom" fmla="*/ 1462680 h 1462320"/>
              </a:gdLst>
              <a:ahLst/>
              <a:cxnLst/>
              <a:rect l="textAreaLeft" t="textAreaTop" r="textAreaRight" b="textAreaBottom"/>
              <a:pathLst>
                <a:path w="210625" h="35171">
                  <a:moveTo>
                    <a:pt x="100061" y="35171"/>
                  </a:moveTo>
                  <a:cubicBezTo>
                    <a:pt x="98748" y="35171"/>
                    <a:pt x="97475" y="35091"/>
                    <a:pt x="96202" y="34912"/>
                  </a:cubicBezTo>
                  <a:cubicBezTo>
                    <a:pt x="95108" y="34793"/>
                    <a:pt x="93894" y="34574"/>
                    <a:pt x="92402" y="34216"/>
                  </a:cubicBezTo>
                  <a:cubicBezTo>
                    <a:pt x="92263" y="34176"/>
                    <a:pt x="92104" y="34156"/>
                    <a:pt x="91945" y="34097"/>
                  </a:cubicBezTo>
                  <a:cubicBezTo>
                    <a:pt x="91487" y="33977"/>
                    <a:pt x="90990" y="33858"/>
                    <a:pt x="90493" y="33679"/>
                  </a:cubicBezTo>
                  <a:cubicBezTo>
                    <a:pt x="90393" y="33659"/>
                    <a:pt x="90254" y="33599"/>
                    <a:pt x="90154" y="33580"/>
                  </a:cubicBezTo>
                  <a:cubicBezTo>
                    <a:pt x="89955" y="33500"/>
                    <a:pt x="89737" y="33440"/>
                    <a:pt x="89518" y="33381"/>
                  </a:cubicBezTo>
                  <a:lnTo>
                    <a:pt x="88543" y="33023"/>
                  </a:lnTo>
                  <a:cubicBezTo>
                    <a:pt x="87031" y="32446"/>
                    <a:pt x="85778" y="31909"/>
                    <a:pt x="84624" y="31292"/>
                  </a:cubicBezTo>
                  <a:cubicBezTo>
                    <a:pt x="84127" y="31033"/>
                    <a:pt x="83590" y="30735"/>
                    <a:pt x="83092" y="30456"/>
                  </a:cubicBezTo>
                  <a:cubicBezTo>
                    <a:pt x="82953" y="30397"/>
                    <a:pt x="82794" y="30297"/>
                    <a:pt x="82675" y="30218"/>
                  </a:cubicBezTo>
                  <a:cubicBezTo>
                    <a:pt x="82456" y="30098"/>
                    <a:pt x="82237" y="29939"/>
                    <a:pt x="82038" y="29820"/>
                  </a:cubicBezTo>
                  <a:cubicBezTo>
                    <a:pt x="81939" y="29740"/>
                    <a:pt x="81799" y="29701"/>
                    <a:pt x="81700" y="29621"/>
                  </a:cubicBezTo>
                  <a:lnTo>
                    <a:pt x="81203" y="29323"/>
                  </a:lnTo>
                  <a:cubicBezTo>
                    <a:pt x="81103" y="29243"/>
                    <a:pt x="80984" y="29203"/>
                    <a:pt x="80884" y="29124"/>
                  </a:cubicBezTo>
                  <a:cubicBezTo>
                    <a:pt x="80845" y="29084"/>
                    <a:pt x="80785" y="29044"/>
                    <a:pt x="80705" y="29004"/>
                  </a:cubicBezTo>
                  <a:lnTo>
                    <a:pt x="79750" y="28348"/>
                  </a:lnTo>
                  <a:cubicBezTo>
                    <a:pt x="79512" y="28209"/>
                    <a:pt x="79293" y="28030"/>
                    <a:pt x="79074" y="27890"/>
                  </a:cubicBezTo>
                  <a:lnTo>
                    <a:pt x="78298" y="27333"/>
                  </a:lnTo>
                  <a:lnTo>
                    <a:pt x="76886" y="26219"/>
                  </a:lnTo>
                  <a:lnTo>
                    <a:pt x="75493" y="25046"/>
                  </a:lnTo>
                  <a:lnTo>
                    <a:pt x="74379" y="24031"/>
                  </a:lnTo>
                  <a:lnTo>
                    <a:pt x="73285" y="22977"/>
                  </a:lnTo>
                  <a:cubicBezTo>
                    <a:pt x="71316" y="21067"/>
                    <a:pt x="69526" y="19098"/>
                    <a:pt x="67775" y="17228"/>
                  </a:cubicBezTo>
                  <a:lnTo>
                    <a:pt x="66959" y="16333"/>
                  </a:lnTo>
                  <a:cubicBezTo>
                    <a:pt x="66542" y="15895"/>
                    <a:pt x="66084" y="15437"/>
                    <a:pt x="65666" y="15000"/>
                  </a:cubicBezTo>
                  <a:lnTo>
                    <a:pt x="65288" y="14622"/>
                  </a:lnTo>
                  <a:cubicBezTo>
                    <a:pt x="64871" y="14204"/>
                    <a:pt x="64433" y="13747"/>
                    <a:pt x="63995" y="13349"/>
                  </a:cubicBezTo>
                  <a:cubicBezTo>
                    <a:pt x="63200" y="12613"/>
                    <a:pt x="62165" y="11618"/>
                    <a:pt x="61091" y="10763"/>
                  </a:cubicBezTo>
                  <a:cubicBezTo>
                    <a:pt x="60097" y="10007"/>
                    <a:pt x="59122" y="9310"/>
                    <a:pt x="58107" y="8714"/>
                  </a:cubicBezTo>
                  <a:cubicBezTo>
                    <a:pt x="57132" y="8137"/>
                    <a:pt x="56078" y="7580"/>
                    <a:pt x="54944" y="7122"/>
                  </a:cubicBezTo>
                  <a:cubicBezTo>
                    <a:pt x="54865" y="7063"/>
                    <a:pt x="54765" y="7043"/>
                    <a:pt x="54666" y="6983"/>
                  </a:cubicBezTo>
                  <a:cubicBezTo>
                    <a:pt x="54487" y="6923"/>
                    <a:pt x="54308" y="6844"/>
                    <a:pt x="54168" y="6784"/>
                  </a:cubicBezTo>
                  <a:lnTo>
                    <a:pt x="53333" y="6486"/>
                  </a:lnTo>
                  <a:lnTo>
                    <a:pt x="52517" y="6227"/>
                  </a:lnTo>
                  <a:cubicBezTo>
                    <a:pt x="52398" y="6167"/>
                    <a:pt x="52279" y="6148"/>
                    <a:pt x="52120" y="6088"/>
                  </a:cubicBezTo>
                  <a:lnTo>
                    <a:pt x="51702" y="5968"/>
                  </a:lnTo>
                  <a:cubicBezTo>
                    <a:pt x="50548" y="5650"/>
                    <a:pt x="49434" y="5392"/>
                    <a:pt x="48360" y="5232"/>
                  </a:cubicBezTo>
                  <a:cubicBezTo>
                    <a:pt x="47266" y="5053"/>
                    <a:pt x="46132" y="4934"/>
                    <a:pt x="44978" y="4854"/>
                  </a:cubicBezTo>
                  <a:cubicBezTo>
                    <a:pt x="43964" y="4775"/>
                    <a:pt x="42850" y="4775"/>
                    <a:pt x="41616" y="4775"/>
                  </a:cubicBezTo>
                  <a:cubicBezTo>
                    <a:pt x="40602" y="4795"/>
                    <a:pt x="39508" y="4854"/>
                    <a:pt x="38294" y="4974"/>
                  </a:cubicBezTo>
                  <a:cubicBezTo>
                    <a:pt x="37837" y="4994"/>
                    <a:pt x="37419" y="5053"/>
                    <a:pt x="36981" y="5093"/>
                  </a:cubicBezTo>
                  <a:lnTo>
                    <a:pt x="36305" y="5173"/>
                  </a:lnTo>
                  <a:cubicBezTo>
                    <a:pt x="35887" y="5232"/>
                    <a:pt x="35430" y="5292"/>
                    <a:pt x="34992" y="5352"/>
                  </a:cubicBezTo>
                  <a:cubicBezTo>
                    <a:pt x="32943" y="5650"/>
                    <a:pt x="30854" y="6068"/>
                    <a:pt x="28586" y="6625"/>
                  </a:cubicBezTo>
                  <a:cubicBezTo>
                    <a:pt x="27671" y="6844"/>
                    <a:pt x="26736" y="7082"/>
                    <a:pt x="25841" y="7341"/>
                  </a:cubicBezTo>
                  <a:lnTo>
                    <a:pt x="25463" y="7441"/>
                  </a:lnTo>
                  <a:lnTo>
                    <a:pt x="23912" y="7858"/>
                  </a:lnTo>
                  <a:cubicBezTo>
                    <a:pt x="23593" y="7958"/>
                    <a:pt x="23275" y="8037"/>
                    <a:pt x="22917" y="8137"/>
                  </a:cubicBezTo>
                  <a:cubicBezTo>
                    <a:pt x="22758" y="8177"/>
                    <a:pt x="22559" y="8236"/>
                    <a:pt x="22380" y="8276"/>
                  </a:cubicBezTo>
                  <a:cubicBezTo>
                    <a:pt x="20371" y="8853"/>
                    <a:pt x="18342" y="9470"/>
                    <a:pt x="16412" y="10126"/>
                  </a:cubicBezTo>
                  <a:cubicBezTo>
                    <a:pt x="14502" y="10743"/>
                    <a:pt x="12573" y="11419"/>
                    <a:pt x="10703" y="12135"/>
                  </a:cubicBezTo>
                  <a:cubicBezTo>
                    <a:pt x="10524" y="12215"/>
                    <a:pt x="10365" y="12274"/>
                    <a:pt x="10206" y="12314"/>
                  </a:cubicBezTo>
                  <a:cubicBezTo>
                    <a:pt x="9907" y="12414"/>
                    <a:pt x="9589" y="12533"/>
                    <a:pt x="9310" y="12672"/>
                  </a:cubicBezTo>
                  <a:lnTo>
                    <a:pt x="7938" y="13190"/>
                  </a:lnTo>
                  <a:lnTo>
                    <a:pt x="6585" y="13727"/>
                  </a:lnTo>
                  <a:cubicBezTo>
                    <a:pt x="6287" y="13866"/>
                    <a:pt x="6008" y="13945"/>
                    <a:pt x="5750" y="14085"/>
                  </a:cubicBezTo>
                  <a:cubicBezTo>
                    <a:pt x="5591" y="14164"/>
                    <a:pt x="5412" y="14204"/>
                    <a:pt x="5272" y="14284"/>
                  </a:cubicBezTo>
                  <a:cubicBezTo>
                    <a:pt x="3502" y="15000"/>
                    <a:pt x="1771" y="15776"/>
                    <a:pt x="100" y="16532"/>
                  </a:cubicBezTo>
                  <a:lnTo>
                    <a:pt x="1" y="16412"/>
                  </a:lnTo>
                  <a:cubicBezTo>
                    <a:pt x="1672" y="15636"/>
                    <a:pt x="3402" y="14880"/>
                    <a:pt x="5173" y="14144"/>
                  </a:cubicBezTo>
                  <a:cubicBezTo>
                    <a:pt x="5312" y="14085"/>
                    <a:pt x="5491" y="14025"/>
                    <a:pt x="5650" y="13945"/>
                  </a:cubicBezTo>
                  <a:cubicBezTo>
                    <a:pt x="5909" y="13826"/>
                    <a:pt x="6227" y="13707"/>
                    <a:pt x="6506" y="13607"/>
                  </a:cubicBezTo>
                  <a:lnTo>
                    <a:pt x="7858" y="13050"/>
                  </a:lnTo>
                  <a:lnTo>
                    <a:pt x="9231" y="12533"/>
                  </a:lnTo>
                  <a:cubicBezTo>
                    <a:pt x="9529" y="12414"/>
                    <a:pt x="9828" y="12314"/>
                    <a:pt x="10126" y="12195"/>
                  </a:cubicBezTo>
                  <a:cubicBezTo>
                    <a:pt x="10285" y="12135"/>
                    <a:pt x="10444" y="12056"/>
                    <a:pt x="10623" y="12016"/>
                  </a:cubicBezTo>
                  <a:cubicBezTo>
                    <a:pt x="12513" y="11300"/>
                    <a:pt x="14443" y="10623"/>
                    <a:pt x="16333" y="10007"/>
                  </a:cubicBezTo>
                  <a:cubicBezTo>
                    <a:pt x="18282" y="9350"/>
                    <a:pt x="20291" y="8734"/>
                    <a:pt x="22320" y="8137"/>
                  </a:cubicBezTo>
                  <a:cubicBezTo>
                    <a:pt x="22499" y="8077"/>
                    <a:pt x="22698" y="8037"/>
                    <a:pt x="22877" y="7978"/>
                  </a:cubicBezTo>
                  <a:cubicBezTo>
                    <a:pt x="23196" y="7878"/>
                    <a:pt x="23514" y="7779"/>
                    <a:pt x="23872" y="7719"/>
                  </a:cubicBezTo>
                  <a:lnTo>
                    <a:pt x="25782" y="7182"/>
                  </a:lnTo>
                  <a:cubicBezTo>
                    <a:pt x="26677" y="6943"/>
                    <a:pt x="27632" y="6685"/>
                    <a:pt x="28547" y="6466"/>
                  </a:cubicBezTo>
                  <a:cubicBezTo>
                    <a:pt x="30814" y="5929"/>
                    <a:pt x="32903" y="5491"/>
                    <a:pt x="34932" y="5193"/>
                  </a:cubicBezTo>
                  <a:cubicBezTo>
                    <a:pt x="35350" y="5133"/>
                    <a:pt x="35808" y="5073"/>
                    <a:pt x="36245" y="5034"/>
                  </a:cubicBezTo>
                  <a:lnTo>
                    <a:pt x="36922" y="4954"/>
                  </a:lnTo>
                  <a:cubicBezTo>
                    <a:pt x="37339" y="4894"/>
                    <a:pt x="37797" y="4854"/>
                    <a:pt x="38234" y="4835"/>
                  </a:cubicBezTo>
                  <a:cubicBezTo>
                    <a:pt x="39468" y="4695"/>
                    <a:pt x="40562" y="4656"/>
                    <a:pt x="41576" y="4636"/>
                  </a:cubicBezTo>
                  <a:cubicBezTo>
                    <a:pt x="42810" y="4596"/>
                    <a:pt x="43904" y="4636"/>
                    <a:pt x="44958" y="4675"/>
                  </a:cubicBezTo>
                  <a:cubicBezTo>
                    <a:pt x="46092" y="4755"/>
                    <a:pt x="47246" y="4874"/>
                    <a:pt x="48340" y="5053"/>
                  </a:cubicBezTo>
                  <a:cubicBezTo>
                    <a:pt x="49414" y="5232"/>
                    <a:pt x="50548" y="5471"/>
                    <a:pt x="51702" y="5789"/>
                  </a:cubicBezTo>
                  <a:lnTo>
                    <a:pt x="52120" y="5929"/>
                  </a:lnTo>
                  <a:cubicBezTo>
                    <a:pt x="52279" y="5968"/>
                    <a:pt x="52398" y="6028"/>
                    <a:pt x="52517" y="6068"/>
                  </a:cubicBezTo>
                  <a:lnTo>
                    <a:pt x="53333" y="6346"/>
                  </a:lnTo>
                  <a:lnTo>
                    <a:pt x="54149" y="6645"/>
                  </a:lnTo>
                  <a:cubicBezTo>
                    <a:pt x="54328" y="6724"/>
                    <a:pt x="54507" y="6764"/>
                    <a:pt x="54686" y="6844"/>
                  </a:cubicBezTo>
                  <a:cubicBezTo>
                    <a:pt x="54785" y="6884"/>
                    <a:pt x="54885" y="6923"/>
                    <a:pt x="54984" y="6963"/>
                  </a:cubicBezTo>
                  <a:cubicBezTo>
                    <a:pt x="56098" y="7441"/>
                    <a:pt x="57172" y="7978"/>
                    <a:pt x="58127" y="8574"/>
                  </a:cubicBezTo>
                  <a:cubicBezTo>
                    <a:pt x="59162" y="9211"/>
                    <a:pt x="60156" y="9867"/>
                    <a:pt x="61151" y="10683"/>
                  </a:cubicBezTo>
                  <a:cubicBezTo>
                    <a:pt x="62245" y="11519"/>
                    <a:pt x="63279" y="12513"/>
                    <a:pt x="64075" y="13269"/>
                  </a:cubicBezTo>
                  <a:cubicBezTo>
                    <a:pt x="64513" y="13687"/>
                    <a:pt x="64950" y="14105"/>
                    <a:pt x="65368" y="14562"/>
                  </a:cubicBezTo>
                  <a:lnTo>
                    <a:pt x="65746" y="14920"/>
                  </a:lnTo>
                  <a:cubicBezTo>
                    <a:pt x="66164" y="15358"/>
                    <a:pt x="66601" y="15795"/>
                    <a:pt x="67039" y="16273"/>
                  </a:cubicBezTo>
                  <a:lnTo>
                    <a:pt x="67855" y="17168"/>
                  </a:lnTo>
                  <a:cubicBezTo>
                    <a:pt x="69605" y="19038"/>
                    <a:pt x="71396" y="20987"/>
                    <a:pt x="73365" y="22917"/>
                  </a:cubicBezTo>
                  <a:lnTo>
                    <a:pt x="74459" y="23952"/>
                  </a:lnTo>
                  <a:lnTo>
                    <a:pt x="75573" y="24966"/>
                  </a:lnTo>
                  <a:lnTo>
                    <a:pt x="76966" y="26140"/>
                  </a:lnTo>
                  <a:lnTo>
                    <a:pt x="78378" y="27234"/>
                  </a:lnTo>
                  <a:lnTo>
                    <a:pt x="79154" y="27791"/>
                  </a:lnTo>
                  <a:cubicBezTo>
                    <a:pt x="79373" y="27930"/>
                    <a:pt x="79591" y="28109"/>
                    <a:pt x="79810" y="28248"/>
                  </a:cubicBezTo>
                  <a:lnTo>
                    <a:pt x="80785" y="28905"/>
                  </a:lnTo>
                  <a:cubicBezTo>
                    <a:pt x="80845" y="28925"/>
                    <a:pt x="80904" y="28984"/>
                    <a:pt x="80964" y="29024"/>
                  </a:cubicBezTo>
                  <a:cubicBezTo>
                    <a:pt x="81063" y="29104"/>
                    <a:pt x="81163" y="29183"/>
                    <a:pt x="81262" y="29223"/>
                  </a:cubicBezTo>
                  <a:lnTo>
                    <a:pt x="81760" y="29521"/>
                  </a:lnTo>
                  <a:cubicBezTo>
                    <a:pt x="81859" y="29601"/>
                    <a:pt x="81978" y="29641"/>
                    <a:pt x="82078" y="29720"/>
                  </a:cubicBezTo>
                  <a:cubicBezTo>
                    <a:pt x="82277" y="29840"/>
                    <a:pt x="82496" y="29999"/>
                    <a:pt x="82734" y="30118"/>
                  </a:cubicBezTo>
                  <a:cubicBezTo>
                    <a:pt x="82874" y="30198"/>
                    <a:pt x="83033" y="30277"/>
                    <a:pt x="83152" y="30377"/>
                  </a:cubicBezTo>
                  <a:cubicBezTo>
                    <a:pt x="83649" y="30635"/>
                    <a:pt x="84167" y="30934"/>
                    <a:pt x="84664" y="31192"/>
                  </a:cubicBezTo>
                  <a:cubicBezTo>
                    <a:pt x="85838" y="31789"/>
                    <a:pt x="87071" y="32326"/>
                    <a:pt x="88563" y="32903"/>
                  </a:cubicBezTo>
                  <a:lnTo>
                    <a:pt x="89538" y="33261"/>
                  </a:lnTo>
                  <a:cubicBezTo>
                    <a:pt x="89757" y="33321"/>
                    <a:pt x="89955" y="33401"/>
                    <a:pt x="90154" y="33460"/>
                  </a:cubicBezTo>
                  <a:cubicBezTo>
                    <a:pt x="90254" y="33480"/>
                    <a:pt x="90393" y="33520"/>
                    <a:pt x="90493" y="33560"/>
                  </a:cubicBezTo>
                  <a:cubicBezTo>
                    <a:pt x="90990" y="33699"/>
                    <a:pt x="91487" y="33858"/>
                    <a:pt x="91945" y="33977"/>
                  </a:cubicBezTo>
                  <a:cubicBezTo>
                    <a:pt x="92104" y="34017"/>
                    <a:pt x="92243" y="34057"/>
                    <a:pt x="92402" y="34097"/>
                  </a:cubicBezTo>
                  <a:cubicBezTo>
                    <a:pt x="93894" y="34455"/>
                    <a:pt x="95108" y="34674"/>
                    <a:pt x="96202" y="34773"/>
                  </a:cubicBezTo>
                  <a:cubicBezTo>
                    <a:pt x="98529" y="35072"/>
                    <a:pt x="100936" y="35072"/>
                    <a:pt x="103542" y="34813"/>
                  </a:cubicBezTo>
                  <a:cubicBezTo>
                    <a:pt x="105810" y="34574"/>
                    <a:pt x="108177" y="34077"/>
                    <a:pt x="110544" y="33321"/>
                  </a:cubicBezTo>
                  <a:cubicBezTo>
                    <a:pt x="112892" y="32565"/>
                    <a:pt x="115159" y="31610"/>
                    <a:pt x="117248" y="30516"/>
                  </a:cubicBezTo>
                  <a:lnTo>
                    <a:pt x="118064" y="30098"/>
                  </a:lnTo>
                  <a:lnTo>
                    <a:pt x="118879" y="29641"/>
                  </a:lnTo>
                  <a:cubicBezTo>
                    <a:pt x="119277" y="29422"/>
                    <a:pt x="119655" y="29203"/>
                    <a:pt x="120033" y="28984"/>
                  </a:cubicBezTo>
                  <a:cubicBezTo>
                    <a:pt x="120172" y="28885"/>
                    <a:pt x="120332" y="28785"/>
                    <a:pt x="120491" y="28706"/>
                  </a:cubicBezTo>
                  <a:cubicBezTo>
                    <a:pt x="120670" y="28587"/>
                    <a:pt x="120869" y="28487"/>
                    <a:pt x="121068" y="28348"/>
                  </a:cubicBezTo>
                  <a:cubicBezTo>
                    <a:pt x="121426" y="28149"/>
                    <a:pt x="121764" y="27930"/>
                    <a:pt x="122102" y="27711"/>
                  </a:cubicBezTo>
                  <a:lnTo>
                    <a:pt x="123654" y="26657"/>
                  </a:lnTo>
                  <a:cubicBezTo>
                    <a:pt x="124051" y="26418"/>
                    <a:pt x="124429" y="26140"/>
                    <a:pt x="124807" y="25861"/>
                  </a:cubicBezTo>
                  <a:cubicBezTo>
                    <a:pt x="124947" y="25762"/>
                    <a:pt x="125086" y="25662"/>
                    <a:pt x="125225" y="25563"/>
                  </a:cubicBezTo>
                  <a:cubicBezTo>
                    <a:pt x="125404" y="25443"/>
                    <a:pt x="125603" y="25304"/>
                    <a:pt x="125782" y="25165"/>
                  </a:cubicBezTo>
                  <a:cubicBezTo>
                    <a:pt x="126100" y="24926"/>
                    <a:pt x="126439" y="24707"/>
                    <a:pt x="126777" y="24449"/>
                  </a:cubicBezTo>
                  <a:cubicBezTo>
                    <a:pt x="127035" y="24250"/>
                    <a:pt x="127294" y="24051"/>
                    <a:pt x="127572" y="23852"/>
                  </a:cubicBezTo>
                  <a:cubicBezTo>
                    <a:pt x="128309" y="23275"/>
                    <a:pt x="129104" y="22718"/>
                    <a:pt x="129860" y="22121"/>
                  </a:cubicBezTo>
                  <a:cubicBezTo>
                    <a:pt x="131054" y="21186"/>
                    <a:pt x="132267" y="20232"/>
                    <a:pt x="133461" y="19297"/>
                  </a:cubicBezTo>
                  <a:cubicBezTo>
                    <a:pt x="134336" y="18640"/>
                    <a:pt x="135172" y="17944"/>
                    <a:pt x="136047" y="17248"/>
                  </a:cubicBezTo>
                  <a:cubicBezTo>
                    <a:pt x="136365" y="16989"/>
                    <a:pt x="136663" y="16750"/>
                    <a:pt x="136982" y="16492"/>
                  </a:cubicBezTo>
                  <a:cubicBezTo>
                    <a:pt x="137718" y="15915"/>
                    <a:pt x="138434" y="15358"/>
                    <a:pt x="139170" y="14781"/>
                  </a:cubicBezTo>
                  <a:lnTo>
                    <a:pt x="140741" y="13567"/>
                  </a:lnTo>
                  <a:lnTo>
                    <a:pt x="142333" y="12374"/>
                  </a:lnTo>
                  <a:cubicBezTo>
                    <a:pt x="142432" y="12294"/>
                    <a:pt x="142532" y="12215"/>
                    <a:pt x="142611" y="12135"/>
                  </a:cubicBezTo>
                  <a:cubicBezTo>
                    <a:pt x="142790" y="12016"/>
                    <a:pt x="142950" y="11877"/>
                    <a:pt x="143129" y="11737"/>
                  </a:cubicBezTo>
                  <a:lnTo>
                    <a:pt x="143924" y="11180"/>
                  </a:lnTo>
                  <a:cubicBezTo>
                    <a:pt x="144123" y="11021"/>
                    <a:pt x="144322" y="10902"/>
                    <a:pt x="144501" y="10743"/>
                  </a:cubicBezTo>
                  <a:cubicBezTo>
                    <a:pt x="144839" y="10504"/>
                    <a:pt x="145178" y="10245"/>
                    <a:pt x="145516" y="10007"/>
                  </a:cubicBezTo>
                  <a:lnTo>
                    <a:pt x="147127" y="8893"/>
                  </a:lnTo>
                  <a:cubicBezTo>
                    <a:pt x="147226" y="8813"/>
                    <a:pt x="147326" y="8753"/>
                    <a:pt x="147425" y="8694"/>
                  </a:cubicBezTo>
                  <a:cubicBezTo>
                    <a:pt x="147604" y="8555"/>
                    <a:pt x="147783" y="8435"/>
                    <a:pt x="147963" y="8336"/>
                  </a:cubicBezTo>
                  <a:lnTo>
                    <a:pt x="148778" y="7818"/>
                  </a:lnTo>
                  <a:cubicBezTo>
                    <a:pt x="148977" y="7699"/>
                    <a:pt x="149176" y="7560"/>
                    <a:pt x="149375" y="7421"/>
                  </a:cubicBezTo>
                  <a:lnTo>
                    <a:pt x="150409" y="6744"/>
                  </a:lnTo>
                  <a:lnTo>
                    <a:pt x="152080" y="5750"/>
                  </a:lnTo>
                  <a:cubicBezTo>
                    <a:pt x="152180" y="5710"/>
                    <a:pt x="152279" y="5630"/>
                    <a:pt x="152379" y="5571"/>
                  </a:cubicBezTo>
                  <a:cubicBezTo>
                    <a:pt x="152558" y="5471"/>
                    <a:pt x="152737" y="5352"/>
                    <a:pt x="152936" y="5252"/>
                  </a:cubicBezTo>
                  <a:lnTo>
                    <a:pt x="153771" y="4815"/>
                  </a:lnTo>
                  <a:cubicBezTo>
                    <a:pt x="153970" y="4715"/>
                    <a:pt x="154189" y="4576"/>
                    <a:pt x="154388" y="4477"/>
                  </a:cubicBezTo>
                  <a:cubicBezTo>
                    <a:pt x="154746" y="4278"/>
                    <a:pt x="155124" y="4079"/>
                    <a:pt x="155462" y="3920"/>
                  </a:cubicBezTo>
                  <a:lnTo>
                    <a:pt x="157173" y="3084"/>
                  </a:lnTo>
                  <a:lnTo>
                    <a:pt x="157471" y="2945"/>
                  </a:lnTo>
                  <a:cubicBezTo>
                    <a:pt x="157650" y="2845"/>
                    <a:pt x="157849" y="2766"/>
                    <a:pt x="158028" y="2686"/>
                  </a:cubicBezTo>
                  <a:lnTo>
                    <a:pt x="158864" y="2328"/>
                  </a:lnTo>
                  <a:cubicBezTo>
                    <a:pt x="160017" y="1851"/>
                    <a:pt x="161171" y="1433"/>
                    <a:pt x="162305" y="1075"/>
                  </a:cubicBezTo>
                  <a:cubicBezTo>
                    <a:pt x="164712" y="359"/>
                    <a:pt x="166980" y="1"/>
                    <a:pt x="169009" y="80"/>
                  </a:cubicBezTo>
                  <a:cubicBezTo>
                    <a:pt x="170123" y="100"/>
                    <a:pt x="171197" y="259"/>
                    <a:pt x="172192" y="538"/>
                  </a:cubicBezTo>
                  <a:cubicBezTo>
                    <a:pt x="173286" y="856"/>
                    <a:pt x="174281" y="1254"/>
                    <a:pt x="175255" y="1751"/>
                  </a:cubicBezTo>
                  <a:cubicBezTo>
                    <a:pt x="176349" y="2328"/>
                    <a:pt x="177324" y="2945"/>
                    <a:pt x="178279" y="3621"/>
                  </a:cubicBezTo>
                  <a:cubicBezTo>
                    <a:pt x="179274" y="4317"/>
                    <a:pt x="180268" y="5073"/>
                    <a:pt x="181323" y="5929"/>
                  </a:cubicBezTo>
                  <a:cubicBezTo>
                    <a:pt x="181720" y="6247"/>
                    <a:pt x="182098" y="6565"/>
                    <a:pt x="182496" y="6903"/>
                  </a:cubicBezTo>
                  <a:cubicBezTo>
                    <a:pt x="183113" y="7421"/>
                    <a:pt x="183769" y="7938"/>
                    <a:pt x="184406" y="8455"/>
                  </a:cubicBezTo>
                  <a:cubicBezTo>
                    <a:pt x="184665" y="8694"/>
                    <a:pt x="184923" y="8893"/>
                    <a:pt x="185202" y="9112"/>
                  </a:cubicBezTo>
                  <a:lnTo>
                    <a:pt x="186296" y="9987"/>
                  </a:lnTo>
                  <a:cubicBezTo>
                    <a:pt x="186753" y="10305"/>
                    <a:pt x="187191" y="10643"/>
                    <a:pt x="187648" y="10981"/>
                  </a:cubicBezTo>
                  <a:cubicBezTo>
                    <a:pt x="188066" y="11300"/>
                    <a:pt x="188504" y="11598"/>
                    <a:pt x="188961" y="11877"/>
                  </a:cubicBezTo>
                  <a:cubicBezTo>
                    <a:pt x="189081" y="11936"/>
                    <a:pt x="189240" y="12036"/>
                    <a:pt x="189359" y="12115"/>
                  </a:cubicBezTo>
                  <a:lnTo>
                    <a:pt x="190254" y="12633"/>
                  </a:lnTo>
                  <a:cubicBezTo>
                    <a:pt x="190533" y="12812"/>
                    <a:pt x="190831" y="12971"/>
                    <a:pt x="191150" y="13130"/>
                  </a:cubicBezTo>
                  <a:cubicBezTo>
                    <a:pt x="191249" y="13190"/>
                    <a:pt x="191348" y="13229"/>
                    <a:pt x="191468" y="13309"/>
                  </a:cubicBezTo>
                  <a:lnTo>
                    <a:pt x="192065" y="13607"/>
                  </a:lnTo>
                  <a:lnTo>
                    <a:pt x="192980" y="14025"/>
                  </a:lnTo>
                  <a:cubicBezTo>
                    <a:pt x="193179" y="14124"/>
                    <a:pt x="193378" y="14204"/>
                    <a:pt x="193576" y="14284"/>
                  </a:cubicBezTo>
                  <a:cubicBezTo>
                    <a:pt x="193676" y="14323"/>
                    <a:pt x="193775" y="14363"/>
                    <a:pt x="193915" y="14403"/>
                  </a:cubicBezTo>
                  <a:lnTo>
                    <a:pt x="194372" y="14582"/>
                  </a:lnTo>
                  <a:lnTo>
                    <a:pt x="194850" y="14721"/>
                  </a:lnTo>
                  <a:cubicBezTo>
                    <a:pt x="199803" y="16412"/>
                    <a:pt x="205234" y="16352"/>
                    <a:pt x="210624" y="14463"/>
                  </a:cubicBezTo>
                  <a:lnTo>
                    <a:pt x="210624" y="14681"/>
                  </a:lnTo>
                  <a:cubicBezTo>
                    <a:pt x="205214" y="16591"/>
                    <a:pt x="199763" y="16671"/>
                    <a:pt x="194790" y="14960"/>
                  </a:cubicBezTo>
                  <a:lnTo>
                    <a:pt x="194332" y="14801"/>
                  </a:lnTo>
                  <a:lnTo>
                    <a:pt x="193855" y="14622"/>
                  </a:lnTo>
                  <a:cubicBezTo>
                    <a:pt x="193755" y="14582"/>
                    <a:pt x="193656" y="14562"/>
                    <a:pt x="193537" y="14502"/>
                  </a:cubicBezTo>
                  <a:cubicBezTo>
                    <a:pt x="193338" y="14423"/>
                    <a:pt x="193139" y="14363"/>
                    <a:pt x="192920" y="14264"/>
                  </a:cubicBezTo>
                  <a:lnTo>
                    <a:pt x="191985" y="13826"/>
                  </a:lnTo>
                  <a:lnTo>
                    <a:pt x="191388" y="13528"/>
                  </a:lnTo>
                  <a:cubicBezTo>
                    <a:pt x="191289" y="13488"/>
                    <a:pt x="191189" y="13428"/>
                    <a:pt x="191090" y="13369"/>
                  </a:cubicBezTo>
                  <a:cubicBezTo>
                    <a:pt x="190772" y="13190"/>
                    <a:pt x="190473" y="13030"/>
                    <a:pt x="190195" y="12871"/>
                  </a:cubicBezTo>
                  <a:lnTo>
                    <a:pt x="189300" y="12334"/>
                  </a:lnTo>
                  <a:cubicBezTo>
                    <a:pt x="189180" y="12235"/>
                    <a:pt x="189021" y="12175"/>
                    <a:pt x="188902" y="12095"/>
                  </a:cubicBezTo>
                  <a:cubicBezTo>
                    <a:pt x="188464" y="11797"/>
                    <a:pt x="188006" y="11499"/>
                    <a:pt x="187589" y="11200"/>
                  </a:cubicBezTo>
                  <a:cubicBezTo>
                    <a:pt x="187111" y="10882"/>
                    <a:pt x="186674" y="10524"/>
                    <a:pt x="186236" y="10206"/>
                  </a:cubicBezTo>
                  <a:lnTo>
                    <a:pt x="185938" y="9987"/>
                  </a:lnTo>
                  <a:lnTo>
                    <a:pt x="185142" y="9330"/>
                  </a:lnTo>
                  <a:cubicBezTo>
                    <a:pt x="184883" y="9112"/>
                    <a:pt x="184625" y="8913"/>
                    <a:pt x="184346" y="8694"/>
                  </a:cubicBezTo>
                  <a:cubicBezTo>
                    <a:pt x="183710" y="8157"/>
                    <a:pt x="183053" y="7620"/>
                    <a:pt x="182437" y="7122"/>
                  </a:cubicBezTo>
                  <a:cubicBezTo>
                    <a:pt x="182039" y="6804"/>
                    <a:pt x="181641" y="6466"/>
                    <a:pt x="181263" y="6148"/>
                  </a:cubicBezTo>
                  <a:cubicBezTo>
                    <a:pt x="180228" y="5312"/>
                    <a:pt x="179234" y="4556"/>
                    <a:pt x="178259" y="3840"/>
                  </a:cubicBezTo>
                  <a:cubicBezTo>
                    <a:pt x="177324" y="3164"/>
                    <a:pt x="176329" y="2547"/>
                    <a:pt x="175255" y="1970"/>
                  </a:cubicBezTo>
                  <a:cubicBezTo>
                    <a:pt x="174281" y="1473"/>
                    <a:pt x="173286" y="1075"/>
                    <a:pt x="172212" y="776"/>
                  </a:cubicBezTo>
                  <a:cubicBezTo>
                    <a:pt x="171217" y="498"/>
                    <a:pt x="170183" y="359"/>
                    <a:pt x="169069" y="339"/>
                  </a:cubicBezTo>
                  <a:cubicBezTo>
                    <a:pt x="167020" y="259"/>
                    <a:pt x="164752" y="597"/>
                    <a:pt x="162365" y="1333"/>
                  </a:cubicBezTo>
                  <a:cubicBezTo>
                    <a:pt x="161251" y="1652"/>
                    <a:pt x="160117" y="2069"/>
                    <a:pt x="158963" y="2567"/>
                  </a:cubicBezTo>
                  <a:lnTo>
                    <a:pt x="158128" y="2945"/>
                  </a:lnTo>
                  <a:cubicBezTo>
                    <a:pt x="157949" y="3024"/>
                    <a:pt x="157750" y="3124"/>
                    <a:pt x="157571" y="3183"/>
                  </a:cubicBezTo>
                  <a:lnTo>
                    <a:pt x="157272" y="3343"/>
                  </a:lnTo>
                  <a:lnTo>
                    <a:pt x="155562" y="4158"/>
                  </a:lnTo>
                  <a:cubicBezTo>
                    <a:pt x="155203" y="4337"/>
                    <a:pt x="154845" y="4536"/>
                    <a:pt x="154487" y="4735"/>
                  </a:cubicBezTo>
                  <a:cubicBezTo>
                    <a:pt x="154288" y="4854"/>
                    <a:pt x="154070" y="4954"/>
                    <a:pt x="153871" y="5073"/>
                  </a:cubicBezTo>
                  <a:lnTo>
                    <a:pt x="152975" y="5392"/>
                  </a:lnTo>
                  <a:cubicBezTo>
                    <a:pt x="152796" y="5511"/>
                    <a:pt x="152597" y="5591"/>
                    <a:pt x="152438" y="5730"/>
                  </a:cubicBezTo>
                  <a:cubicBezTo>
                    <a:pt x="152339" y="5770"/>
                    <a:pt x="152239" y="5849"/>
                    <a:pt x="152140" y="5889"/>
                  </a:cubicBezTo>
                  <a:lnTo>
                    <a:pt x="150469" y="6903"/>
                  </a:lnTo>
                  <a:lnTo>
                    <a:pt x="149415" y="7560"/>
                  </a:lnTo>
                  <a:cubicBezTo>
                    <a:pt x="149216" y="7699"/>
                    <a:pt x="149017" y="7818"/>
                    <a:pt x="148818" y="7958"/>
                  </a:cubicBezTo>
                  <a:lnTo>
                    <a:pt x="148002" y="8495"/>
                  </a:lnTo>
                  <a:cubicBezTo>
                    <a:pt x="147823" y="8614"/>
                    <a:pt x="147664" y="8734"/>
                    <a:pt x="147485" y="8833"/>
                  </a:cubicBezTo>
                  <a:cubicBezTo>
                    <a:pt x="147386" y="8913"/>
                    <a:pt x="147286" y="8952"/>
                    <a:pt x="147187" y="9032"/>
                  </a:cubicBezTo>
                  <a:lnTo>
                    <a:pt x="145575" y="10146"/>
                  </a:lnTo>
                  <a:cubicBezTo>
                    <a:pt x="145217" y="10405"/>
                    <a:pt x="144899" y="10643"/>
                    <a:pt x="144541" y="10902"/>
                  </a:cubicBezTo>
                  <a:cubicBezTo>
                    <a:pt x="144342" y="11041"/>
                    <a:pt x="144143" y="11180"/>
                    <a:pt x="143964" y="11320"/>
                  </a:cubicBezTo>
                  <a:lnTo>
                    <a:pt x="143188" y="11897"/>
                  </a:lnTo>
                  <a:lnTo>
                    <a:pt x="142651" y="12274"/>
                  </a:lnTo>
                  <a:cubicBezTo>
                    <a:pt x="142552" y="12334"/>
                    <a:pt x="142452" y="12414"/>
                    <a:pt x="142373" y="12493"/>
                  </a:cubicBezTo>
                  <a:lnTo>
                    <a:pt x="140781" y="13687"/>
                  </a:lnTo>
                  <a:lnTo>
                    <a:pt x="139230" y="14900"/>
                  </a:lnTo>
                  <a:cubicBezTo>
                    <a:pt x="138494" y="15477"/>
                    <a:pt x="137758" y="16054"/>
                    <a:pt x="137041" y="16611"/>
                  </a:cubicBezTo>
                  <a:cubicBezTo>
                    <a:pt x="136703" y="16870"/>
                    <a:pt x="136405" y="17108"/>
                    <a:pt x="136087" y="17367"/>
                  </a:cubicBezTo>
                  <a:cubicBezTo>
                    <a:pt x="135211" y="18063"/>
                    <a:pt x="134376" y="18740"/>
                    <a:pt x="133501" y="19436"/>
                  </a:cubicBezTo>
                  <a:cubicBezTo>
                    <a:pt x="132327" y="20351"/>
                    <a:pt x="131113" y="21326"/>
                    <a:pt x="129900" y="22241"/>
                  </a:cubicBezTo>
                  <a:cubicBezTo>
                    <a:pt x="129124" y="22838"/>
                    <a:pt x="128348" y="23414"/>
                    <a:pt x="127612" y="23971"/>
                  </a:cubicBezTo>
                  <a:cubicBezTo>
                    <a:pt x="127334" y="24170"/>
                    <a:pt x="127095" y="24369"/>
                    <a:pt x="126817" y="24568"/>
                  </a:cubicBezTo>
                  <a:cubicBezTo>
                    <a:pt x="126498" y="24827"/>
                    <a:pt x="126140" y="25065"/>
                    <a:pt x="125822" y="25304"/>
                  </a:cubicBezTo>
                  <a:cubicBezTo>
                    <a:pt x="125643" y="25424"/>
                    <a:pt x="125444" y="25563"/>
                    <a:pt x="125265" y="25702"/>
                  </a:cubicBezTo>
                  <a:cubicBezTo>
                    <a:pt x="125126" y="25802"/>
                    <a:pt x="125006" y="25901"/>
                    <a:pt x="124847" y="26000"/>
                  </a:cubicBezTo>
                  <a:cubicBezTo>
                    <a:pt x="124469" y="26259"/>
                    <a:pt x="124071" y="26538"/>
                    <a:pt x="123713" y="26796"/>
                  </a:cubicBezTo>
                  <a:lnTo>
                    <a:pt x="122142" y="27831"/>
                  </a:lnTo>
                  <a:cubicBezTo>
                    <a:pt x="121784" y="28049"/>
                    <a:pt x="121446" y="28288"/>
                    <a:pt x="121127" y="28487"/>
                  </a:cubicBezTo>
                  <a:cubicBezTo>
                    <a:pt x="120928" y="28606"/>
                    <a:pt x="120749" y="28706"/>
                    <a:pt x="120550" y="28825"/>
                  </a:cubicBezTo>
                  <a:cubicBezTo>
                    <a:pt x="120391" y="28925"/>
                    <a:pt x="120252" y="29024"/>
                    <a:pt x="120073" y="29104"/>
                  </a:cubicBezTo>
                  <a:cubicBezTo>
                    <a:pt x="119695" y="29323"/>
                    <a:pt x="119337" y="29581"/>
                    <a:pt x="118939" y="29780"/>
                  </a:cubicBezTo>
                  <a:lnTo>
                    <a:pt x="118104" y="30218"/>
                  </a:lnTo>
                  <a:lnTo>
                    <a:pt x="117288" y="30635"/>
                  </a:lnTo>
                  <a:cubicBezTo>
                    <a:pt x="115179" y="31730"/>
                    <a:pt x="112912" y="32684"/>
                    <a:pt x="110584" y="33460"/>
                  </a:cubicBezTo>
                  <a:cubicBezTo>
                    <a:pt x="108197" y="34196"/>
                    <a:pt x="105830" y="34694"/>
                    <a:pt x="103562" y="34952"/>
                  </a:cubicBezTo>
                  <a:cubicBezTo>
                    <a:pt x="102368" y="35111"/>
                    <a:pt x="101215" y="35171"/>
                    <a:pt x="100061" y="3517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" name="Google Shape;24;p2"/>
            <p:cNvSpPr/>
            <p:nvPr/>
          </p:nvSpPr>
          <p:spPr>
            <a:xfrm rot="1459200">
              <a:off x="4375440" y="-717480"/>
              <a:ext cx="264240" cy="213840"/>
            </a:xfrm>
            <a:custGeom>
              <a:avLst/>
              <a:gdLst>
                <a:gd name="textAreaLeft" fmla="*/ 0 w 264240"/>
                <a:gd name="textAreaRight" fmla="*/ 264600 w 264240"/>
                <a:gd name="textAreaTop" fmla="*/ 0 h 213840"/>
                <a:gd name="textAreaBottom" fmla="*/ 214200 h 213840"/>
              </a:gdLst>
              <a:ahLst/>
              <a:cxnLst/>
              <a:rect l="textAreaLeft" t="textAreaTop" r="textAreaRight" b="textAreaBottom"/>
              <a:pathLst>
                <a:path w="6366" h="5153">
                  <a:moveTo>
                    <a:pt x="3084" y="5153"/>
                  </a:moveTo>
                  <a:cubicBezTo>
                    <a:pt x="3004" y="5153"/>
                    <a:pt x="2944" y="5093"/>
                    <a:pt x="2885" y="5033"/>
                  </a:cubicBezTo>
                  <a:lnTo>
                    <a:pt x="0" y="1274"/>
                  </a:lnTo>
                  <a:lnTo>
                    <a:pt x="1731" y="617"/>
                  </a:lnTo>
                  <a:lnTo>
                    <a:pt x="3501" y="1"/>
                  </a:lnTo>
                  <a:lnTo>
                    <a:pt x="6286" y="3800"/>
                  </a:lnTo>
                  <a:cubicBezTo>
                    <a:pt x="6366" y="3899"/>
                    <a:pt x="6346" y="3999"/>
                    <a:pt x="6267" y="4039"/>
                  </a:cubicBezTo>
                  <a:cubicBezTo>
                    <a:pt x="6187" y="4059"/>
                    <a:pt x="6068" y="3999"/>
                    <a:pt x="5988" y="3899"/>
                  </a:cubicBezTo>
                  <a:lnTo>
                    <a:pt x="3462" y="418"/>
                  </a:lnTo>
                  <a:lnTo>
                    <a:pt x="1990" y="955"/>
                  </a:lnTo>
                  <a:lnTo>
                    <a:pt x="537" y="1473"/>
                  </a:lnTo>
                  <a:lnTo>
                    <a:pt x="3183" y="4894"/>
                  </a:lnTo>
                  <a:cubicBezTo>
                    <a:pt x="3263" y="4994"/>
                    <a:pt x="3223" y="5093"/>
                    <a:pt x="3163" y="5133"/>
                  </a:cubicBezTo>
                  <a:cubicBezTo>
                    <a:pt x="3123" y="5153"/>
                    <a:pt x="3104" y="5153"/>
                    <a:pt x="3084" y="515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" name="Google Shape;25;p2"/>
            <p:cNvSpPr/>
            <p:nvPr/>
          </p:nvSpPr>
          <p:spPr>
            <a:xfrm rot="1459200">
              <a:off x="4391280" y="-560880"/>
              <a:ext cx="86400" cy="72360"/>
            </a:xfrm>
            <a:custGeom>
              <a:avLst/>
              <a:gdLst>
                <a:gd name="textAreaLeft" fmla="*/ 0 w 86400"/>
                <a:gd name="textAreaRight" fmla="*/ 86760 w 86400"/>
                <a:gd name="textAreaTop" fmla="*/ 0 h 72360"/>
                <a:gd name="textAreaBottom" fmla="*/ 72720 h 72360"/>
              </a:gdLst>
              <a:ahLst/>
              <a:cxnLst/>
              <a:rect l="textAreaLeft" t="textAreaTop" r="textAreaRight" b="textAreaBottom"/>
              <a:pathLst>
                <a:path w="2090" h="1751">
                  <a:moveTo>
                    <a:pt x="1791" y="597"/>
                  </a:moveTo>
                  <a:cubicBezTo>
                    <a:pt x="2090" y="995"/>
                    <a:pt x="2010" y="1453"/>
                    <a:pt x="1592" y="1592"/>
                  </a:cubicBezTo>
                  <a:cubicBezTo>
                    <a:pt x="1194" y="1751"/>
                    <a:pt x="598" y="1552"/>
                    <a:pt x="299" y="1154"/>
                  </a:cubicBezTo>
                  <a:cubicBezTo>
                    <a:pt x="1" y="756"/>
                    <a:pt x="80" y="299"/>
                    <a:pt x="478" y="159"/>
                  </a:cubicBezTo>
                  <a:cubicBezTo>
                    <a:pt x="896" y="0"/>
                    <a:pt x="1493" y="199"/>
                    <a:pt x="1791" y="597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360" bIns="36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" name="Google Shape;26;p2"/>
            <p:cNvSpPr/>
            <p:nvPr/>
          </p:nvSpPr>
          <p:spPr>
            <a:xfrm rot="1459200">
              <a:off x="4527000" y="-550440"/>
              <a:ext cx="87480" cy="73440"/>
            </a:xfrm>
            <a:custGeom>
              <a:avLst/>
              <a:gdLst>
                <a:gd name="textAreaLeft" fmla="*/ 0 w 87480"/>
                <a:gd name="textAreaRight" fmla="*/ 87840 w 87480"/>
                <a:gd name="textAreaTop" fmla="*/ 0 h 73440"/>
                <a:gd name="textAreaBottom" fmla="*/ 73800 h 73440"/>
              </a:gdLst>
              <a:ahLst/>
              <a:cxnLst/>
              <a:rect l="textAreaLeft" t="textAreaTop" r="textAreaRight" b="textAreaBottom"/>
              <a:pathLst>
                <a:path w="2109" h="1771">
                  <a:moveTo>
                    <a:pt x="1810" y="617"/>
                  </a:moveTo>
                  <a:cubicBezTo>
                    <a:pt x="2109" y="1015"/>
                    <a:pt x="2009" y="1472"/>
                    <a:pt x="1592" y="1612"/>
                  </a:cubicBezTo>
                  <a:cubicBezTo>
                    <a:pt x="1174" y="1771"/>
                    <a:pt x="597" y="1532"/>
                    <a:pt x="299" y="1154"/>
                  </a:cubicBezTo>
                  <a:cubicBezTo>
                    <a:pt x="0" y="736"/>
                    <a:pt x="100" y="299"/>
                    <a:pt x="517" y="140"/>
                  </a:cubicBezTo>
                  <a:cubicBezTo>
                    <a:pt x="935" y="0"/>
                    <a:pt x="1512" y="199"/>
                    <a:pt x="1810" y="617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720" bIns="36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" name="Google Shape;27;p2"/>
            <p:cNvSpPr/>
            <p:nvPr/>
          </p:nvSpPr>
          <p:spPr>
            <a:xfrm rot="1459200">
              <a:off x="4728960" y="-736560"/>
              <a:ext cx="120600" cy="165960"/>
            </a:xfrm>
            <a:custGeom>
              <a:avLst/>
              <a:gdLst>
                <a:gd name="textAreaLeft" fmla="*/ 0 w 120600"/>
                <a:gd name="textAreaRight" fmla="*/ 120960 w 120600"/>
                <a:gd name="textAreaTop" fmla="*/ 0 h 165960"/>
                <a:gd name="textAreaBottom" fmla="*/ 166320 h 165960"/>
              </a:gdLst>
              <a:ahLst/>
              <a:cxnLst/>
              <a:rect l="textAreaLeft" t="textAreaTop" r="textAreaRight" b="textAreaBottom"/>
              <a:pathLst>
                <a:path w="2906" h="4000">
                  <a:moveTo>
                    <a:pt x="2746" y="3979"/>
                  </a:moveTo>
                  <a:cubicBezTo>
                    <a:pt x="2667" y="3979"/>
                    <a:pt x="2567" y="3939"/>
                    <a:pt x="2507" y="3860"/>
                  </a:cubicBezTo>
                  <a:lnTo>
                    <a:pt x="1" y="80"/>
                  </a:lnTo>
                  <a:lnTo>
                    <a:pt x="200" y="60"/>
                  </a:lnTo>
                  <a:cubicBezTo>
                    <a:pt x="200" y="60"/>
                    <a:pt x="299" y="20"/>
                    <a:pt x="478" y="20"/>
                  </a:cubicBezTo>
                  <a:cubicBezTo>
                    <a:pt x="697" y="1"/>
                    <a:pt x="916" y="1"/>
                    <a:pt x="1155" y="20"/>
                  </a:cubicBezTo>
                  <a:cubicBezTo>
                    <a:pt x="1871" y="100"/>
                    <a:pt x="2408" y="398"/>
                    <a:pt x="2706" y="896"/>
                  </a:cubicBezTo>
                  <a:cubicBezTo>
                    <a:pt x="2766" y="995"/>
                    <a:pt x="2766" y="1095"/>
                    <a:pt x="2667" y="1115"/>
                  </a:cubicBezTo>
                  <a:cubicBezTo>
                    <a:pt x="2587" y="1154"/>
                    <a:pt x="2468" y="1095"/>
                    <a:pt x="2388" y="995"/>
                  </a:cubicBezTo>
                  <a:cubicBezTo>
                    <a:pt x="2169" y="657"/>
                    <a:pt x="1771" y="458"/>
                    <a:pt x="1214" y="398"/>
                  </a:cubicBezTo>
                  <a:cubicBezTo>
                    <a:pt x="1055" y="379"/>
                    <a:pt x="856" y="379"/>
                    <a:pt x="618" y="398"/>
                  </a:cubicBezTo>
                  <a:lnTo>
                    <a:pt x="578" y="398"/>
                  </a:lnTo>
                  <a:lnTo>
                    <a:pt x="2846" y="3780"/>
                  </a:lnTo>
                  <a:cubicBezTo>
                    <a:pt x="2905" y="3880"/>
                    <a:pt x="2885" y="3979"/>
                    <a:pt x="2786" y="3999"/>
                  </a:cubicBezTo>
                  <a:cubicBezTo>
                    <a:pt x="2766" y="3979"/>
                    <a:pt x="2766" y="3979"/>
                    <a:pt x="2746" y="3979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3160" bIns="831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" name="Google Shape;28;p2"/>
            <p:cNvSpPr/>
            <p:nvPr/>
          </p:nvSpPr>
          <p:spPr>
            <a:xfrm rot="1459200">
              <a:off x="4727880" y="-606600"/>
              <a:ext cx="94680" cy="78120"/>
            </a:xfrm>
            <a:custGeom>
              <a:avLst/>
              <a:gdLst>
                <a:gd name="textAreaLeft" fmla="*/ 0 w 94680"/>
                <a:gd name="textAreaRight" fmla="*/ 95040 w 94680"/>
                <a:gd name="textAreaTop" fmla="*/ 0 h 78120"/>
                <a:gd name="textAreaBottom" fmla="*/ 78480 h 78120"/>
              </a:gdLst>
              <a:ahLst/>
              <a:cxnLst/>
              <a:rect l="textAreaLeft" t="textAreaTop" r="textAreaRight" b="textAreaBottom"/>
              <a:pathLst>
                <a:path w="2289" h="1891">
                  <a:moveTo>
                    <a:pt x="1990" y="677"/>
                  </a:moveTo>
                  <a:cubicBezTo>
                    <a:pt x="2288" y="1115"/>
                    <a:pt x="2129" y="1592"/>
                    <a:pt x="1651" y="1751"/>
                  </a:cubicBezTo>
                  <a:cubicBezTo>
                    <a:pt x="1194" y="1891"/>
                    <a:pt x="597" y="1652"/>
                    <a:pt x="299" y="1214"/>
                  </a:cubicBezTo>
                  <a:cubicBezTo>
                    <a:pt x="0" y="777"/>
                    <a:pt x="140" y="299"/>
                    <a:pt x="617" y="180"/>
                  </a:cubicBezTo>
                  <a:cubicBezTo>
                    <a:pt x="1094" y="1"/>
                    <a:pt x="1711" y="220"/>
                    <a:pt x="1990" y="677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9240" bIns="39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" name="Google Shape;29;p2"/>
            <p:cNvSpPr/>
            <p:nvPr/>
          </p:nvSpPr>
          <p:spPr>
            <a:xfrm rot="1459200">
              <a:off x="5879880" y="-611280"/>
              <a:ext cx="112320" cy="188280"/>
            </a:xfrm>
            <a:custGeom>
              <a:avLst/>
              <a:gdLst>
                <a:gd name="textAreaLeft" fmla="*/ 0 w 112320"/>
                <a:gd name="textAreaRight" fmla="*/ 112680 w 112320"/>
                <a:gd name="textAreaTop" fmla="*/ 0 h 188280"/>
                <a:gd name="textAreaBottom" fmla="*/ 188640 h 188280"/>
              </a:gdLst>
              <a:ahLst/>
              <a:cxnLst/>
              <a:rect l="textAreaLeft" t="textAreaTop" r="textAreaRight" b="textAreaBottom"/>
              <a:pathLst>
                <a:path w="2706" h="4536">
                  <a:moveTo>
                    <a:pt x="1174" y="4536"/>
                  </a:moveTo>
                  <a:lnTo>
                    <a:pt x="1174" y="4536"/>
                  </a:lnTo>
                  <a:cubicBezTo>
                    <a:pt x="1055" y="4536"/>
                    <a:pt x="955" y="4436"/>
                    <a:pt x="936" y="4337"/>
                  </a:cubicBezTo>
                  <a:lnTo>
                    <a:pt x="1" y="0"/>
                  </a:lnTo>
                  <a:lnTo>
                    <a:pt x="200" y="40"/>
                  </a:lnTo>
                  <a:cubicBezTo>
                    <a:pt x="239" y="40"/>
                    <a:pt x="757" y="100"/>
                    <a:pt x="1314" y="299"/>
                  </a:cubicBezTo>
                  <a:cubicBezTo>
                    <a:pt x="2308" y="696"/>
                    <a:pt x="2607" y="1253"/>
                    <a:pt x="2666" y="1651"/>
                  </a:cubicBezTo>
                  <a:cubicBezTo>
                    <a:pt x="2706" y="1751"/>
                    <a:pt x="2626" y="1850"/>
                    <a:pt x="2527" y="1830"/>
                  </a:cubicBezTo>
                  <a:cubicBezTo>
                    <a:pt x="2428" y="1830"/>
                    <a:pt x="2328" y="1731"/>
                    <a:pt x="2308" y="1631"/>
                  </a:cubicBezTo>
                  <a:cubicBezTo>
                    <a:pt x="2248" y="1253"/>
                    <a:pt x="1890" y="935"/>
                    <a:pt x="1274" y="676"/>
                  </a:cubicBezTo>
                  <a:cubicBezTo>
                    <a:pt x="975" y="557"/>
                    <a:pt x="677" y="497"/>
                    <a:pt x="478" y="458"/>
                  </a:cubicBezTo>
                  <a:lnTo>
                    <a:pt x="1333" y="4337"/>
                  </a:lnTo>
                  <a:cubicBezTo>
                    <a:pt x="1353" y="4456"/>
                    <a:pt x="1274" y="4536"/>
                    <a:pt x="1174" y="4536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" name="Google Shape;30;p2"/>
            <p:cNvSpPr/>
            <p:nvPr/>
          </p:nvSpPr>
          <p:spPr>
            <a:xfrm rot="1459200">
              <a:off x="5811120" y="-495000"/>
              <a:ext cx="97200" cy="75960"/>
            </a:xfrm>
            <a:custGeom>
              <a:avLst/>
              <a:gdLst>
                <a:gd name="textAreaLeft" fmla="*/ 0 w 97200"/>
                <a:gd name="textAreaRight" fmla="*/ 97560 w 97200"/>
                <a:gd name="textAreaTop" fmla="*/ 0 h 75960"/>
                <a:gd name="textAreaBottom" fmla="*/ 76320 h 75960"/>
              </a:gdLst>
              <a:ahLst/>
              <a:cxnLst/>
              <a:rect l="textAreaLeft" t="textAreaTop" r="textAreaRight" b="textAreaBottom"/>
              <a:pathLst>
                <a:path w="2348" h="1831">
                  <a:moveTo>
                    <a:pt x="2248" y="936"/>
                  </a:moveTo>
                  <a:cubicBezTo>
                    <a:pt x="2348" y="1433"/>
                    <a:pt x="1950" y="1811"/>
                    <a:pt x="1373" y="1831"/>
                  </a:cubicBezTo>
                  <a:cubicBezTo>
                    <a:pt x="1075" y="1831"/>
                    <a:pt x="796" y="1731"/>
                    <a:pt x="557" y="1552"/>
                  </a:cubicBezTo>
                  <a:cubicBezTo>
                    <a:pt x="339" y="1413"/>
                    <a:pt x="160" y="1194"/>
                    <a:pt x="80" y="936"/>
                  </a:cubicBezTo>
                  <a:cubicBezTo>
                    <a:pt x="0" y="697"/>
                    <a:pt x="80" y="458"/>
                    <a:pt x="239" y="299"/>
                  </a:cubicBezTo>
                  <a:cubicBezTo>
                    <a:pt x="378" y="120"/>
                    <a:pt x="637" y="21"/>
                    <a:pt x="935" y="21"/>
                  </a:cubicBezTo>
                  <a:cubicBezTo>
                    <a:pt x="1572" y="1"/>
                    <a:pt x="2149" y="438"/>
                    <a:pt x="2248" y="936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8160" bIns="381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" name="Google Shape;31;p2"/>
            <p:cNvSpPr/>
            <p:nvPr/>
          </p:nvSpPr>
          <p:spPr>
            <a:xfrm rot="1459200">
              <a:off x="5519880" y="-560160"/>
              <a:ext cx="83160" cy="182520"/>
            </a:xfrm>
            <a:custGeom>
              <a:avLst/>
              <a:gdLst>
                <a:gd name="textAreaLeft" fmla="*/ 0 w 83160"/>
                <a:gd name="textAreaRight" fmla="*/ 83520 w 83160"/>
                <a:gd name="textAreaTop" fmla="*/ 0 h 182520"/>
                <a:gd name="textAreaBottom" fmla="*/ 182880 h 182520"/>
              </a:gdLst>
              <a:ahLst/>
              <a:cxnLst/>
              <a:rect l="textAreaLeft" t="textAreaTop" r="textAreaRight" b="textAreaBottom"/>
              <a:pathLst>
                <a:path w="2010" h="4397">
                  <a:moveTo>
                    <a:pt x="1850" y="4396"/>
                  </a:moveTo>
                  <a:cubicBezTo>
                    <a:pt x="1751" y="4396"/>
                    <a:pt x="1652" y="4317"/>
                    <a:pt x="1632" y="4217"/>
                  </a:cubicBezTo>
                  <a:lnTo>
                    <a:pt x="60" y="239"/>
                  </a:lnTo>
                  <a:cubicBezTo>
                    <a:pt x="0" y="139"/>
                    <a:pt x="60" y="40"/>
                    <a:pt x="160" y="20"/>
                  </a:cubicBezTo>
                  <a:cubicBezTo>
                    <a:pt x="259" y="0"/>
                    <a:pt x="358" y="80"/>
                    <a:pt x="398" y="199"/>
                  </a:cubicBezTo>
                  <a:lnTo>
                    <a:pt x="1950" y="4178"/>
                  </a:lnTo>
                  <a:cubicBezTo>
                    <a:pt x="2010" y="4277"/>
                    <a:pt x="1970" y="4376"/>
                    <a:pt x="1850" y="4396"/>
                  </a:cubicBezTo>
                  <a:cubicBezTo>
                    <a:pt x="1870" y="4376"/>
                    <a:pt x="1850" y="4396"/>
                    <a:pt x="1850" y="4396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" name="Google Shape;32;p2"/>
            <p:cNvSpPr/>
            <p:nvPr/>
          </p:nvSpPr>
          <p:spPr>
            <a:xfrm rot="1459200">
              <a:off x="5547960" y="-586440"/>
              <a:ext cx="99000" cy="78120"/>
            </a:xfrm>
            <a:custGeom>
              <a:avLst/>
              <a:gdLst>
                <a:gd name="textAreaLeft" fmla="*/ 0 w 99000"/>
                <a:gd name="textAreaRight" fmla="*/ 99360 w 99000"/>
                <a:gd name="textAreaTop" fmla="*/ 0 h 78120"/>
                <a:gd name="textAreaBottom" fmla="*/ 78480 h 78120"/>
              </a:gdLst>
              <a:ahLst/>
              <a:cxnLst/>
              <a:rect l="textAreaLeft" t="textAreaTop" r="textAreaRight" b="textAreaBottom"/>
              <a:pathLst>
                <a:path w="2388" h="1891">
                  <a:moveTo>
                    <a:pt x="199" y="1055"/>
                  </a:moveTo>
                  <a:cubicBezTo>
                    <a:pt x="0" y="597"/>
                    <a:pt x="339" y="140"/>
                    <a:pt x="876" y="60"/>
                  </a:cubicBezTo>
                  <a:cubicBezTo>
                    <a:pt x="1453" y="0"/>
                    <a:pt x="2049" y="339"/>
                    <a:pt x="2228" y="836"/>
                  </a:cubicBezTo>
                  <a:cubicBezTo>
                    <a:pt x="2387" y="1333"/>
                    <a:pt x="2069" y="1751"/>
                    <a:pt x="1532" y="1831"/>
                  </a:cubicBezTo>
                  <a:cubicBezTo>
                    <a:pt x="995" y="1890"/>
                    <a:pt x="398" y="1532"/>
                    <a:pt x="199" y="105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9240" bIns="39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" name="Google Shape;33;p2"/>
            <p:cNvSpPr/>
            <p:nvPr/>
          </p:nvSpPr>
          <p:spPr>
            <a:xfrm rot="1459200">
              <a:off x="5021280" y="-569520"/>
              <a:ext cx="379440" cy="246240"/>
            </a:xfrm>
            <a:custGeom>
              <a:avLst/>
              <a:gdLst>
                <a:gd name="textAreaLeft" fmla="*/ 0 w 379440"/>
                <a:gd name="textAreaRight" fmla="*/ 379800 w 379440"/>
                <a:gd name="textAreaTop" fmla="*/ 0 h 246240"/>
                <a:gd name="textAreaBottom" fmla="*/ 246600 h 246240"/>
              </a:gdLst>
              <a:ahLst/>
              <a:cxnLst/>
              <a:rect l="textAreaLeft" t="textAreaTop" r="textAreaRight" b="textAreaBottom"/>
              <a:pathLst>
                <a:path w="9132" h="5929">
                  <a:moveTo>
                    <a:pt x="2587" y="5929"/>
                  </a:moveTo>
                  <a:cubicBezTo>
                    <a:pt x="2527" y="5929"/>
                    <a:pt x="2428" y="5869"/>
                    <a:pt x="2368" y="5770"/>
                  </a:cubicBezTo>
                  <a:lnTo>
                    <a:pt x="1" y="1712"/>
                  </a:lnTo>
                  <a:lnTo>
                    <a:pt x="160" y="1672"/>
                  </a:lnTo>
                  <a:cubicBezTo>
                    <a:pt x="2826" y="916"/>
                    <a:pt x="4875" y="419"/>
                    <a:pt x="6864" y="21"/>
                  </a:cubicBezTo>
                  <a:lnTo>
                    <a:pt x="7043" y="1"/>
                  </a:lnTo>
                  <a:lnTo>
                    <a:pt x="9092" y="4238"/>
                  </a:lnTo>
                  <a:cubicBezTo>
                    <a:pt x="9132" y="4337"/>
                    <a:pt x="9112" y="4437"/>
                    <a:pt x="9012" y="4457"/>
                  </a:cubicBezTo>
                  <a:cubicBezTo>
                    <a:pt x="8913" y="4477"/>
                    <a:pt x="8813" y="4397"/>
                    <a:pt x="8774" y="4298"/>
                  </a:cubicBezTo>
                  <a:lnTo>
                    <a:pt x="6864" y="419"/>
                  </a:lnTo>
                  <a:cubicBezTo>
                    <a:pt x="4974" y="796"/>
                    <a:pt x="3005" y="1294"/>
                    <a:pt x="518" y="1990"/>
                  </a:cubicBezTo>
                  <a:lnTo>
                    <a:pt x="2666" y="5710"/>
                  </a:lnTo>
                  <a:cubicBezTo>
                    <a:pt x="2726" y="5809"/>
                    <a:pt x="2686" y="5909"/>
                    <a:pt x="2627" y="5929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" name="Google Shape;34;p2"/>
            <p:cNvSpPr/>
            <p:nvPr/>
          </p:nvSpPr>
          <p:spPr>
            <a:xfrm rot="1459200">
              <a:off x="5019120" y="-417600"/>
              <a:ext cx="87480" cy="75960"/>
            </a:xfrm>
            <a:custGeom>
              <a:avLst/>
              <a:gdLst>
                <a:gd name="textAreaLeft" fmla="*/ 0 w 87480"/>
                <a:gd name="textAreaRight" fmla="*/ 87840 w 87480"/>
                <a:gd name="textAreaTop" fmla="*/ 0 h 75960"/>
                <a:gd name="textAreaBottom" fmla="*/ 76320 h 75960"/>
              </a:gdLst>
              <a:ahLst/>
              <a:cxnLst/>
              <a:rect l="textAreaLeft" t="textAreaTop" r="textAreaRight" b="textAreaBottom"/>
              <a:pathLst>
                <a:path w="2110" h="1832">
                  <a:moveTo>
                    <a:pt x="1851" y="697"/>
                  </a:moveTo>
                  <a:cubicBezTo>
                    <a:pt x="2109" y="1135"/>
                    <a:pt x="1950" y="1572"/>
                    <a:pt x="1513" y="1692"/>
                  </a:cubicBezTo>
                  <a:cubicBezTo>
                    <a:pt x="1055" y="1831"/>
                    <a:pt x="498" y="1572"/>
                    <a:pt x="240" y="1135"/>
                  </a:cubicBezTo>
                  <a:cubicBezTo>
                    <a:pt x="1" y="697"/>
                    <a:pt x="140" y="260"/>
                    <a:pt x="598" y="120"/>
                  </a:cubicBezTo>
                  <a:cubicBezTo>
                    <a:pt x="1035" y="1"/>
                    <a:pt x="1612" y="279"/>
                    <a:pt x="1851" y="697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8160" bIns="381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" name="Google Shape;35;p2"/>
            <p:cNvSpPr/>
            <p:nvPr/>
          </p:nvSpPr>
          <p:spPr>
            <a:xfrm rot="1459200">
              <a:off x="5286960" y="-365760"/>
              <a:ext cx="86400" cy="74880"/>
            </a:xfrm>
            <a:custGeom>
              <a:avLst/>
              <a:gdLst>
                <a:gd name="textAreaLeft" fmla="*/ 0 w 86400"/>
                <a:gd name="textAreaRight" fmla="*/ 86760 w 86400"/>
                <a:gd name="textAreaTop" fmla="*/ 0 h 74880"/>
                <a:gd name="textAreaBottom" fmla="*/ 75240 h 74880"/>
              </a:gdLst>
              <a:ahLst/>
              <a:cxnLst/>
              <a:rect l="textAreaLeft" t="textAreaTop" r="textAreaRight" b="textAreaBottom"/>
              <a:pathLst>
                <a:path w="2090" h="1811">
                  <a:moveTo>
                    <a:pt x="1850" y="736"/>
                  </a:moveTo>
                  <a:cubicBezTo>
                    <a:pt x="2089" y="1194"/>
                    <a:pt x="1890" y="1651"/>
                    <a:pt x="1433" y="1711"/>
                  </a:cubicBezTo>
                  <a:cubicBezTo>
                    <a:pt x="995" y="1810"/>
                    <a:pt x="438" y="1512"/>
                    <a:pt x="219" y="1074"/>
                  </a:cubicBezTo>
                  <a:cubicBezTo>
                    <a:pt x="0" y="617"/>
                    <a:pt x="199" y="179"/>
                    <a:pt x="637" y="100"/>
                  </a:cubicBezTo>
                  <a:cubicBezTo>
                    <a:pt x="1114" y="0"/>
                    <a:pt x="1652" y="299"/>
                    <a:pt x="1850" y="736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7440" bIns="37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" name="Google Shape;36;p2"/>
            <p:cNvSpPr/>
            <p:nvPr/>
          </p:nvSpPr>
          <p:spPr>
            <a:xfrm rot="1459200">
              <a:off x="5154120" y="-393840"/>
              <a:ext cx="86400" cy="74880"/>
            </a:xfrm>
            <a:custGeom>
              <a:avLst/>
              <a:gdLst>
                <a:gd name="textAreaLeft" fmla="*/ 0 w 86400"/>
                <a:gd name="textAreaRight" fmla="*/ 86760 w 86400"/>
                <a:gd name="textAreaTop" fmla="*/ 0 h 74880"/>
                <a:gd name="textAreaBottom" fmla="*/ 75240 h 74880"/>
              </a:gdLst>
              <a:ahLst/>
              <a:cxnLst/>
              <a:rect l="textAreaLeft" t="textAreaTop" r="textAreaRight" b="textAreaBottom"/>
              <a:pathLst>
                <a:path w="2090" h="1811">
                  <a:moveTo>
                    <a:pt x="1851" y="717"/>
                  </a:moveTo>
                  <a:cubicBezTo>
                    <a:pt x="2089" y="1174"/>
                    <a:pt x="1910" y="1592"/>
                    <a:pt x="1493" y="1711"/>
                  </a:cubicBezTo>
                  <a:cubicBezTo>
                    <a:pt x="1035" y="1811"/>
                    <a:pt x="498" y="1572"/>
                    <a:pt x="239" y="1114"/>
                  </a:cubicBezTo>
                  <a:cubicBezTo>
                    <a:pt x="1" y="677"/>
                    <a:pt x="180" y="239"/>
                    <a:pt x="617" y="120"/>
                  </a:cubicBezTo>
                  <a:cubicBezTo>
                    <a:pt x="1055" y="0"/>
                    <a:pt x="1612" y="279"/>
                    <a:pt x="1851" y="717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7440" bIns="37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" name="Google Shape;37;p2"/>
            <p:cNvSpPr/>
            <p:nvPr/>
          </p:nvSpPr>
          <p:spPr>
            <a:xfrm rot="1459200">
              <a:off x="5161680" y="-532800"/>
              <a:ext cx="104040" cy="171000"/>
            </a:xfrm>
            <a:custGeom>
              <a:avLst/>
              <a:gdLst>
                <a:gd name="textAreaLeft" fmla="*/ 0 w 104040"/>
                <a:gd name="textAreaRight" fmla="*/ 104400 w 104040"/>
                <a:gd name="textAreaTop" fmla="*/ 0 h 171000"/>
                <a:gd name="textAreaBottom" fmla="*/ 171360 h 171000"/>
              </a:gdLst>
              <a:ahLst/>
              <a:cxnLst/>
              <a:rect l="textAreaLeft" t="textAreaTop" r="textAreaRight" b="textAreaBottom"/>
              <a:pathLst>
                <a:path w="2508" h="4118">
                  <a:moveTo>
                    <a:pt x="2169" y="4118"/>
                  </a:moveTo>
                  <a:lnTo>
                    <a:pt x="1" y="60"/>
                  </a:lnTo>
                  <a:lnTo>
                    <a:pt x="319" y="0"/>
                  </a:lnTo>
                  <a:lnTo>
                    <a:pt x="2507" y="4038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5680" bIns="85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" name="Google Shape;38;p2"/>
            <p:cNvSpPr/>
            <p:nvPr/>
          </p:nvSpPr>
          <p:spPr>
            <a:xfrm rot="1459200">
              <a:off x="5063760" y="-537840"/>
              <a:ext cx="291600" cy="83160"/>
            </a:xfrm>
            <a:custGeom>
              <a:avLst/>
              <a:gdLst>
                <a:gd name="textAreaLeft" fmla="*/ 0 w 291600"/>
                <a:gd name="textAreaRight" fmla="*/ 291960 w 291600"/>
                <a:gd name="textAreaTop" fmla="*/ 0 h 83160"/>
                <a:gd name="textAreaBottom" fmla="*/ 83520 h 83160"/>
              </a:gdLst>
              <a:ahLst/>
              <a:cxnLst/>
              <a:rect l="textAreaLeft" t="textAreaTop" r="textAreaRight" b="textAreaBottom"/>
              <a:pathLst>
                <a:path w="7024" h="2010">
                  <a:moveTo>
                    <a:pt x="260" y="2009"/>
                  </a:moveTo>
                  <a:cubicBezTo>
                    <a:pt x="200" y="2009"/>
                    <a:pt x="100" y="1969"/>
                    <a:pt x="41" y="1870"/>
                  </a:cubicBezTo>
                  <a:cubicBezTo>
                    <a:pt x="1" y="1771"/>
                    <a:pt x="21" y="1671"/>
                    <a:pt x="100" y="1631"/>
                  </a:cubicBezTo>
                  <a:cubicBezTo>
                    <a:pt x="2726" y="915"/>
                    <a:pt x="4775" y="398"/>
                    <a:pt x="6725" y="20"/>
                  </a:cubicBezTo>
                  <a:cubicBezTo>
                    <a:pt x="6824" y="0"/>
                    <a:pt x="6924" y="80"/>
                    <a:pt x="6983" y="179"/>
                  </a:cubicBezTo>
                  <a:cubicBezTo>
                    <a:pt x="7023" y="279"/>
                    <a:pt x="7003" y="378"/>
                    <a:pt x="6904" y="398"/>
                  </a:cubicBezTo>
                  <a:cubicBezTo>
                    <a:pt x="4934" y="776"/>
                    <a:pt x="2905" y="1293"/>
                    <a:pt x="299" y="2009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1760" bIns="41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" name="Google Shape;39;p2"/>
            <p:cNvSpPr/>
            <p:nvPr/>
          </p:nvSpPr>
          <p:spPr>
            <a:xfrm rot="1459200">
              <a:off x="5983920" y="-216360"/>
              <a:ext cx="185040" cy="231480"/>
            </a:xfrm>
            <a:custGeom>
              <a:avLst/>
              <a:gdLst>
                <a:gd name="textAreaLeft" fmla="*/ 0 w 185040"/>
                <a:gd name="textAreaRight" fmla="*/ 185400 w 185040"/>
                <a:gd name="textAreaTop" fmla="*/ 0 h 231480"/>
                <a:gd name="textAreaBottom" fmla="*/ 231840 h 231480"/>
              </a:gdLst>
              <a:ahLst/>
              <a:cxnLst/>
              <a:rect l="textAreaLeft" t="textAreaTop" r="textAreaRight" b="textAreaBottom"/>
              <a:pathLst>
                <a:path w="4457" h="5571">
                  <a:moveTo>
                    <a:pt x="4138" y="5570"/>
                  </a:moveTo>
                  <a:lnTo>
                    <a:pt x="4078" y="5570"/>
                  </a:lnTo>
                  <a:cubicBezTo>
                    <a:pt x="3979" y="5550"/>
                    <a:pt x="3899" y="5411"/>
                    <a:pt x="3899" y="5312"/>
                  </a:cubicBezTo>
                  <a:lnTo>
                    <a:pt x="4039" y="1273"/>
                  </a:lnTo>
                  <a:cubicBezTo>
                    <a:pt x="2865" y="915"/>
                    <a:pt x="1652" y="637"/>
                    <a:pt x="398" y="438"/>
                  </a:cubicBezTo>
                  <a:lnTo>
                    <a:pt x="776" y="4576"/>
                  </a:lnTo>
                  <a:cubicBezTo>
                    <a:pt x="776" y="4675"/>
                    <a:pt x="697" y="4755"/>
                    <a:pt x="597" y="4755"/>
                  </a:cubicBezTo>
                  <a:cubicBezTo>
                    <a:pt x="498" y="4735"/>
                    <a:pt x="398" y="4635"/>
                    <a:pt x="398" y="4536"/>
                  </a:cubicBezTo>
                  <a:lnTo>
                    <a:pt x="0" y="0"/>
                  </a:lnTo>
                  <a:lnTo>
                    <a:pt x="199" y="20"/>
                  </a:lnTo>
                  <a:cubicBezTo>
                    <a:pt x="1592" y="239"/>
                    <a:pt x="2945" y="557"/>
                    <a:pt x="4258" y="935"/>
                  </a:cubicBezTo>
                  <a:lnTo>
                    <a:pt x="4456" y="995"/>
                  </a:lnTo>
                  <a:lnTo>
                    <a:pt x="4258" y="5451"/>
                  </a:lnTo>
                  <a:cubicBezTo>
                    <a:pt x="4258" y="5510"/>
                    <a:pt x="4198" y="5570"/>
                    <a:pt x="4138" y="557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" name="Google Shape;40;p2"/>
            <p:cNvSpPr/>
            <p:nvPr/>
          </p:nvSpPr>
          <p:spPr>
            <a:xfrm rot="1459200">
              <a:off x="5922000" y="-116640"/>
              <a:ext cx="75960" cy="7740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77400"/>
                <a:gd name="textAreaBottom" fmla="*/ 77760 h 77400"/>
              </a:gdLst>
              <a:ahLst/>
              <a:cxnLst/>
              <a:rect l="textAreaLeft" t="textAreaTop" r="textAreaRight" b="textAreaBottom"/>
              <a:pathLst>
                <a:path w="1832" h="1871">
                  <a:moveTo>
                    <a:pt x="1791" y="1075"/>
                  </a:moveTo>
                  <a:cubicBezTo>
                    <a:pt x="1831" y="1552"/>
                    <a:pt x="1493" y="1870"/>
                    <a:pt x="1015" y="1791"/>
                  </a:cubicBezTo>
                  <a:cubicBezTo>
                    <a:pt x="578" y="1711"/>
                    <a:pt x="140" y="1273"/>
                    <a:pt x="81" y="796"/>
                  </a:cubicBezTo>
                  <a:cubicBezTo>
                    <a:pt x="1" y="319"/>
                    <a:pt x="339" y="0"/>
                    <a:pt x="836" y="60"/>
                  </a:cubicBezTo>
                  <a:cubicBezTo>
                    <a:pt x="1314" y="120"/>
                    <a:pt x="1771" y="597"/>
                    <a:pt x="1791" y="107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8880" bIns="38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" name="Google Shape;41;p2"/>
            <p:cNvSpPr/>
            <p:nvPr/>
          </p:nvSpPr>
          <p:spPr>
            <a:xfrm rot="1459200">
              <a:off x="6044760" y="-26640"/>
              <a:ext cx="70920" cy="76680"/>
            </a:xfrm>
            <a:custGeom>
              <a:avLst/>
              <a:gdLst>
                <a:gd name="textAreaLeft" fmla="*/ 0 w 70920"/>
                <a:gd name="textAreaRight" fmla="*/ 71280 w 70920"/>
                <a:gd name="textAreaTop" fmla="*/ 0 h 76680"/>
                <a:gd name="textAreaBottom" fmla="*/ 77040 h 76680"/>
              </a:gdLst>
              <a:ahLst/>
              <a:cxnLst/>
              <a:rect l="textAreaLeft" t="textAreaTop" r="textAreaRight" b="textAreaBottom"/>
              <a:pathLst>
                <a:path w="1712" h="1851">
                  <a:moveTo>
                    <a:pt x="1711" y="1174"/>
                  </a:moveTo>
                  <a:cubicBezTo>
                    <a:pt x="1711" y="1393"/>
                    <a:pt x="1612" y="1592"/>
                    <a:pt x="1433" y="1691"/>
                  </a:cubicBezTo>
                  <a:cubicBezTo>
                    <a:pt x="1294" y="1790"/>
                    <a:pt x="1095" y="1850"/>
                    <a:pt x="836" y="1771"/>
                  </a:cubicBezTo>
                  <a:cubicBezTo>
                    <a:pt x="717" y="1751"/>
                    <a:pt x="617" y="1671"/>
                    <a:pt x="518" y="1611"/>
                  </a:cubicBezTo>
                  <a:cubicBezTo>
                    <a:pt x="418" y="1532"/>
                    <a:pt x="319" y="1472"/>
                    <a:pt x="239" y="1373"/>
                  </a:cubicBezTo>
                  <a:cubicBezTo>
                    <a:pt x="100" y="1174"/>
                    <a:pt x="1" y="935"/>
                    <a:pt x="1" y="696"/>
                  </a:cubicBezTo>
                  <a:cubicBezTo>
                    <a:pt x="1" y="438"/>
                    <a:pt x="80" y="279"/>
                    <a:pt x="239" y="139"/>
                  </a:cubicBezTo>
                  <a:cubicBezTo>
                    <a:pt x="319" y="100"/>
                    <a:pt x="418" y="40"/>
                    <a:pt x="518" y="20"/>
                  </a:cubicBezTo>
                  <a:cubicBezTo>
                    <a:pt x="617" y="0"/>
                    <a:pt x="737" y="20"/>
                    <a:pt x="876" y="40"/>
                  </a:cubicBezTo>
                  <a:cubicBezTo>
                    <a:pt x="1115" y="119"/>
                    <a:pt x="1314" y="279"/>
                    <a:pt x="1473" y="478"/>
                  </a:cubicBezTo>
                  <a:cubicBezTo>
                    <a:pt x="1632" y="696"/>
                    <a:pt x="1711" y="935"/>
                    <a:pt x="1711" y="1174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8520" bIns="38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" name="Google Shape;42;p2"/>
            <p:cNvSpPr/>
            <p:nvPr/>
          </p:nvSpPr>
          <p:spPr>
            <a:xfrm rot="1459200">
              <a:off x="7221240" y="1453680"/>
              <a:ext cx="185760" cy="253800"/>
            </a:xfrm>
            <a:custGeom>
              <a:avLst/>
              <a:gdLst>
                <a:gd name="textAreaLeft" fmla="*/ 0 w 185760"/>
                <a:gd name="textAreaRight" fmla="*/ 186120 w 185760"/>
                <a:gd name="textAreaTop" fmla="*/ 0 h 253800"/>
                <a:gd name="textAreaBottom" fmla="*/ 254160 h 253800"/>
              </a:gdLst>
              <a:ahLst/>
              <a:cxnLst/>
              <a:rect l="textAreaLeft" t="textAreaTop" r="textAreaRight" b="textAreaBottom"/>
              <a:pathLst>
                <a:path w="4477" h="6109">
                  <a:moveTo>
                    <a:pt x="4337" y="6108"/>
                  </a:moveTo>
                  <a:lnTo>
                    <a:pt x="4337" y="6108"/>
                  </a:lnTo>
                  <a:cubicBezTo>
                    <a:pt x="4238" y="6108"/>
                    <a:pt x="4118" y="5989"/>
                    <a:pt x="4098" y="5869"/>
                  </a:cubicBezTo>
                  <a:lnTo>
                    <a:pt x="3581" y="956"/>
                  </a:lnTo>
                  <a:cubicBezTo>
                    <a:pt x="2567" y="856"/>
                    <a:pt x="1512" y="717"/>
                    <a:pt x="398" y="518"/>
                  </a:cubicBezTo>
                  <a:lnTo>
                    <a:pt x="597" y="5292"/>
                  </a:lnTo>
                  <a:cubicBezTo>
                    <a:pt x="597" y="5412"/>
                    <a:pt x="518" y="5491"/>
                    <a:pt x="418" y="5491"/>
                  </a:cubicBezTo>
                  <a:cubicBezTo>
                    <a:pt x="319" y="5471"/>
                    <a:pt x="259" y="5332"/>
                    <a:pt x="219" y="5213"/>
                  </a:cubicBezTo>
                  <a:lnTo>
                    <a:pt x="0" y="1"/>
                  </a:lnTo>
                  <a:lnTo>
                    <a:pt x="179" y="21"/>
                  </a:lnTo>
                  <a:cubicBezTo>
                    <a:pt x="1433" y="260"/>
                    <a:pt x="2586" y="419"/>
                    <a:pt x="3681" y="518"/>
                  </a:cubicBezTo>
                  <a:lnTo>
                    <a:pt x="3860" y="538"/>
                  </a:lnTo>
                  <a:lnTo>
                    <a:pt x="4417" y="5909"/>
                  </a:lnTo>
                  <a:cubicBezTo>
                    <a:pt x="4476" y="6028"/>
                    <a:pt x="4436" y="6108"/>
                    <a:pt x="4337" y="610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" name="Google Shape;43;p2"/>
            <p:cNvSpPr/>
            <p:nvPr/>
          </p:nvSpPr>
          <p:spPr>
            <a:xfrm rot="1459200">
              <a:off x="7142040" y="1569960"/>
              <a:ext cx="80640" cy="88920"/>
            </a:xfrm>
            <a:custGeom>
              <a:avLst/>
              <a:gdLst>
                <a:gd name="textAreaLeft" fmla="*/ 0 w 80640"/>
                <a:gd name="textAreaRight" fmla="*/ 81000 w 80640"/>
                <a:gd name="textAreaTop" fmla="*/ 0 h 88920"/>
                <a:gd name="textAreaBottom" fmla="*/ 89280 h 88920"/>
              </a:gdLst>
              <a:ahLst/>
              <a:cxnLst/>
              <a:rect l="textAreaLeft" t="textAreaTop" r="textAreaRight" b="textAreaBottom"/>
              <a:pathLst>
                <a:path w="1950" h="2149">
                  <a:moveTo>
                    <a:pt x="1910" y="1293"/>
                  </a:moveTo>
                  <a:cubicBezTo>
                    <a:pt x="1950" y="1572"/>
                    <a:pt x="1850" y="1791"/>
                    <a:pt x="1671" y="1950"/>
                  </a:cubicBezTo>
                  <a:cubicBezTo>
                    <a:pt x="1492" y="2089"/>
                    <a:pt x="1273" y="2149"/>
                    <a:pt x="995" y="2069"/>
                  </a:cubicBezTo>
                  <a:cubicBezTo>
                    <a:pt x="716" y="1990"/>
                    <a:pt x="478" y="1811"/>
                    <a:pt x="299" y="1592"/>
                  </a:cubicBezTo>
                  <a:cubicBezTo>
                    <a:pt x="120" y="1373"/>
                    <a:pt x="0" y="1075"/>
                    <a:pt x="0" y="816"/>
                  </a:cubicBezTo>
                  <a:cubicBezTo>
                    <a:pt x="0" y="557"/>
                    <a:pt x="100" y="319"/>
                    <a:pt x="279" y="199"/>
                  </a:cubicBezTo>
                  <a:cubicBezTo>
                    <a:pt x="458" y="80"/>
                    <a:pt x="677" y="0"/>
                    <a:pt x="915" y="80"/>
                  </a:cubicBezTo>
                  <a:cubicBezTo>
                    <a:pt x="1174" y="159"/>
                    <a:pt x="1413" y="299"/>
                    <a:pt x="1592" y="518"/>
                  </a:cubicBezTo>
                  <a:cubicBezTo>
                    <a:pt x="1791" y="756"/>
                    <a:pt x="1890" y="995"/>
                    <a:pt x="1910" y="129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4640" bIns="446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" name="Google Shape;44;p2"/>
            <p:cNvSpPr/>
            <p:nvPr/>
          </p:nvSpPr>
          <p:spPr>
            <a:xfrm rot="1459200">
              <a:off x="7276680" y="1663920"/>
              <a:ext cx="83160" cy="88920"/>
            </a:xfrm>
            <a:custGeom>
              <a:avLst/>
              <a:gdLst>
                <a:gd name="textAreaLeft" fmla="*/ 0 w 83160"/>
                <a:gd name="textAreaRight" fmla="*/ 83520 w 83160"/>
                <a:gd name="textAreaTop" fmla="*/ 0 h 88920"/>
                <a:gd name="textAreaBottom" fmla="*/ 89280 h 88920"/>
              </a:gdLst>
              <a:ahLst/>
              <a:cxnLst/>
              <a:rect l="textAreaLeft" t="textAreaTop" r="textAreaRight" b="textAreaBottom"/>
              <a:pathLst>
                <a:path w="2010" h="2149">
                  <a:moveTo>
                    <a:pt x="1950" y="1174"/>
                  </a:moveTo>
                  <a:cubicBezTo>
                    <a:pt x="2010" y="1751"/>
                    <a:pt x="1652" y="2149"/>
                    <a:pt x="1095" y="2089"/>
                  </a:cubicBezTo>
                  <a:cubicBezTo>
                    <a:pt x="577" y="2049"/>
                    <a:pt x="100" y="1492"/>
                    <a:pt x="60" y="955"/>
                  </a:cubicBezTo>
                  <a:cubicBezTo>
                    <a:pt x="0" y="378"/>
                    <a:pt x="398" y="0"/>
                    <a:pt x="896" y="60"/>
                  </a:cubicBezTo>
                  <a:cubicBezTo>
                    <a:pt x="1393" y="100"/>
                    <a:pt x="1870" y="597"/>
                    <a:pt x="1950" y="1174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4640" bIns="446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" name="Google Shape;45;p2"/>
            <p:cNvSpPr/>
            <p:nvPr/>
          </p:nvSpPr>
          <p:spPr>
            <a:xfrm rot="1459200">
              <a:off x="6328800" y="14400"/>
              <a:ext cx="120600" cy="178560"/>
            </a:xfrm>
            <a:custGeom>
              <a:avLst/>
              <a:gdLst>
                <a:gd name="textAreaLeft" fmla="*/ 0 w 120600"/>
                <a:gd name="textAreaRight" fmla="*/ 120960 w 120600"/>
                <a:gd name="textAreaTop" fmla="*/ 0 h 178560"/>
                <a:gd name="textAreaBottom" fmla="*/ 178920 h 178560"/>
              </a:gdLst>
              <a:ahLst/>
              <a:cxnLst/>
              <a:rect l="textAreaLeft" t="textAreaTop" r="textAreaRight" b="textAreaBottom"/>
              <a:pathLst>
                <a:path w="2905" h="4298">
                  <a:moveTo>
                    <a:pt x="259" y="4297"/>
                  </a:moveTo>
                  <a:cubicBezTo>
                    <a:pt x="219" y="4297"/>
                    <a:pt x="179" y="4297"/>
                    <a:pt x="160" y="4257"/>
                  </a:cubicBezTo>
                  <a:cubicBezTo>
                    <a:pt x="60" y="4217"/>
                    <a:pt x="0" y="4078"/>
                    <a:pt x="20" y="3979"/>
                  </a:cubicBezTo>
                  <a:lnTo>
                    <a:pt x="1194" y="0"/>
                  </a:lnTo>
                  <a:lnTo>
                    <a:pt x="1393" y="139"/>
                  </a:lnTo>
                  <a:cubicBezTo>
                    <a:pt x="1413" y="159"/>
                    <a:pt x="1870" y="458"/>
                    <a:pt x="2268" y="935"/>
                  </a:cubicBezTo>
                  <a:cubicBezTo>
                    <a:pt x="2487" y="1194"/>
                    <a:pt x="2666" y="1472"/>
                    <a:pt x="2766" y="1751"/>
                  </a:cubicBezTo>
                  <a:cubicBezTo>
                    <a:pt x="2885" y="2069"/>
                    <a:pt x="2905" y="2427"/>
                    <a:pt x="2785" y="2686"/>
                  </a:cubicBezTo>
                  <a:cubicBezTo>
                    <a:pt x="2766" y="2785"/>
                    <a:pt x="2646" y="2825"/>
                    <a:pt x="2547" y="2745"/>
                  </a:cubicBezTo>
                  <a:cubicBezTo>
                    <a:pt x="2427" y="2666"/>
                    <a:pt x="2388" y="2547"/>
                    <a:pt x="2427" y="2447"/>
                  </a:cubicBezTo>
                  <a:cubicBezTo>
                    <a:pt x="2547" y="2228"/>
                    <a:pt x="2467" y="1970"/>
                    <a:pt x="2407" y="1830"/>
                  </a:cubicBezTo>
                  <a:cubicBezTo>
                    <a:pt x="2348" y="1631"/>
                    <a:pt x="2189" y="1413"/>
                    <a:pt x="1990" y="1174"/>
                  </a:cubicBezTo>
                  <a:cubicBezTo>
                    <a:pt x="1791" y="935"/>
                    <a:pt x="1572" y="756"/>
                    <a:pt x="1413" y="637"/>
                  </a:cubicBezTo>
                  <a:lnTo>
                    <a:pt x="378" y="4198"/>
                  </a:lnTo>
                  <a:cubicBezTo>
                    <a:pt x="358" y="4257"/>
                    <a:pt x="299" y="4297"/>
                    <a:pt x="259" y="4297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9280" bIns="892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" name="Google Shape;46;p2"/>
            <p:cNvSpPr/>
            <p:nvPr/>
          </p:nvSpPr>
          <p:spPr>
            <a:xfrm rot="1459200">
              <a:off x="6246720" y="82080"/>
              <a:ext cx="84240" cy="9252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92520"/>
                <a:gd name="textAreaBottom" fmla="*/ 92880 h 92520"/>
              </a:gdLst>
              <a:ahLst/>
              <a:cxnLst/>
              <a:rect l="textAreaLeft" t="textAreaTop" r="textAreaRight" b="textAreaBottom"/>
              <a:pathLst>
                <a:path w="2030" h="2229">
                  <a:moveTo>
                    <a:pt x="1890" y="1632"/>
                  </a:moveTo>
                  <a:cubicBezTo>
                    <a:pt x="1731" y="2069"/>
                    <a:pt x="1274" y="2228"/>
                    <a:pt x="796" y="1950"/>
                  </a:cubicBezTo>
                  <a:cubicBezTo>
                    <a:pt x="319" y="1691"/>
                    <a:pt x="1" y="1114"/>
                    <a:pt x="100" y="657"/>
                  </a:cubicBezTo>
                  <a:cubicBezTo>
                    <a:pt x="200" y="179"/>
                    <a:pt x="697" y="0"/>
                    <a:pt x="1214" y="279"/>
                  </a:cubicBezTo>
                  <a:cubicBezTo>
                    <a:pt x="1711" y="557"/>
                    <a:pt x="2030" y="1174"/>
                    <a:pt x="1890" y="1632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440" bIns="46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" name="Google Shape;47;p2"/>
            <p:cNvSpPr/>
            <p:nvPr/>
          </p:nvSpPr>
          <p:spPr>
            <a:xfrm rot="1459200">
              <a:off x="7525440" y="1790640"/>
              <a:ext cx="99000" cy="229680"/>
            </a:xfrm>
            <a:custGeom>
              <a:avLst/>
              <a:gdLst>
                <a:gd name="textAreaLeft" fmla="*/ 0 w 99000"/>
                <a:gd name="textAreaRight" fmla="*/ 99360 w 99000"/>
                <a:gd name="textAreaTop" fmla="*/ 0 h 229680"/>
                <a:gd name="textAreaBottom" fmla="*/ 230040 h 229680"/>
              </a:gdLst>
              <a:ahLst/>
              <a:cxnLst/>
              <a:rect l="textAreaLeft" t="textAreaTop" r="textAreaRight" b="textAreaBottom"/>
              <a:pathLst>
                <a:path w="2388" h="5531">
                  <a:moveTo>
                    <a:pt x="1234" y="5530"/>
                  </a:moveTo>
                  <a:cubicBezTo>
                    <a:pt x="1134" y="5530"/>
                    <a:pt x="1055" y="5431"/>
                    <a:pt x="1035" y="5291"/>
                  </a:cubicBezTo>
                  <a:lnTo>
                    <a:pt x="1" y="0"/>
                  </a:lnTo>
                  <a:lnTo>
                    <a:pt x="200" y="20"/>
                  </a:lnTo>
                  <a:cubicBezTo>
                    <a:pt x="239" y="20"/>
                    <a:pt x="657" y="60"/>
                    <a:pt x="1134" y="259"/>
                  </a:cubicBezTo>
                  <a:cubicBezTo>
                    <a:pt x="1791" y="517"/>
                    <a:pt x="2229" y="1015"/>
                    <a:pt x="2368" y="1691"/>
                  </a:cubicBezTo>
                  <a:cubicBezTo>
                    <a:pt x="2388" y="1810"/>
                    <a:pt x="2348" y="1950"/>
                    <a:pt x="2248" y="1969"/>
                  </a:cubicBezTo>
                  <a:cubicBezTo>
                    <a:pt x="2149" y="1989"/>
                    <a:pt x="2050" y="1890"/>
                    <a:pt x="2030" y="1731"/>
                  </a:cubicBezTo>
                  <a:cubicBezTo>
                    <a:pt x="1930" y="1273"/>
                    <a:pt x="1592" y="915"/>
                    <a:pt x="1075" y="696"/>
                  </a:cubicBezTo>
                  <a:cubicBezTo>
                    <a:pt x="836" y="597"/>
                    <a:pt x="597" y="557"/>
                    <a:pt x="458" y="517"/>
                  </a:cubicBezTo>
                  <a:lnTo>
                    <a:pt x="1373" y="5272"/>
                  </a:lnTo>
                  <a:cubicBezTo>
                    <a:pt x="1373" y="5391"/>
                    <a:pt x="1333" y="5530"/>
                    <a:pt x="1234" y="553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" name="Google Shape;48;p2"/>
            <p:cNvSpPr/>
            <p:nvPr/>
          </p:nvSpPr>
          <p:spPr>
            <a:xfrm rot="1459200">
              <a:off x="7453080" y="1941120"/>
              <a:ext cx="93240" cy="94680"/>
            </a:xfrm>
            <a:custGeom>
              <a:avLst/>
              <a:gdLst>
                <a:gd name="textAreaLeft" fmla="*/ 0 w 93240"/>
                <a:gd name="textAreaRight" fmla="*/ 93600 w 93240"/>
                <a:gd name="textAreaTop" fmla="*/ 0 h 94680"/>
                <a:gd name="textAreaBottom" fmla="*/ 95040 h 94680"/>
              </a:gdLst>
              <a:ahLst/>
              <a:cxnLst/>
              <a:rect l="textAreaLeft" t="textAreaTop" r="textAreaRight" b="textAreaBottom"/>
              <a:pathLst>
                <a:path w="2249" h="2289">
                  <a:moveTo>
                    <a:pt x="2129" y="1075"/>
                  </a:moveTo>
                  <a:cubicBezTo>
                    <a:pt x="2249" y="1671"/>
                    <a:pt x="1890" y="2228"/>
                    <a:pt x="1314" y="2268"/>
                  </a:cubicBezTo>
                  <a:cubicBezTo>
                    <a:pt x="737" y="2288"/>
                    <a:pt x="200" y="1831"/>
                    <a:pt x="100" y="1194"/>
                  </a:cubicBezTo>
                  <a:cubicBezTo>
                    <a:pt x="1" y="577"/>
                    <a:pt x="359" y="80"/>
                    <a:pt x="916" y="60"/>
                  </a:cubicBezTo>
                  <a:cubicBezTo>
                    <a:pt x="1493" y="0"/>
                    <a:pt x="2010" y="458"/>
                    <a:pt x="2129" y="107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7520" bIns="47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" name="Google Shape;49;p2"/>
            <p:cNvSpPr/>
            <p:nvPr/>
          </p:nvSpPr>
          <p:spPr>
            <a:xfrm rot="1459200">
              <a:off x="7005960" y="1130760"/>
              <a:ext cx="99720" cy="202320"/>
            </a:xfrm>
            <a:custGeom>
              <a:avLst/>
              <a:gdLst>
                <a:gd name="textAreaLeft" fmla="*/ 0 w 99720"/>
                <a:gd name="textAreaRight" fmla="*/ 100080 w 99720"/>
                <a:gd name="textAreaTop" fmla="*/ 0 h 202320"/>
                <a:gd name="textAreaBottom" fmla="*/ 202680 h 202320"/>
              </a:gdLst>
              <a:ahLst/>
              <a:cxnLst/>
              <a:rect l="textAreaLeft" t="textAreaTop" r="textAreaRight" b="textAreaBottom"/>
              <a:pathLst>
                <a:path w="2408" h="4874">
                  <a:moveTo>
                    <a:pt x="220" y="4874"/>
                  </a:moveTo>
                  <a:cubicBezTo>
                    <a:pt x="200" y="4874"/>
                    <a:pt x="180" y="4874"/>
                    <a:pt x="140" y="4834"/>
                  </a:cubicBezTo>
                  <a:cubicBezTo>
                    <a:pt x="41" y="4794"/>
                    <a:pt x="1" y="4675"/>
                    <a:pt x="1" y="4536"/>
                  </a:cubicBezTo>
                  <a:lnTo>
                    <a:pt x="797" y="0"/>
                  </a:lnTo>
                  <a:lnTo>
                    <a:pt x="996" y="139"/>
                  </a:lnTo>
                  <a:cubicBezTo>
                    <a:pt x="996" y="139"/>
                    <a:pt x="1095" y="219"/>
                    <a:pt x="1214" y="318"/>
                  </a:cubicBezTo>
                  <a:cubicBezTo>
                    <a:pt x="1314" y="398"/>
                    <a:pt x="1493" y="557"/>
                    <a:pt x="1692" y="796"/>
                  </a:cubicBezTo>
                  <a:cubicBezTo>
                    <a:pt x="2189" y="1353"/>
                    <a:pt x="2408" y="1989"/>
                    <a:pt x="2328" y="2546"/>
                  </a:cubicBezTo>
                  <a:cubicBezTo>
                    <a:pt x="2308" y="2686"/>
                    <a:pt x="2229" y="2725"/>
                    <a:pt x="2129" y="2686"/>
                  </a:cubicBezTo>
                  <a:cubicBezTo>
                    <a:pt x="2030" y="2626"/>
                    <a:pt x="1970" y="2507"/>
                    <a:pt x="1990" y="2387"/>
                  </a:cubicBezTo>
                  <a:cubicBezTo>
                    <a:pt x="2030" y="1950"/>
                    <a:pt x="1871" y="1512"/>
                    <a:pt x="1493" y="1094"/>
                  </a:cubicBezTo>
                  <a:cubicBezTo>
                    <a:pt x="1314" y="895"/>
                    <a:pt x="1135" y="736"/>
                    <a:pt x="1075" y="657"/>
                  </a:cubicBezTo>
                  <a:lnTo>
                    <a:pt x="339" y="4735"/>
                  </a:lnTo>
                  <a:cubicBezTo>
                    <a:pt x="339" y="4814"/>
                    <a:pt x="299" y="4874"/>
                    <a:pt x="220" y="4874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" name="Google Shape;50;p2"/>
            <p:cNvSpPr/>
            <p:nvPr/>
          </p:nvSpPr>
          <p:spPr>
            <a:xfrm rot="1459200">
              <a:off x="6913440" y="1218240"/>
              <a:ext cx="87480" cy="102960"/>
            </a:xfrm>
            <a:custGeom>
              <a:avLst/>
              <a:gdLst>
                <a:gd name="textAreaLeft" fmla="*/ 0 w 87480"/>
                <a:gd name="textAreaRight" fmla="*/ 87840 w 87480"/>
                <a:gd name="textAreaTop" fmla="*/ 0 h 102960"/>
                <a:gd name="textAreaBottom" fmla="*/ 103320 h 102960"/>
              </a:gdLst>
              <a:ahLst/>
              <a:cxnLst/>
              <a:rect l="textAreaLeft" t="textAreaTop" r="textAreaRight" b="textAreaBottom"/>
              <a:pathLst>
                <a:path w="2110" h="2488">
                  <a:moveTo>
                    <a:pt x="2030" y="1771"/>
                  </a:moveTo>
                  <a:cubicBezTo>
                    <a:pt x="1950" y="2289"/>
                    <a:pt x="1433" y="2488"/>
                    <a:pt x="876" y="2149"/>
                  </a:cubicBezTo>
                  <a:cubicBezTo>
                    <a:pt x="339" y="1831"/>
                    <a:pt x="1" y="1155"/>
                    <a:pt x="100" y="657"/>
                  </a:cubicBezTo>
                  <a:cubicBezTo>
                    <a:pt x="240" y="160"/>
                    <a:pt x="737" y="1"/>
                    <a:pt x="1234" y="299"/>
                  </a:cubicBezTo>
                  <a:cubicBezTo>
                    <a:pt x="1771" y="578"/>
                    <a:pt x="2109" y="1214"/>
                    <a:pt x="2030" y="177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1480" bIns="51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" name="Google Shape;51;p2"/>
            <p:cNvSpPr/>
            <p:nvPr/>
          </p:nvSpPr>
          <p:spPr>
            <a:xfrm rot="1459200">
              <a:off x="6678000" y="948960"/>
              <a:ext cx="88920" cy="162720"/>
            </a:xfrm>
            <a:custGeom>
              <a:avLst/>
              <a:gdLst>
                <a:gd name="textAreaLeft" fmla="*/ 0 w 88920"/>
                <a:gd name="textAreaRight" fmla="*/ 89280 w 88920"/>
                <a:gd name="textAreaTop" fmla="*/ 0 h 162720"/>
                <a:gd name="textAreaBottom" fmla="*/ 163080 h 162720"/>
              </a:gdLst>
              <a:ahLst/>
              <a:cxnLst/>
              <a:rect l="textAreaLeft" t="textAreaTop" r="textAreaRight" b="textAreaBottom"/>
              <a:pathLst>
                <a:path w="2149" h="3920">
                  <a:moveTo>
                    <a:pt x="239" y="3919"/>
                  </a:moveTo>
                  <a:cubicBezTo>
                    <a:pt x="199" y="3919"/>
                    <a:pt x="160" y="3880"/>
                    <a:pt x="120" y="3860"/>
                  </a:cubicBezTo>
                  <a:cubicBezTo>
                    <a:pt x="20" y="3780"/>
                    <a:pt x="0" y="3641"/>
                    <a:pt x="40" y="3561"/>
                  </a:cubicBezTo>
                  <a:lnTo>
                    <a:pt x="1791" y="100"/>
                  </a:lnTo>
                  <a:cubicBezTo>
                    <a:pt x="1831" y="1"/>
                    <a:pt x="1930" y="1"/>
                    <a:pt x="2029" y="80"/>
                  </a:cubicBezTo>
                  <a:cubicBezTo>
                    <a:pt x="2129" y="160"/>
                    <a:pt x="2149" y="299"/>
                    <a:pt x="2109" y="379"/>
                  </a:cubicBezTo>
                  <a:lnTo>
                    <a:pt x="358" y="3840"/>
                  </a:lnTo>
                  <a:cubicBezTo>
                    <a:pt x="319" y="3880"/>
                    <a:pt x="299" y="3919"/>
                    <a:pt x="239" y="3919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1360" bIns="81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" name="Google Shape;52;p2"/>
            <p:cNvSpPr/>
            <p:nvPr/>
          </p:nvSpPr>
          <p:spPr>
            <a:xfrm rot="1459200">
              <a:off x="6757920" y="970200"/>
              <a:ext cx="86400" cy="96480"/>
            </a:xfrm>
            <a:custGeom>
              <a:avLst/>
              <a:gdLst>
                <a:gd name="textAreaLeft" fmla="*/ 0 w 86400"/>
                <a:gd name="textAreaRight" fmla="*/ 86760 w 86400"/>
                <a:gd name="textAreaTop" fmla="*/ 0 h 96480"/>
                <a:gd name="textAreaBottom" fmla="*/ 96840 h 96480"/>
              </a:gdLst>
              <a:ahLst/>
              <a:cxnLst/>
              <a:rect l="textAreaLeft" t="textAreaTop" r="textAreaRight" b="textAreaBottom"/>
              <a:pathLst>
                <a:path w="2090" h="2329">
                  <a:moveTo>
                    <a:pt x="120" y="319"/>
                  </a:moveTo>
                  <a:cubicBezTo>
                    <a:pt x="219" y="120"/>
                    <a:pt x="418" y="1"/>
                    <a:pt x="657" y="21"/>
                  </a:cubicBezTo>
                  <a:cubicBezTo>
                    <a:pt x="876" y="21"/>
                    <a:pt x="1115" y="140"/>
                    <a:pt x="1373" y="319"/>
                  </a:cubicBezTo>
                  <a:cubicBezTo>
                    <a:pt x="1851" y="717"/>
                    <a:pt x="2089" y="1413"/>
                    <a:pt x="1890" y="1871"/>
                  </a:cubicBezTo>
                  <a:cubicBezTo>
                    <a:pt x="1711" y="2308"/>
                    <a:pt x="1154" y="2328"/>
                    <a:pt x="617" y="1891"/>
                  </a:cubicBezTo>
                  <a:cubicBezTo>
                    <a:pt x="379" y="1692"/>
                    <a:pt x="180" y="1373"/>
                    <a:pt x="100" y="1095"/>
                  </a:cubicBezTo>
                  <a:cubicBezTo>
                    <a:pt x="21" y="816"/>
                    <a:pt x="1" y="538"/>
                    <a:pt x="120" y="319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8240" bIns="48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" name="Google Shape;53;p2"/>
            <p:cNvSpPr/>
            <p:nvPr/>
          </p:nvSpPr>
          <p:spPr>
            <a:xfrm rot="1459200">
              <a:off x="6300720" y="425880"/>
              <a:ext cx="362880" cy="416520"/>
            </a:xfrm>
            <a:custGeom>
              <a:avLst/>
              <a:gdLst>
                <a:gd name="textAreaLeft" fmla="*/ 0 w 362880"/>
                <a:gd name="textAreaRight" fmla="*/ 363240 w 362880"/>
                <a:gd name="textAreaTop" fmla="*/ 0 h 416520"/>
                <a:gd name="textAreaBottom" fmla="*/ 416880 h 416520"/>
              </a:gdLst>
              <a:ahLst/>
              <a:cxnLst/>
              <a:rect l="textAreaLeft" t="textAreaTop" r="textAreaRight" b="textAreaBottom"/>
              <a:pathLst>
                <a:path w="8734" h="10027">
                  <a:moveTo>
                    <a:pt x="6287" y="10027"/>
                  </a:moveTo>
                  <a:cubicBezTo>
                    <a:pt x="6247" y="10027"/>
                    <a:pt x="6187" y="10007"/>
                    <a:pt x="6148" y="9947"/>
                  </a:cubicBezTo>
                  <a:cubicBezTo>
                    <a:pt x="6068" y="9848"/>
                    <a:pt x="6048" y="9729"/>
                    <a:pt x="6088" y="9649"/>
                  </a:cubicBezTo>
                  <a:lnTo>
                    <a:pt x="8236" y="6705"/>
                  </a:lnTo>
                  <a:cubicBezTo>
                    <a:pt x="7620" y="6028"/>
                    <a:pt x="6983" y="5372"/>
                    <a:pt x="6386" y="4735"/>
                  </a:cubicBezTo>
                  <a:cubicBezTo>
                    <a:pt x="5034" y="3263"/>
                    <a:pt x="3701" y="1891"/>
                    <a:pt x="2368" y="598"/>
                  </a:cubicBezTo>
                  <a:lnTo>
                    <a:pt x="379" y="3661"/>
                  </a:lnTo>
                  <a:cubicBezTo>
                    <a:pt x="319" y="3741"/>
                    <a:pt x="200" y="3741"/>
                    <a:pt x="120" y="3661"/>
                  </a:cubicBezTo>
                  <a:cubicBezTo>
                    <a:pt x="21" y="3582"/>
                    <a:pt x="1" y="3442"/>
                    <a:pt x="41" y="3363"/>
                  </a:cubicBezTo>
                  <a:lnTo>
                    <a:pt x="2229" y="1"/>
                  </a:lnTo>
                  <a:lnTo>
                    <a:pt x="2388" y="160"/>
                  </a:lnTo>
                  <a:cubicBezTo>
                    <a:pt x="3800" y="1493"/>
                    <a:pt x="5153" y="2925"/>
                    <a:pt x="6585" y="4437"/>
                  </a:cubicBezTo>
                  <a:cubicBezTo>
                    <a:pt x="7242" y="5133"/>
                    <a:pt x="7898" y="5849"/>
                    <a:pt x="8575" y="6566"/>
                  </a:cubicBezTo>
                  <a:lnTo>
                    <a:pt x="8734" y="6725"/>
                  </a:lnTo>
                  <a:lnTo>
                    <a:pt x="6386" y="9947"/>
                  </a:lnTo>
                  <a:cubicBezTo>
                    <a:pt x="6386" y="10007"/>
                    <a:pt x="6347" y="10027"/>
                    <a:pt x="6287" y="10027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" name="Google Shape;54;p2"/>
            <p:cNvSpPr/>
            <p:nvPr/>
          </p:nvSpPr>
          <p:spPr>
            <a:xfrm rot="1459200">
              <a:off x="6302520" y="436680"/>
              <a:ext cx="73440" cy="81720"/>
            </a:xfrm>
            <a:custGeom>
              <a:avLst/>
              <a:gdLst>
                <a:gd name="textAreaLeft" fmla="*/ 0 w 73440"/>
                <a:gd name="textAreaRight" fmla="*/ 73800 w 73440"/>
                <a:gd name="textAreaTop" fmla="*/ 0 h 81720"/>
                <a:gd name="textAreaBottom" fmla="*/ 82080 h 81720"/>
              </a:gdLst>
              <a:ahLst/>
              <a:cxnLst/>
              <a:rect l="textAreaLeft" t="textAreaTop" r="textAreaRight" b="textAreaBottom"/>
              <a:pathLst>
                <a:path w="1771" h="1970">
                  <a:moveTo>
                    <a:pt x="1651" y="1731"/>
                  </a:moveTo>
                  <a:cubicBezTo>
                    <a:pt x="1512" y="1910"/>
                    <a:pt x="1353" y="1970"/>
                    <a:pt x="1154" y="1970"/>
                  </a:cubicBezTo>
                  <a:cubicBezTo>
                    <a:pt x="955" y="1970"/>
                    <a:pt x="716" y="1870"/>
                    <a:pt x="517" y="1711"/>
                  </a:cubicBezTo>
                  <a:cubicBezTo>
                    <a:pt x="120" y="1333"/>
                    <a:pt x="0" y="776"/>
                    <a:pt x="219" y="418"/>
                  </a:cubicBezTo>
                  <a:cubicBezTo>
                    <a:pt x="458" y="40"/>
                    <a:pt x="955" y="0"/>
                    <a:pt x="1353" y="418"/>
                  </a:cubicBezTo>
                  <a:cubicBezTo>
                    <a:pt x="1532" y="617"/>
                    <a:pt x="1691" y="836"/>
                    <a:pt x="1731" y="1074"/>
                  </a:cubicBezTo>
                  <a:cubicBezTo>
                    <a:pt x="1771" y="1333"/>
                    <a:pt x="1751" y="1552"/>
                    <a:pt x="1651" y="173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1040" bIns="41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" name="Google Shape;55;p2"/>
            <p:cNvSpPr/>
            <p:nvPr/>
          </p:nvSpPr>
          <p:spPr>
            <a:xfrm rot="1459200">
              <a:off x="6415200" y="763920"/>
              <a:ext cx="90000" cy="102240"/>
            </a:xfrm>
            <a:custGeom>
              <a:avLst/>
              <a:gdLst>
                <a:gd name="textAreaLeft" fmla="*/ 0 w 90000"/>
                <a:gd name="textAreaRight" fmla="*/ 90360 w 90000"/>
                <a:gd name="textAreaTop" fmla="*/ 0 h 102240"/>
                <a:gd name="textAreaBottom" fmla="*/ 102600 h 102240"/>
              </a:gdLst>
              <a:ahLst/>
              <a:cxnLst/>
              <a:rect l="textAreaLeft" t="textAreaTop" r="textAreaRight" b="textAreaBottom"/>
              <a:pathLst>
                <a:path w="2169" h="2467">
                  <a:moveTo>
                    <a:pt x="1930" y="2129"/>
                  </a:moveTo>
                  <a:cubicBezTo>
                    <a:pt x="1671" y="2467"/>
                    <a:pt x="1094" y="2328"/>
                    <a:pt x="637" y="1830"/>
                  </a:cubicBezTo>
                  <a:cubicBezTo>
                    <a:pt x="179" y="1333"/>
                    <a:pt x="0" y="676"/>
                    <a:pt x="259" y="338"/>
                  </a:cubicBezTo>
                  <a:cubicBezTo>
                    <a:pt x="497" y="0"/>
                    <a:pt x="1074" y="100"/>
                    <a:pt x="1532" y="597"/>
                  </a:cubicBezTo>
                  <a:cubicBezTo>
                    <a:pt x="1989" y="1094"/>
                    <a:pt x="2168" y="1771"/>
                    <a:pt x="1930" y="2129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1120" bIns="511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" name="Google Shape;56;p2"/>
            <p:cNvSpPr/>
            <p:nvPr/>
          </p:nvSpPr>
          <p:spPr>
            <a:xfrm rot="1459200">
              <a:off x="6358680" y="591120"/>
              <a:ext cx="83160" cy="90000"/>
            </a:xfrm>
            <a:custGeom>
              <a:avLst/>
              <a:gdLst>
                <a:gd name="textAreaLeft" fmla="*/ 0 w 83160"/>
                <a:gd name="textAreaRight" fmla="*/ 83520 w 83160"/>
                <a:gd name="textAreaTop" fmla="*/ 0 h 90000"/>
                <a:gd name="textAreaBottom" fmla="*/ 90360 h 90000"/>
              </a:gdLst>
              <a:ahLst/>
              <a:cxnLst/>
              <a:rect l="textAreaLeft" t="textAreaTop" r="textAreaRight" b="textAreaBottom"/>
              <a:pathLst>
                <a:path w="2010" h="2169">
                  <a:moveTo>
                    <a:pt x="1771" y="1950"/>
                  </a:moveTo>
                  <a:cubicBezTo>
                    <a:pt x="1651" y="2129"/>
                    <a:pt x="1452" y="2169"/>
                    <a:pt x="1214" y="2149"/>
                  </a:cubicBezTo>
                  <a:cubicBezTo>
                    <a:pt x="995" y="2089"/>
                    <a:pt x="756" y="1970"/>
                    <a:pt x="557" y="1751"/>
                  </a:cubicBezTo>
                  <a:cubicBezTo>
                    <a:pt x="120" y="1313"/>
                    <a:pt x="0" y="696"/>
                    <a:pt x="239" y="358"/>
                  </a:cubicBezTo>
                  <a:cubicBezTo>
                    <a:pt x="498" y="0"/>
                    <a:pt x="1015" y="80"/>
                    <a:pt x="1452" y="537"/>
                  </a:cubicBezTo>
                  <a:cubicBezTo>
                    <a:pt x="1870" y="955"/>
                    <a:pt x="2009" y="1631"/>
                    <a:pt x="1771" y="195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5000" bIns="45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" name="Google Shape;57;p2"/>
            <p:cNvSpPr/>
            <p:nvPr/>
          </p:nvSpPr>
          <p:spPr>
            <a:xfrm rot="1459200">
              <a:off x="6426000" y="556200"/>
              <a:ext cx="108720" cy="143640"/>
            </a:xfrm>
            <a:custGeom>
              <a:avLst/>
              <a:gdLst>
                <a:gd name="textAreaLeft" fmla="*/ 0 w 108720"/>
                <a:gd name="textAreaRight" fmla="*/ 109080 w 108720"/>
                <a:gd name="textAreaTop" fmla="*/ 0 h 143640"/>
                <a:gd name="textAreaBottom" fmla="*/ 144000 h 143640"/>
              </a:gdLst>
              <a:ahLst/>
              <a:cxnLst/>
              <a:rect l="textAreaLeft" t="textAreaTop" r="textAreaRight" b="textAreaBottom"/>
              <a:pathLst>
                <a:path w="2627" h="3463">
                  <a:moveTo>
                    <a:pt x="299" y="3462"/>
                  </a:moveTo>
                  <a:lnTo>
                    <a:pt x="1" y="3144"/>
                  </a:lnTo>
                  <a:lnTo>
                    <a:pt x="2308" y="1"/>
                  </a:lnTo>
                  <a:lnTo>
                    <a:pt x="2627" y="319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2000" bIns="72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" name="Google Shape;58;p2"/>
            <p:cNvSpPr/>
            <p:nvPr/>
          </p:nvSpPr>
          <p:spPr>
            <a:xfrm rot="1459200">
              <a:off x="6379200" y="470520"/>
              <a:ext cx="274320" cy="284400"/>
            </a:xfrm>
            <a:custGeom>
              <a:avLst/>
              <a:gdLst>
                <a:gd name="textAreaLeft" fmla="*/ 0 w 274320"/>
                <a:gd name="textAreaRight" fmla="*/ 274680 w 274320"/>
                <a:gd name="textAreaTop" fmla="*/ 0 h 284400"/>
                <a:gd name="textAreaBottom" fmla="*/ 284760 h 284400"/>
              </a:gdLst>
              <a:ahLst/>
              <a:cxnLst/>
              <a:rect l="textAreaLeft" t="textAreaTop" r="textAreaRight" b="textAreaBottom"/>
              <a:pathLst>
                <a:path w="6605" h="6844">
                  <a:moveTo>
                    <a:pt x="6425" y="6844"/>
                  </a:moveTo>
                  <a:cubicBezTo>
                    <a:pt x="6366" y="6844"/>
                    <a:pt x="6326" y="6824"/>
                    <a:pt x="6266" y="6764"/>
                  </a:cubicBezTo>
                  <a:cubicBezTo>
                    <a:pt x="5610" y="6048"/>
                    <a:pt x="4914" y="5332"/>
                    <a:pt x="4257" y="4596"/>
                  </a:cubicBezTo>
                  <a:cubicBezTo>
                    <a:pt x="2845" y="3084"/>
                    <a:pt x="1492" y="1692"/>
                    <a:pt x="139" y="379"/>
                  </a:cubicBezTo>
                  <a:cubicBezTo>
                    <a:pt x="40" y="299"/>
                    <a:pt x="0" y="140"/>
                    <a:pt x="80" y="80"/>
                  </a:cubicBezTo>
                  <a:cubicBezTo>
                    <a:pt x="139" y="1"/>
                    <a:pt x="259" y="1"/>
                    <a:pt x="338" y="80"/>
                  </a:cubicBezTo>
                  <a:cubicBezTo>
                    <a:pt x="1731" y="1393"/>
                    <a:pt x="3064" y="2806"/>
                    <a:pt x="4476" y="4337"/>
                  </a:cubicBezTo>
                  <a:cubicBezTo>
                    <a:pt x="5132" y="5034"/>
                    <a:pt x="5809" y="5750"/>
                    <a:pt x="6505" y="6466"/>
                  </a:cubicBezTo>
                  <a:cubicBezTo>
                    <a:pt x="6565" y="6565"/>
                    <a:pt x="6604" y="6685"/>
                    <a:pt x="6545" y="6764"/>
                  </a:cubicBezTo>
                  <a:cubicBezTo>
                    <a:pt x="6525" y="6824"/>
                    <a:pt x="6465" y="6844"/>
                    <a:pt x="6425" y="6844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1" name="Google Shape;59;p2"/>
            <p:cNvSpPr/>
            <p:nvPr/>
          </p:nvSpPr>
          <p:spPr>
            <a:xfrm rot="1459200">
              <a:off x="7930080" y="1730520"/>
              <a:ext cx="230400" cy="303480"/>
            </a:xfrm>
            <a:custGeom>
              <a:avLst/>
              <a:gdLst>
                <a:gd name="textAreaLeft" fmla="*/ 0 w 230400"/>
                <a:gd name="textAreaRight" fmla="*/ 230760 w 230400"/>
                <a:gd name="textAreaTop" fmla="*/ 0 h 303480"/>
                <a:gd name="textAreaBottom" fmla="*/ 303840 h 303480"/>
              </a:gdLst>
              <a:ahLst/>
              <a:cxnLst/>
              <a:rect l="textAreaLeft" t="textAreaTop" r="textAreaRight" b="textAreaBottom"/>
              <a:pathLst>
                <a:path w="5551" h="7302">
                  <a:moveTo>
                    <a:pt x="1811" y="7261"/>
                  </a:moveTo>
                  <a:cubicBezTo>
                    <a:pt x="1731" y="7261"/>
                    <a:pt x="1652" y="7202"/>
                    <a:pt x="1612" y="7102"/>
                  </a:cubicBezTo>
                  <a:lnTo>
                    <a:pt x="1" y="1632"/>
                  </a:lnTo>
                  <a:lnTo>
                    <a:pt x="160" y="1572"/>
                  </a:lnTo>
                  <a:cubicBezTo>
                    <a:pt x="558" y="1433"/>
                    <a:pt x="995" y="1254"/>
                    <a:pt x="1373" y="1075"/>
                  </a:cubicBezTo>
                  <a:cubicBezTo>
                    <a:pt x="1552" y="995"/>
                    <a:pt x="1712" y="936"/>
                    <a:pt x="1871" y="876"/>
                  </a:cubicBezTo>
                  <a:lnTo>
                    <a:pt x="3144" y="299"/>
                  </a:lnTo>
                  <a:lnTo>
                    <a:pt x="3721" y="1"/>
                  </a:lnTo>
                  <a:lnTo>
                    <a:pt x="5511" y="5431"/>
                  </a:lnTo>
                  <a:cubicBezTo>
                    <a:pt x="5551" y="5551"/>
                    <a:pt x="5511" y="5710"/>
                    <a:pt x="5431" y="5750"/>
                  </a:cubicBezTo>
                  <a:cubicBezTo>
                    <a:pt x="5332" y="5809"/>
                    <a:pt x="5233" y="5730"/>
                    <a:pt x="5213" y="5610"/>
                  </a:cubicBezTo>
                  <a:lnTo>
                    <a:pt x="3601" y="677"/>
                  </a:lnTo>
                  <a:lnTo>
                    <a:pt x="3343" y="796"/>
                  </a:lnTo>
                  <a:lnTo>
                    <a:pt x="2070" y="1393"/>
                  </a:lnTo>
                  <a:cubicBezTo>
                    <a:pt x="1910" y="1473"/>
                    <a:pt x="1751" y="1552"/>
                    <a:pt x="1572" y="1592"/>
                  </a:cubicBezTo>
                  <a:cubicBezTo>
                    <a:pt x="1234" y="1751"/>
                    <a:pt x="876" y="1890"/>
                    <a:pt x="538" y="2030"/>
                  </a:cubicBezTo>
                  <a:lnTo>
                    <a:pt x="2010" y="7003"/>
                  </a:lnTo>
                  <a:cubicBezTo>
                    <a:pt x="2050" y="7122"/>
                    <a:pt x="2010" y="7261"/>
                    <a:pt x="1910" y="7301"/>
                  </a:cubicBezTo>
                  <a:cubicBezTo>
                    <a:pt x="1831" y="7261"/>
                    <a:pt x="1811" y="7261"/>
                    <a:pt x="1811" y="726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2" name="Google Shape;60;p2"/>
            <p:cNvSpPr/>
            <p:nvPr/>
          </p:nvSpPr>
          <p:spPr>
            <a:xfrm rot="1459200">
              <a:off x="7875360" y="1939320"/>
              <a:ext cx="86400" cy="102240"/>
            </a:xfrm>
            <a:custGeom>
              <a:avLst/>
              <a:gdLst>
                <a:gd name="textAreaLeft" fmla="*/ 0 w 86400"/>
                <a:gd name="textAreaRight" fmla="*/ 86760 w 86400"/>
                <a:gd name="textAreaTop" fmla="*/ 0 h 102240"/>
                <a:gd name="textAreaBottom" fmla="*/ 102600 h 102240"/>
              </a:gdLst>
              <a:ahLst/>
              <a:cxnLst/>
              <a:rect l="textAreaLeft" t="textAreaTop" r="textAreaRight" b="textAreaBottom"/>
              <a:pathLst>
                <a:path w="2090" h="2467">
                  <a:moveTo>
                    <a:pt x="1910" y="895"/>
                  </a:moveTo>
                  <a:cubicBezTo>
                    <a:pt x="2089" y="1472"/>
                    <a:pt x="1811" y="2089"/>
                    <a:pt x="1333" y="2288"/>
                  </a:cubicBezTo>
                  <a:cubicBezTo>
                    <a:pt x="836" y="2467"/>
                    <a:pt x="319" y="2109"/>
                    <a:pt x="140" y="1552"/>
                  </a:cubicBezTo>
                  <a:cubicBezTo>
                    <a:pt x="1" y="975"/>
                    <a:pt x="239" y="358"/>
                    <a:pt x="737" y="199"/>
                  </a:cubicBezTo>
                  <a:cubicBezTo>
                    <a:pt x="1214" y="0"/>
                    <a:pt x="1771" y="318"/>
                    <a:pt x="1910" y="89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1120" bIns="511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3" name="Google Shape;61;p2"/>
            <p:cNvSpPr/>
            <p:nvPr/>
          </p:nvSpPr>
          <p:spPr>
            <a:xfrm rot="1459200">
              <a:off x="8037360" y="1944000"/>
              <a:ext cx="86400" cy="104760"/>
            </a:xfrm>
            <a:custGeom>
              <a:avLst/>
              <a:gdLst>
                <a:gd name="textAreaLeft" fmla="*/ 0 w 86400"/>
                <a:gd name="textAreaRight" fmla="*/ 86760 w 86400"/>
                <a:gd name="textAreaTop" fmla="*/ 0 h 104760"/>
                <a:gd name="textAreaBottom" fmla="*/ 105120 h 104760"/>
              </a:gdLst>
              <a:ahLst/>
              <a:cxnLst/>
              <a:rect l="textAreaLeft" t="textAreaTop" r="textAreaRight" b="textAreaBottom"/>
              <a:pathLst>
                <a:path w="2089" h="2527">
                  <a:moveTo>
                    <a:pt x="1890" y="836"/>
                  </a:moveTo>
                  <a:cubicBezTo>
                    <a:pt x="2089" y="1413"/>
                    <a:pt x="1850" y="2089"/>
                    <a:pt x="1373" y="2308"/>
                  </a:cubicBezTo>
                  <a:cubicBezTo>
                    <a:pt x="895" y="2527"/>
                    <a:pt x="358" y="2228"/>
                    <a:pt x="179" y="1671"/>
                  </a:cubicBezTo>
                  <a:cubicBezTo>
                    <a:pt x="0" y="1094"/>
                    <a:pt x="219" y="438"/>
                    <a:pt x="696" y="219"/>
                  </a:cubicBezTo>
                  <a:cubicBezTo>
                    <a:pt x="1174" y="0"/>
                    <a:pt x="1731" y="279"/>
                    <a:pt x="1890" y="836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2560" bIns="525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4" name="Google Shape;62;p2"/>
            <p:cNvSpPr/>
            <p:nvPr/>
          </p:nvSpPr>
          <p:spPr>
            <a:xfrm rot="1459200">
              <a:off x="8338680" y="1651320"/>
              <a:ext cx="104040" cy="231480"/>
            </a:xfrm>
            <a:custGeom>
              <a:avLst/>
              <a:gdLst>
                <a:gd name="textAreaLeft" fmla="*/ 0 w 104040"/>
                <a:gd name="textAreaRight" fmla="*/ 104400 w 104040"/>
                <a:gd name="textAreaTop" fmla="*/ 0 h 231480"/>
                <a:gd name="textAreaBottom" fmla="*/ 231840 h 231480"/>
              </a:gdLst>
              <a:ahLst/>
              <a:cxnLst/>
              <a:rect l="textAreaLeft" t="textAreaTop" r="textAreaRight" b="textAreaBottom"/>
              <a:pathLst>
                <a:path w="2508" h="5571">
                  <a:moveTo>
                    <a:pt x="2129" y="5571"/>
                  </a:moveTo>
                  <a:cubicBezTo>
                    <a:pt x="2050" y="5571"/>
                    <a:pt x="1990" y="5531"/>
                    <a:pt x="1950" y="5432"/>
                  </a:cubicBezTo>
                  <a:lnTo>
                    <a:pt x="1" y="279"/>
                  </a:lnTo>
                  <a:lnTo>
                    <a:pt x="200" y="200"/>
                  </a:lnTo>
                  <a:cubicBezTo>
                    <a:pt x="200" y="200"/>
                    <a:pt x="299" y="160"/>
                    <a:pt x="439" y="140"/>
                  </a:cubicBezTo>
                  <a:cubicBezTo>
                    <a:pt x="598" y="81"/>
                    <a:pt x="816" y="41"/>
                    <a:pt x="1055" y="41"/>
                  </a:cubicBezTo>
                  <a:cubicBezTo>
                    <a:pt x="1732" y="1"/>
                    <a:pt x="2209" y="359"/>
                    <a:pt x="2448" y="996"/>
                  </a:cubicBezTo>
                  <a:cubicBezTo>
                    <a:pt x="2507" y="1135"/>
                    <a:pt x="2487" y="1274"/>
                    <a:pt x="2388" y="1334"/>
                  </a:cubicBezTo>
                  <a:cubicBezTo>
                    <a:pt x="2308" y="1374"/>
                    <a:pt x="2189" y="1334"/>
                    <a:pt x="2129" y="1195"/>
                  </a:cubicBezTo>
                  <a:cubicBezTo>
                    <a:pt x="1950" y="757"/>
                    <a:pt x="1612" y="538"/>
                    <a:pt x="1095" y="538"/>
                  </a:cubicBezTo>
                  <a:cubicBezTo>
                    <a:pt x="856" y="538"/>
                    <a:pt x="657" y="578"/>
                    <a:pt x="538" y="638"/>
                  </a:cubicBezTo>
                  <a:lnTo>
                    <a:pt x="498" y="638"/>
                  </a:lnTo>
                  <a:lnTo>
                    <a:pt x="2229" y="5233"/>
                  </a:lnTo>
                  <a:cubicBezTo>
                    <a:pt x="2289" y="5352"/>
                    <a:pt x="2249" y="5491"/>
                    <a:pt x="2149" y="5551"/>
                  </a:cubicBezTo>
                  <a:cubicBezTo>
                    <a:pt x="2189" y="5551"/>
                    <a:pt x="2149" y="5571"/>
                    <a:pt x="2129" y="557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5" name="Google Shape;63;p2"/>
            <p:cNvSpPr/>
            <p:nvPr/>
          </p:nvSpPr>
          <p:spPr>
            <a:xfrm rot="1459200">
              <a:off x="8300520" y="1825200"/>
              <a:ext cx="90720" cy="113760"/>
            </a:xfrm>
            <a:custGeom>
              <a:avLst/>
              <a:gdLst>
                <a:gd name="textAreaLeft" fmla="*/ 0 w 90720"/>
                <a:gd name="textAreaRight" fmla="*/ 91080 w 90720"/>
                <a:gd name="textAreaTop" fmla="*/ 0 h 113760"/>
                <a:gd name="textAreaBottom" fmla="*/ 114120 h 113760"/>
              </a:gdLst>
              <a:ahLst/>
              <a:cxnLst/>
              <a:rect l="textAreaLeft" t="textAreaTop" r="textAreaRight" b="textAreaBottom"/>
              <a:pathLst>
                <a:path w="2189" h="2746">
                  <a:moveTo>
                    <a:pt x="1970" y="836"/>
                  </a:moveTo>
                  <a:cubicBezTo>
                    <a:pt x="2188" y="1433"/>
                    <a:pt x="1989" y="2149"/>
                    <a:pt x="1492" y="2447"/>
                  </a:cubicBezTo>
                  <a:cubicBezTo>
                    <a:pt x="1015" y="2746"/>
                    <a:pt x="438" y="2487"/>
                    <a:pt x="219" y="1890"/>
                  </a:cubicBezTo>
                  <a:cubicBezTo>
                    <a:pt x="0" y="1293"/>
                    <a:pt x="219" y="577"/>
                    <a:pt x="696" y="279"/>
                  </a:cubicBezTo>
                  <a:cubicBezTo>
                    <a:pt x="1174" y="0"/>
                    <a:pt x="1731" y="239"/>
                    <a:pt x="1970" y="836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6880" bIns="56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6" name="Google Shape;64;p2"/>
            <p:cNvSpPr/>
            <p:nvPr/>
          </p:nvSpPr>
          <p:spPr>
            <a:xfrm rot="1459200">
              <a:off x="9620640" y="1154880"/>
              <a:ext cx="111240" cy="274320"/>
            </a:xfrm>
            <a:custGeom>
              <a:avLst/>
              <a:gdLst>
                <a:gd name="textAreaLeft" fmla="*/ 0 w 111240"/>
                <a:gd name="textAreaRight" fmla="*/ 111600 w 111240"/>
                <a:gd name="textAreaTop" fmla="*/ 0 h 274320"/>
                <a:gd name="textAreaBottom" fmla="*/ 274680 h 274320"/>
              </a:gdLst>
              <a:ahLst/>
              <a:cxnLst/>
              <a:rect l="textAreaLeft" t="textAreaTop" r="textAreaRight" b="textAreaBottom"/>
              <a:pathLst>
                <a:path w="2687" h="6605">
                  <a:moveTo>
                    <a:pt x="1851" y="6605"/>
                  </a:moveTo>
                  <a:cubicBezTo>
                    <a:pt x="1791" y="6605"/>
                    <a:pt x="1712" y="6545"/>
                    <a:pt x="1692" y="6446"/>
                  </a:cubicBezTo>
                  <a:lnTo>
                    <a:pt x="1" y="1095"/>
                  </a:lnTo>
                  <a:lnTo>
                    <a:pt x="200" y="995"/>
                  </a:lnTo>
                  <a:cubicBezTo>
                    <a:pt x="259" y="955"/>
                    <a:pt x="2149" y="1"/>
                    <a:pt x="2627" y="1632"/>
                  </a:cubicBezTo>
                  <a:cubicBezTo>
                    <a:pt x="2686" y="1751"/>
                    <a:pt x="2627" y="1930"/>
                    <a:pt x="2527" y="1970"/>
                  </a:cubicBezTo>
                  <a:cubicBezTo>
                    <a:pt x="2428" y="2049"/>
                    <a:pt x="2328" y="1970"/>
                    <a:pt x="2288" y="1851"/>
                  </a:cubicBezTo>
                  <a:cubicBezTo>
                    <a:pt x="2010" y="935"/>
                    <a:pt x="956" y="1234"/>
                    <a:pt x="518" y="1393"/>
                  </a:cubicBezTo>
                  <a:lnTo>
                    <a:pt x="2030" y="6167"/>
                  </a:lnTo>
                  <a:cubicBezTo>
                    <a:pt x="2090" y="6307"/>
                    <a:pt x="2030" y="6466"/>
                    <a:pt x="1930" y="6545"/>
                  </a:cubicBezTo>
                  <a:cubicBezTo>
                    <a:pt x="1910" y="6565"/>
                    <a:pt x="1891" y="6565"/>
                    <a:pt x="1851" y="660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7" name="Google Shape;65;p2"/>
            <p:cNvSpPr/>
            <p:nvPr/>
          </p:nvSpPr>
          <p:spPr>
            <a:xfrm rot="1459200">
              <a:off x="9559080" y="1360080"/>
              <a:ext cx="94680" cy="123840"/>
            </a:xfrm>
            <a:custGeom>
              <a:avLst/>
              <a:gdLst>
                <a:gd name="textAreaLeft" fmla="*/ 0 w 94680"/>
                <a:gd name="textAreaRight" fmla="*/ 95040 w 94680"/>
                <a:gd name="textAreaTop" fmla="*/ 0 h 123840"/>
                <a:gd name="textAreaBottom" fmla="*/ 124200 h 123840"/>
              </a:gdLst>
              <a:ahLst/>
              <a:cxnLst/>
              <a:rect l="textAreaLeft" t="textAreaTop" r="textAreaRight" b="textAreaBottom"/>
              <a:pathLst>
                <a:path w="2289" h="2985">
                  <a:moveTo>
                    <a:pt x="2090" y="816"/>
                  </a:moveTo>
                  <a:cubicBezTo>
                    <a:pt x="2289" y="1453"/>
                    <a:pt x="2030" y="2249"/>
                    <a:pt x="1493" y="2607"/>
                  </a:cubicBezTo>
                  <a:cubicBezTo>
                    <a:pt x="976" y="2985"/>
                    <a:pt x="399" y="2806"/>
                    <a:pt x="200" y="2189"/>
                  </a:cubicBezTo>
                  <a:cubicBezTo>
                    <a:pt x="1" y="1592"/>
                    <a:pt x="260" y="776"/>
                    <a:pt x="777" y="399"/>
                  </a:cubicBezTo>
                  <a:cubicBezTo>
                    <a:pt x="1294" y="1"/>
                    <a:pt x="1891" y="220"/>
                    <a:pt x="2090" y="816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1920" bIns="61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8" name="Google Shape;66;p2"/>
            <p:cNvSpPr/>
            <p:nvPr/>
          </p:nvSpPr>
          <p:spPr>
            <a:xfrm rot="1459200">
              <a:off x="9214560" y="1503720"/>
              <a:ext cx="93960" cy="228240"/>
            </a:xfrm>
            <a:custGeom>
              <a:avLst/>
              <a:gdLst>
                <a:gd name="textAreaLeft" fmla="*/ 0 w 93960"/>
                <a:gd name="textAreaRight" fmla="*/ 94320 w 93960"/>
                <a:gd name="textAreaTop" fmla="*/ 0 h 228240"/>
                <a:gd name="textAreaBottom" fmla="*/ 228600 h 228240"/>
              </a:gdLst>
              <a:ahLst/>
              <a:cxnLst/>
              <a:rect l="textAreaLeft" t="textAreaTop" r="textAreaRight" b="textAreaBottom"/>
              <a:pathLst>
                <a:path w="2268" h="5492">
                  <a:moveTo>
                    <a:pt x="2069" y="5491"/>
                  </a:moveTo>
                  <a:cubicBezTo>
                    <a:pt x="1990" y="5491"/>
                    <a:pt x="1910" y="5452"/>
                    <a:pt x="1890" y="5352"/>
                  </a:cubicBezTo>
                  <a:lnTo>
                    <a:pt x="40" y="419"/>
                  </a:lnTo>
                  <a:cubicBezTo>
                    <a:pt x="0" y="299"/>
                    <a:pt x="20" y="120"/>
                    <a:pt x="120" y="80"/>
                  </a:cubicBezTo>
                  <a:cubicBezTo>
                    <a:pt x="219" y="1"/>
                    <a:pt x="319" y="41"/>
                    <a:pt x="378" y="180"/>
                  </a:cubicBezTo>
                  <a:lnTo>
                    <a:pt x="2208" y="5093"/>
                  </a:lnTo>
                  <a:cubicBezTo>
                    <a:pt x="2268" y="5213"/>
                    <a:pt x="2228" y="5392"/>
                    <a:pt x="2129" y="5452"/>
                  </a:cubicBezTo>
                  <a:cubicBezTo>
                    <a:pt x="2109" y="5491"/>
                    <a:pt x="2089" y="5491"/>
                    <a:pt x="2069" y="549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9" name="Google Shape;67;p2"/>
            <p:cNvSpPr/>
            <p:nvPr/>
          </p:nvSpPr>
          <p:spPr>
            <a:xfrm rot="1459200">
              <a:off x="9257760" y="1441080"/>
              <a:ext cx="93960" cy="122040"/>
            </a:xfrm>
            <a:custGeom>
              <a:avLst/>
              <a:gdLst>
                <a:gd name="textAreaLeft" fmla="*/ 0 w 93960"/>
                <a:gd name="textAreaRight" fmla="*/ 94320 w 93960"/>
                <a:gd name="textAreaTop" fmla="*/ 0 h 122040"/>
                <a:gd name="textAreaBottom" fmla="*/ 122400 h 122040"/>
              </a:gdLst>
              <a:ahLst/>
              <a:cxnLst/>
              <a:rect l="textAreaLeft" t="textAreaTop" r="textAreaRight" b="textAreaBottom"/>
              <a:pathLst>
                <a:path w="2269" h="2945">
                  <a:moveTo>
                    <a:pt x="219" y="2168"/>
                  </a:moveTo>
                  <a:cubicBezTo>
                    <a:pt x="0" y="1572"/>
                    <a:pt x="219" y="776"/>
                    <a:pt x="716" y="398"/>
                  </a:cubicBezTo>
                  <a:cubicBezTo>
                    <a:pt x="1214" y="0"/>
                    <a:pt x="1811" y="179"/>
                    <a:pt x="2029" y="776"/>
                  </a:cubicBezTo>
                  <a:cubicBezTo>
                    <a:pt x="2268" y="1373"/>
                    <a:pt x="2029" y="2168"/>
                    <a:pt x="1532" y="2566"/>
                  </a:cubicBezTo>
                  <a:cubicBezTo>
                    <a:pt x="1015" y="2944"/>
                    <a:pt x="438" y="2765"/>
                    <a:pt x="219" y="216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1200" bIns="61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0" name="Google Shape;68;p2"/>
            <p:cNvSpPr/>
            <p:nvPr/>
          </p:nvSpPr>
          <p:spPr>
            <a:xfrm rot="1459200">
              <a:off x="8663040" y="1626480"/>
              <a:ext cx="363600" cy="442440"/>
            </a:xfrm>
            <a:custGeom>
              <a:avLst/>
              <a:gdLst>
                <a:gd name="textAreaLeft" fmla="*/ 0 w 363600"/>
                <a:gd name="textAreaRight" fmla="*/ 363960 w 363600"/>
                <a:gd name="textAreaTop" fmla="*/ 0 h 442440"/>
                <a:gd name="textAreaBottom" fmla="*/ 442800 h 442440"/>
              </a:gdLst>
              <a:ahLst/>
              <a:cxnLst/>
              <a:rect l="textAreaLeft" t="textAreaTop" r="textAreaRight" b="textAreaBottom"/>
              <a:pathLst>
                <a:path w="8754" h="10644">
                  <a:moveTo>
                    <a:pt x="2269" y="10643"/>
                  </a:moveTo>
                  <a:cubicBezTo>
                    <a:pt x="2189" y="10643"/>
                    <a:pt x="2129" y="10603"/>
                    <a:pt x="2089" y="10504"/>
                  </a:cubicBezTo>
                  <a:lnTo>
                    <a:pt x="1" y="5212"/>
                  </a:lnTo>
                  <a:lnTo>
                    <a:pt x="160" y="5073"/>
                  </a:lnTo>
                  <a:cubicBezTo>
                    <a:pt x="1871" y="3780"/>
                    <a:pt x="3581" y="2447"/>
                    <a:pt x="5272" y="1095"/>
                  </a:cubicBezTo>
                  <a:lnTo>
                    <a:pt x="6645" y="0"/>
                  </a:lnTo>
                  <a:lnTo>
                    <a:pt x="8714" y="5312"/>
                  </a:lnTo>
                  <a:cubicBezTo>
                    <a:pt x="8754" y="5431"/>
                    <a:pt x="8734" y="5610"/>
                    <a:pt x="8634" y="5650"/>
                  </a:cubicBezTo>
                  <a:cubicBezTo>
                    <a:pt x="8555" y="5730"/>
                    <a:pt x="8435" y="5670"/>
                    <a:pt x="8395" y="5550"/>
                  </a:cubicBezTo>
                  <a:lnTo>
                    <a:pt x="6506" y="697"/>
                  </a:lnTo>
                  <a:lnTo>
                    <a:pt x="5451" y="1552"/>
                  </a:lnTo>
                  <a:cubicBezTo>
                    <a:pt x="3820" y="2845"/>
                    <a:pt x="2149" y="4158"/>
                    <a:pt x="478" y="5411"/>
                  </a:cubicBezTo>
                  <a:lnTo>
                    <a:pt x="2368" y="10225"/>
                  </a:lnTo>
                  <a:cubicBezTo>
                    <a:pt x="2428" y="10345"/>
                    <a:pt x="2388" y="10504"/>
                    <a:pt x="2288" y="10583"/>
                  </a:cubicBezTo>
                  <a:cubicBezTo>
                    <a:pt x="2288" y="10623"/>
                    <a:pt x="2269" y="10623"/>
                    <a:pt x="2269" y="1064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1" name="Google Shape;69;p2"/>
            <p:cNvSpPr/>
            <p:nvPr/>
          </p:nvSpPr>
          <p:spPr>
            <a:xfrm rot="1459200">
              <a:off x="8605800" y="1952280"/>
              <a:ext cx="86400" cy="111240"/>
            </a:xfrm>
            <a:custGeom>
              <a:avLst/>
              <a:gdLst>
                <a:gd name="textAreaLeft" fmla="*/ 0 w 86400"/>
                <a:gd name="textAreaRight" fmla="*/ 86760 w 86400"/>
                <a:gd name="textAreaTop" fmla="*/ 0 h 111240"/>
                <a:gd name="textAreaBottom" fmla="*/ 111600 h 111240"/>
              </a:gdLst>
              <a:ahLst/>
              <a:cxnLst/>
              <a:rect l="textAreaLeft" t="textAreaTop" r="textAreaRight" b="textAreaBottom"/>
              <a:pathLst>
                <a:path w="2090" h="2687">
                  <a:moveTo>
                    <a:pt x="1850" y="756"/>
                  </a:moveTo>
                  <a:cubicBezTo>
                    <a:pt x="2089" y="1313"/>
                    <a:pt x="1890" y="2050"/>
                    <a:pt x="1433" y="2368"/>
                  </a:cubicBezTo>
                  <a:cubicBezTo>
                    <a:pt x="995" y="2686"/>
                    <a:pt x="438" y="2507"/>
                    <a:pt x="219" y="1950"/>
                  </a:cubicBezTo>
                  <a:cubicBezTo>
                    <a:pt x="0" y="1373"/>
                    <a:pt x="199" y="657"/>
                    <a:pt x="637" y="319"/>
                  </a:cubicBezTo>
                  <a:cubicBezTo>
                    <a:pt x="1114" y="1"/>
                    <a:pt x="1632" y="200"/>
                    <a:pt x="1850" y="756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5800" bIns="55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2" name="Google Shape;70;p2"/>
            <p:cNvSpPr/>
            <p:nvPr/>
          </p:nvSpPr>
          <p:spPr>
            <a:xfrm rot="1459200">
              <a:off x="8928000" y="1874520"/>
              <a:ext cx="86400" cy="114840"/>
            </a:xfrm>
            <a:custGeom>
              <a:avLst/>
              <a:gdLst>
                <a:gd name="textAreaLeft" fmla="*/ 0 w 86400"/>
                <a:gd name="textAreaRight" fmla="*/ 86760 w 86400"/>
                <a:gd name="textAreaTop" fmla="*/ 0 h 114840"/>
                <a:gd name="textAreaBottom" fmla="*/ 115200 h 114840"/>
              </a:gdLst>
              <a:ahLst/>
              <a:cxnLst/>
              <a:rect l="textAreaLeft" t="textAreaTop" r="textAreaRight" b="textAreaBottom"/>
              <a:pathLst>
                <a:path w="2090" h="2767">
                  <a:moveTo>
                    <a:pt x="1870" y="737"/>
                  </a:moveTo>
                  <a:cubicBezTo>
                    <a:pt x="2089" y="1314"/>
                    <a:pt x="1890" y="2070"/>
                    <a:pt x="1452" y="2408"/>
                  </a:cubicBezTo>
                  <a:cubicBezTo>
                    <a:pt x="995" y="2766"/>
                    <a:pt x="458" y="2587"/>
                    <a:pt x="219" y="2030"/>
                  </a:cubicBezTo>
                  <a:cubicBezTo>
                    <a:pt x="0" y="1473"/>
                    <a:pt x="199" y="717"/>
                    <a:pt x="657" y="379"/>
                  </a:cubicBezTo>
                  <a:cubicBezTo>
                    <a:pt x="1114" y="1"/>
                    <a:pt x="1651" y="180"/>
                    <a:pt x="1870" y="737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7600" bIns="57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3" name="Google Shape;71;p2"/>
            <p:cNvSpPr/>
            <p:nvPr/>
          </p:nvSpPr>
          <p:spPr>
            <a:xfrm rot="1459200">
              <a:off x="8766000" y="1914840"/>
              <a:ext cx="86400" cy="113040"/>
            </a:xfrm>
            <a:custGeom>
              <a:avLst/>
              <a:gdLst>
                <a:gd name="textAreaLeft" fmla="*/ 0 w 86400"/>
                <a:gd name="textAreaRight" fmla="*/ 86760 w 86400"/>
                <a:gd name="textAreaTop" fmla="*/ 0 h 113040"/>
                <a:gd name="textAreaBottom" fmla="*/ 113400 h 113040"/>
              </a:gdLst>
              <a:ahLst/>
              <a:cxnLst/>
              <a:rect l="textAreaLeft" t="textAreaTop" r="textAreaRight" b="textAreaBottom"/>
              <a:pathLst>
                <a:path w="2090" h="2726">
                  <a:moveTo>
                    <a:pt x="1870" y="737"/>
                  </a:moveTo>
                  <a:cubicBezTo>
                    <a:pt x="2089" y="1313"/>
                    <a:pt x="1890" y="2030"/>
                    <a:pt x="1453" y="2388"/>
                  </a:cubicBezTo>
                  <a:cubicBezTo>
                    <a:pt x="995" y="2726"/>
                    <a:pt x="458" y="2567"/>
                    <a:pt x="239" y="1990"/>
                  </a:cubicBezTo>
                  <a:cubicBezTo>
                    <a:pt x="0" y="1413"/>
                    <a:pt x="199" y="697"/>
                    <a:pt x="657" y="339"/>
                  </a:cubicBezTo>
                  <a:cubicBezTo>
                    <a:pt x="1134" y="1"/>
                    <a:pt x="1671" y="180"/>
                    <a:pt x="1870" y="737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6520" bIns="56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4" name="Google Shape;72;p2"/>
            <p:cNvSpPr/>
            <p:nvPr/>
          </p:nvSpPr>
          <p:spPr>
            <a:xfrm rot="1459200">
              <a:off x="8794080" y="1737000"/>
              <a:ext cx="98280" cy="225360"/>
            </a:xfrm>
            <a:custGeom>
              <a:avLst/>
              <a:gdLst>
                <a:gd name="textAreaLeft" fmla="*/ 0 w 98280"/>
                <a:gd name="textAreaRight" fmla="*/ 98640 w 98280"/>
                <a:gd name="textAreaTop" fmla="*/ 0 h 225360"/>
                <a:gd name="textAreaBottom" fmla="*/ 225720 h 225360"/>
              </a:gdLst>
              <a:ahLst/>
              <a:cxnLst/>
              <a:rect l="textAreaLeft" t="textAreaTop" r="textAreaRight" b="textAreaBottom"/>
              <a:pathLst>
                <a:path w="2368" h="5431">
                  <a:moveTo>
                    <a:pt x="2069" y="5431"/>
                  </a:moveTo>
                  <a:lnTo>
                    <a:pt x="1" y="259"/>
                  </a:lnTo>
                  <a:lnTo>
                    <a:pt x="339" y="0"/>
                  </a:lnTo>
                  <a:lnTo>
                    <a:pt x="2368" y="5172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5" name="Google Shape;73;p2"/>
            <p:cNvSpPr/>
            <p:nvPr/>
          </p:nvSpPr>
          <p:spPr>
            <a:xfrm rot="1459200">
              <a:off x="8708760" y="1671480"/>
              <a:ext cx="280800" cy="227880"/>
            </a:xfrm>
            <a:custGeom>
              <a:avLst/>
              <a:gdLst>
                <a:gd name="textAreaLeft" fmla="*/ 0 w 280800"/>
                <a:gd name="textAreaRight" fmla="*/ 281160 w 280800"/>
                <a:gd name="textAreaTop" fmla="*/ 0 h 227880"/>
                <a:gd name="textAreaBottom" fmla="*/ 228240 h 227880"/>
              </a:gdLst>
              <a:ahLst/>
              <a:cxnLst/>
              <a:rect l="textAreaLeft" t="textAreaTop" r="textAreaRight" b="textAreaBottom"/>
              <a:pathLst>
                <a:path w="6764" h="5491">
                  <a:moveTo>
                    <a:pt x="219" y="5490"/>
                  </a:moveTo>
                  <a:cubicBezTo>
                    <a:pt x="159" y="5490"/>
                    <a:pt x="80" y="5451"/>
                    <a:pt x="60" y="5351"/>
                  </a:cubicBezTo>
                  <a:cubicBezTo>
                    <a:pt x="0" y="5232"/>
                    <a:pt x="20" y="5073"/>
                    <a:pt x="120" y="4993"/>
                  </a:cubicBezTo>
                  <a:cubicBezTo>
                    <a:pt x="1850" y="3740"/>
                    <a:pt x="3561" y="2367"/>
                    <a:pt x="5232" y="1054"/>
                  </a:cubicBezTo>
                  <a:lnTo>
                    <a:pt x="6465" y="80"/>
                  </a:lnTo>
                  <a:cubicBezTo>
                    <a:pt x="6545" y="0"/>
                    <a:pt x="6664" y="60"/>
                    <a:pt x="6724" y="179"/>
                  </a:cubicBezTo>
                  <a:cubicBezTo>
                    <a:pt x="6764" y="298"/>
                    <a:pt x="6744" y="478"/>
                    <a:pt x="6644" y="517"/>
                  </a:cubicBezTo>
                  <a:lnTo>
                    <a:pt x="5431" y="1492"/>
                  </a:lnTo>
                  <a:cubicBezTo>
                    <a:pt x="3760" y="2805"/>
                    <a:pt x="2009" y="4158"/>
                    <a:pt x="318" y="5451"/>
                  </a:cubicBezTo>
                  <a:cubicBezTo>
                    <a:pt x="279" y="5490"/>
                    <a:pt x="259" y="5490"/>
                    <a:pt x="219" y="549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6" name="Google Shape;74;p2"/>
            <p:cNvSpPr/>
            <p:nvPr/>
          </p:nvSpPr>
          <p:spPr>
            <a:xfrm rot="1459200">
              <a:off x="9799560" y="1449000"/>
              <a:ext cx="223200" cy="348120"/>
            </a:xfrm>
            <a:custGeom>
              <a:avLst/>
              <a:gdLst>
                <a:gd name="textAreaLeft" fmla="*/ 0 w 223200"/>
                <a:gd name="textAreaRight" fmla="*/ 223560 w 223200"/>
                <a:gd name="textAreaTop" fmla="*/ 0 h 348120"/>
                <a:gd name="textAreaBottom" fmla="*/ 348480 h 348120"/>
              </a:gdLst>
              <a:ahLst/>
              <a:cxnLst/>
              <a:rect l="textAreaLeft" t="textAreaTop" r="textAreaRight" b="textAreaBottom"/>
              <a:pathLst>
                <a:path w="5372" h="8376">
                  <a:moveTo>
                    <a:pt x="1632" y="8376"/>
                  </a:moveTo>
                  <a:cubicBezTo>
                    <a:pt x="1572" y="8376"/>
                    <a:pt x="1493" y="8336"/>
                    <a:pt x="1473" y="8197"/>
                  </a:cubicBezTo>
                  <a:lnTo>
                    <a:pt x="1" y="2428"/>
                  </a:lnTo>
                  <a:lnTo>
                    <a:pt x="180" y="2328"/>
                  </a:lnTo>
                  <a:cubicBezTo>
                    <a:pt x="577" y="2089"/>
                    <a:pt x="995" y="1831"/>
                    <a:pt x="1393" y="1592"/>
                  </a:cubicBezTo>
                  <a:cubicBezTo>
                    <a:pt x="1612" y="1473"/>
                    <a:pt x="1831" y="1314"/>
                    <a:pt x="2069" y="1194"/>
                  </a:cubicBezTo>
                  <a:cubicBezTo>
                    <a:pt x="2189" y="1115"/>
                    <a:pt x="2288" y="1075"/>
                    <a:pt x="2388" y="995"/>
                  </a:cubicBezTo>
                  <a:cubicBezTo>
                    <a:pt x="2587" y="876"/>
                    <a:pt x="2786" y="737"/>
                    <a:pt x="3004" y="617"/>
                  </a:cubicBezTo>
                  <a:lnTo>
                    <a:pt x="4158" y="1"/>
                  </a:lnTo>
                  <a:lnTo>
                    <a:pt x="5352" y="5949"/>
                  </a:lnTo>
                  <a:cubicBezTo>
                    <a:pt x="5372" y="6088"/>
                    <a:pt x="5312" y="6247"/>
                    <a:pt x="5212" y="6287"/>
                  </a:cubicBezTo>
                  <a:cubicBezTo>
                    <a:pt x="5113" y="6347"/>
                    <a:pt x="5014" y="6267"/>
                    <a:pt x="4994" y="6108"/>
                  </a:cubicBezTo>
                  <a:lnTo>
                    <a:pt x="3880" y="697"/>
                  </a:lnTo>
                  <a:lnTo>
                    <a:pt x="3104" y="1115"/>
                  </a:lnTo>
                  <a:cubicBezTo>
                    <a:pt x="2905" y="1234"/>
                    <a:pt x="2706" y="1373"/>
                    <a:pt x="2507" y="1473"/>
                  </a:cubicBezTo>
                  <a:cubicBezTo>
                    <a:pt x="2388" y="1533"/>
                    <a:pt x="2288" y="1592"/>
                    <a:pt x="2169" y="1672"/>
                  </a:cubicBezTo>
                  <a:cubicBezTo>
                    <a:pt x="1930" y="1791"/>
                    <a:pt x="1711" y="1930"/>
                    <a:pt x="1493" y="2070"/>
                  </a:cubicBezTo>
                  <a:cubicBezTo>
                    <a:pt x="1134" y="2269"/>
                    <a:pt x="796" y="2487"/>
                    <a:pt x="438" y="2686"/>
                  </a:cubicBezTo>
                  <a:lnTo>
                    <a:pt x="1791" y="7958"/>
                  </a:lnTo>
                  <a:cubicBezTo>
                    <a:pt x="1811" y="8097"/>
                    <a:pt x="1771" y="8256"/>
                    <a:pt x="1691" y="8296"/>
                  </a:cubicBezTo>
                  <a:cubicBezTo>
                    <a:pt x="1672" y="8356"/>
                    <a:pt x="1632" y="8376"/>
                    <a:pt x="1632" y="8376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7" name="Google Shape;75;p2"/>
            <p:cNvSpPr/>
            <p:nvPr/>
          </p:nvSpPr>
          <p:spPr>
            <a:xfrm rot="1459200">
              <a:off x="9728280" y="1698840"/>
              <a:ext cx="84960" cy="118080"/>
            </a:xfrm>
            <a:custGeom>
              <a:avLst/>
              <a:gdLst>
                <a:gd name="textAreaLeft" fmla="*/ 0 w 84960"/>
                <a:gd name="textAreaRight" fmla="*/ 85320 w 84960"/>
                <a:gd name="textAreaTop" fmla="*/ 0 h 118080"/>
                <a:gd name="textAreaBottom" fmla="*/ 118440 h 118080"/>
              </a:gdLst>
              <a:ahLst/>
              <a:cxnLst/>
              <a:rect l="textAreaLeft" t="textAreaTop" r="textAreaRight" b="textAreaBottom"/>
              <a:pathLst>
                <a:path w="2050" h="2846">
                  <a:moveTo>
                    <a:pt x="1891" y="876"/>
                  </a:moveTo>
                  <a:cubicBezTo>
                    <a:pt x="2050" y="1473"/>
                    <a:pt x="1791" y="2228"/>
                    <a:pt x="1314" y="2547"/>
                  </a:cubicBezTo>
                  <a:cubicBezTo>
                    <a:pt x="856" y="2845"/>
                    <a:pt x="359" y="2606"/>
                    <a:pt x="180" y="2010"/>
                  </a:cubicBezTo>
                  <a:cubicBezTo>
                    <a:pt x="1" y="1413"/>
                    <a:pt x="279" y="657"/>
                    <a:pt x="757" y="339"/>
                  </a:cubicBezTo>
                  <a:cubicBezTo>
                    <a:pt x="1214" y="0"/>
                    <a:pt x="1752" y="259"/>
                    <a:pt x="1891" y="876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9040" bIns="59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8" name="Google Shape;76;p2"/>
            <p:cNvSpPr/>
            <p:nvPr/>
          </p:nvSpPr>
          <p:spPr>
            <a:xfrm rot="1459200">
              <a:off x="9905400" y="1680480"/>
              <a:ext cx="79200" cy="109800"/>
            </a:xfrm>
            <a:custGeom>
              <a:avLst/>
              <a:gdLst>
                <a:gd name="textAreaLeft" fmla="*/ 0 w 79200"/>
                <a:gd name="textAreaRight" fmla="*/ 79560 w 79200"/>
                <a:gd name="textAreaTop" fmla="*/ 0 h 109800"/>
                <a:gd name="textAreaBottom" fmla="*/ 110160 h 109800"/>
              </a:gdLst>
              <a:ahLst/>
              <a:cxnLst/>
              <a:rect l="textAreaLeft" t="textAreaTop" r="textAreaRight" b="textAreaBottom"/>
              <a:pathLst>
                <a:path w="1910" h="2647">
                  <a:moveTo>
                    <a:pt x="1791" y="916"/>
                  </a:moveTo>
                  <a:cubicBezTo>
                    <a:pt x="1910" y="1552"/>
                    <a:pt x="1631" y="2269"/>
                    <a:pt x="1174" y="2547"/>
                  </a:cubicBezTo>
                  <a:cubicBezTo>
                    <a:pt x="1035" y="2627"/>
                    <a:pt x="915" y="2647"/>
                    <a:pt x="816" y="2647"/>
                  </a:cubicBezTo>
                  <a:cubicBezTo>
                    <a:pt x="696" y="2647"/>
                    <a:pt x="597" y="2627"/>
                    <a:pt x="498" y="2567"/>
                  </a:cubicBezTo>
                  <a:cubicBezTo>
                    <a:pt x="299" y="2468"/>
                    <a:pt x="139" y="2249"/>
                    <a:pt x="80" y="1930"/>
                  </a:cubicBezTo>
                  <a:cubicBezTo>
                    <a:pt x="0" y="1592"/>
                    <a:pt x="40" y="1274"/>
                    <a:pt x="139" y="976"/>
                  </a:cubicBezTo>
                  <a:cubicBezTo>
                    <a:pt x="199" y="836"/>
                    <a:pt x="279" y="677"/>
                    <a:pt x="378" y="578"/>
                  </a:cubicBezTo>
                  <a:cubicBezTo>
                    <a:pt x="478" y="458"/>
                    <a:pt x="577" y="379"/>
                    <a:pt x="696" y="299"/>
                  </a:cubicBezTo>
                  <a:cubicBezTo>
                    <a:pt x="1174" y="1"/>
                    <a:pt x="1671" y="299"/>
                    <a:pt x="1791" y="916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5080" bIns="55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9" name="Google Shape;77;p2"/>
            <p:cNvSpPr/>
            <p:nvPr/>
          </p:nvSpPr>
          <p:spPr>
            <a:xfrm rot="1459200">
              <a:off x="11428560" y="2322360"/>
              <a:ext cx="238680" cy="354600"/>
            </a:xfrm>
            <a:custGeom>
              <a:avLst/>
              <a:gdLst>
                <a:gd name="textAreaLeft" fmla="*/ 0 w 238680"/>
                <a:gd name="textAreaRight" fmla="*/ 239040 w 238680"/>
                <a:gd name="textAreaTop" fmla="*/ 0 h 354600"/>
                <a:gd name="textAreaBottom" fmla="*/ 354960 h 354600"/>
              </a:gdLst>
              <a:ahLst/>
              <a:cxnLst/>
              <a:rect l="textAreaLeft" t="textAreaTop" r="textAreaRight" b="textAreaBottom"/>
              <a:pathLst>
                <a:path w="5750" h="8535">
                  <a:moveTo>
                    <a:pt x="3979" y="8535"/>
                  </a:moveTo>
                  <a:lnTo>
                    <a:pt x="3919" y="8535"/>
                  </a:lnTo>
                  <a:cubicBezTo>
                    <a:pt x="3820" y="8515"/>
                    <a:pt x="3780" y="8376"/>
                    <a:pt x="3820" y="8197"/>
                  </a:cubicBezTo>
                  <a:lnTo>
                    <a:pt x="5212" y="1752"/>
                  </a:lnTo>
                  <a:cubicBezTo>
                    <a:pt x="4814" y="1652"/>
                    <a:pt x="4397" y="1533"/>
                    <a:pt x="4019" y="1433"/>
                  </a:cubicBezTo>
                  <a:cubicBezTo>
                    <a:pt x="3899" y="1393"/>
                    <a:pt x="3780" y="1354"/>
                    <a:pt x="3661" y="1334"/>
                  </a:cubicBezTo>
                  <a:lnTo>
                    <a:pt x="3302" y="1195"/>
                  </a:lnTo>
                  <a:cubicBezTo>
                    <a:pt x="2905" y="1055"/>
                    <a:pt x="2507" y="936"/>
                    <a:pt x="2109" y="757"/>
                  </a:cubicBezTo>
                  <a:lnTo>
                    <a:pt x="378" y="7023"/>
                  </a:lnTo>
                  <a:cubicBezTo>
                    <a:pt x="319" y="7202"/>
                    <a:pt x="219" y="7302"/>
                    <a:pt x="120" y="7242"/>
                  </a:cubicBezTo>
                  <a:cubicBezTo>
                    <a:pt x="20" y="7202"/>
                    <a:pt x="0" y="7043"/>
                    <a:pt x="40" y="6864"/>
                  </a:cubicBezTo>
                  <a:lnTo>
                    <a:pt x="1970" y="1"/>
                  </a:lnTo>
                  <a:lnTo>
                    <a:pt x="2129" y="81"/>
                  </a:lnTo>
                  <a:cubicBezTo>
                    <a:pt x="2586" y="279"/>
                    <a:pt x="3024" y="439"/>
                    <a:pt x="3481" y="598"/>
                  </a:cubicBezTo>
                  <a:lnTo>
                    <a:pt x="3820" y="737"/>
                  </a:lnTo>
                  <a:cubicBezTo>
                    <a:pt x="3959" y="757"/>
                    <a:pt x="4078" y="817"/>
                    <a:pt x="4198" y="836"/>
                  </a:cubicBezTo>
                  <a:cubicBezTo>
                    <a:pt x="4655" y="956"/>
                    <a:pt x="5093" y="1095"/>
                    <a:pt x="5570" y="1195"/>
                  </a:cubicBezTo>
                  <a:lnTo>
                    <a:pt x="5749" y="1254"/>
                  </a:lnTo>
                  <a:lnTo>
                    <a:pt x="4198" y="8316"/>
                  </a:lnTo>
                  <a:cubicBezTo>
                    <a:pt x="4158" y="8436"/>
                    <a:pt x="4078" y="8535"/>
                    <a:pt x="3979" y="853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0" name="Google Shape;78;p2"/>
            <p:cNvSpPr/>
            <p:nvPr/>
          </p:nvSpPr>
          <p:spPr>
            <a:xfrm rot="1459200">
              <a:off x="11334600" y="2465280"/>
              <a:ext cx="91440" cy="12888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128880"/>
                <a:gd name="textAreaBottom" fmla="*/ 129240 h 128880"/>
              </a:gdLst>
              <a:ahLst/>
              <a:cxnLst/>
              <a:rect l="textAreaLeft" t="textAreaTop" r="textAreaRight" b="textAreaBottom"/>
              <a:pathLst>
                <a:path w="2210" h="3105">
                  <a:moveTo>
                    <a:pt x="2010" y="1970"/>
                  </a:moveTo>
                  <a:cubicBezTo>
                    <a:pt x="1811" y="2686"/>
                    <a:pt x="1234" y="3104"/>
                    <a:pt x="737" y="2865"/>
                  </a:cubicBezTo>
                  <a:cubicBezTo>
                    <a:pt x="240" y="2607"/>
                    <a:pt x="1" y="1811"/>
                    <a:pt x="220" y="1095"/>
                  </a:cubicBezTo>
                  <a:cubicBezTo>
                    <a:pt x="439" y="379"/>
                    <a:pt x="1015" y="1"/>
                    <a:pt x="1493" y="259"/>
                  </a:cubicBezTo>
                  <a:cubicBezTo>
                    <a:pt x="1950" y="498"/>
                    <a:pt x="2209" y="1254"/>
                    <a:pt x="2010" y="197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4440" bIns="64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1" name="Google Shape;79;p2"/>
            <p:cNvSpPr/>
            <p:nvPr/>
          </p:nvSpPr>
          <p:spPr>
            <a:xfrm rot="1459200">
              <a:off x="11453040" y="2586600"/>
              <a:ext cx="91440" cy="12456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124560"/>
                <a:gd name="textAreaBottom" fmla="*/ 124920 h 124560"/>
              </a:gdLst>
              <a:ahLst/>
              <a:cxnLst/>
              <a:rect l="textAreaLeft" t="textAreaTop" r="textAreaRight" b="textAreaBottom"/>
              <a:pathLst>
                <a:path w="2209" h="3005">
                  <a:moveTo>
                    <a:pt x="2050" y="1771"/>
                  </a:moveTo>
                  <a:cubicBezTo>
                    <a:pt x="1910" y="2507"/>
                    <a:pt x="1333" y="3005"/>
                    <a:pt x="816" y="2865"/>
                  </a:cubicBezTo>
                  <a:cubicBezTo>
                    <a:pt x="279" y="2686"/>
                    <a:pt x="1" y="1970"/>
                    <a:pt x="199" y="1214"/>
                  </a:cubicBezTo>
                  <a:cubicBezTo>
                    <a:pt x="359" y="478"/>
                    <a:pt x="916" y="1"/>
                    <a:pt x="1433" y="180"/>
                  </a:cubicBezTo>
                  <a:cubicBezTo>
                    <a:pt x="1930" y="319"/>
                    <a:pt x="2209" y="1015"/>
                    <a:pt x="2050" y="177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2280" bIns="622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2" name="Google Shape;80;p2"/>
            <p:cNvSpPr/>
            <p:nvPr/>
          </p:nvSpPr>
          <p:spPr>
            <a:xfrm rot="1459200">
              <a:off x="10279800" y="1396800"/>
              <a:ext cx="99000" cy="265320"/>
            </a:xfrm>
            <a:custGeom>
              <a:avLst/>
              <a:gdLst>
                <a:gd name="textAreaLeft" fmla="*/ 0 w 99000"/>
                <a:gd name="textAreaRight" fmla="*/ 99360 w 99000"/>
                <a:gd name="textAreaTop" fmla="*/ 0 h 265320"/>
                <a:gd name="textAreaBottom" fmla="*/ 265680 h 265320"/>
              </a:gdLst>
              <a:ahLst/>
              <a:cxnLst/>
              <a:rect l="textAreaLeft" t="textAreaTop" r="textAreaRight" b="textAreaBottom"/>
              <a:pathLst>
                <a:path w="2388" h="6387">
                  <a:moveTo>
                    <a:pt x="895" y="6307"/>
                  </a:moveTo>
                  <a:cubicBezTo>
                    <a:pt x="796" y="6347"/>
                    <a:pt x="716" y="6227"/>
                    <a:pt x="696" y="6108"/>
                  </a:cubicBezTo>
                  <a:lnTo>
                    <a:pt x="0" y="120"/>
                  </a:lnTo>
                  <a:lnTo>
                    <a:pt x="199" y="60"/>
                  </a:lnTo>
                  <a:cubicBezTo>
                    <a:pt x="199" y="60"/>
                    <a:pt x="318" y="41"/>
                    <a:pt x="517" y="21"/>
                  </a:cubicBezTo>
                  <a:cubicBezTo>
                    <a:pt x="756" y="1"/>
                    <a:pt x="995" y="21"/>
                    <a:pt x="1194" y="60"/>
                  </a:cubicBezTo>
                  <a:cubicBezTo>
                    <a:pt x="1890" y="220"/>
                    <a:pt x="2308" y="717"/>
                    <a:pt x="2347" y="1513"/>
                  </a:cubicBezTo>
                  <a:cubicBezTo>
                    <a:pt x="2387" y="1652"/>
                    <a:pt x="2308" y="1811"/>
                    <a:pt x="2188" y="1851"/>
                  </a:cubicBezTo>
                  <a:cubicBezTo>
                    <a:pt x="2089" y="1891"/>
                    <a:pt x="1989" y="1811"/>
                    <a:pt x="1989" y="1652"/>
                  </a:cubicBezTo>
                  <a:cubicBezTo>
                    <a:pt x="1930" y="956"/>
                    <a:pt x="1452" y="737"/>
                    <a:pt x="1074" y="657"/>
                  </a:cubicBezTo>
                  <a:cubicBezTo>
                    <a:pt x="855" y="617"/>
                    <a:pt x="617" y="617"/>
                    <a:pt x="458" y="637"/>
                  </a:cubicBezTo>
                  <a:lnTo>
                    <a:pt x="418" y="637"/>
                  </a:lnTo>
                  <a:lnTo>
                    <a:pt x="1035" y="6028"/>
                  </a:lnTo>
                  <a:cubicBezTo>
                    <a:pt x="1054" y="6187"/>
                    <a:pt x="995" y="6327"/>
                    <a:pt x="875" y="6386"/>
                  </a:cubicBezTo>
                  <a:cubicBezTo>
                    <a:pt x="915" y="6307"/>
                    <a:pt x="915" y="6307"/>
                    <a:pt x="895" y="6307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3" name="Google Shape;81;p2"/>
            <p:cNvSpPr/>
            <p:nvPr/>
          </p:nvSpPr>
          <p:spPr>
            <a:xfrm rot="1459200">
              <a:off x="10189800" y="1570320"/>
              <a:ext cx="87480" cy="121320"/>
            </a:xfrm>
            <a:custGeom>
              <a:avLst/>
              <a:gdLst>
                <a:gd name="textAreaLeft" fmla="*/ 0 w 87480"/>
                <a:gd name="textAreaRight" fmla="*/ 87840 w 87480"/>
                <a:gd name="textAreaTop" fmla="*/ 0 h 121320"/>
                <a:gd name="textAreaBottom" fmla="*/ 121680 h 121320"/>
              </a:gdLst>
              <a:ahLst/>
              <a:cxnLst/>
              <a:rect l="textAreaLeft" t="textAreaTop" r="textAreaRight" b="textAreaBottom"/>
              <a:pathLst>
                <a:path w="2109" h="2925">
                  <a:moveTo>
                    <a:pt x="2049" y="1075"/>
                  </a:moveTo>
                  <a:cubicBezTo>
                    <a:pt x="2109" y="1771"/>
                    <a:pt x="1751" y="2507"/>
                    <a:pt x="1214" y="2706"/>
                  </a:cubicBezTo>
                  <a:cubicBezTo>
                    <a:pt x="696" y="2925"/>
                    <a:pt x="199" y="2567"/>
                    <a:pt x="100" y="1890"/>
                  </a:cubicBezTo>
                  <a:cubicBezTo>
                    <a:pt x="0" y="1214"/>
                    <a:pt x="358" y="438"/>
                    <a:pt x="895" y="219"/>
                  </a:cubicBezTo>
                  <a:cubicBezTo>
                    <a:pt x="1472" y="0"/>
                    <a:pt x="1970" y="378"/>
                    <a:pt x="2049" y="107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0840" bIns="608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4" name="Google Shape;82;p2"/>
            <p:cNvSpPr/>
            <p:nvPr/>
          </p:nvSpPr>
          <p:spPr>
            <a:xfrm rot="1459200">
              <a:off x="11673720" y="2743200"/>
              <a:ext cx="118080" cy="304200"/>
            </a:xfrm>
            <a:custGeom>
              <a:avLst/>
              <a:gdLst>
                <a:gd name="textAreaLeft" fmla="*/ 0 w 118080"/>
                <a:gd name="textAreaRight" fmla="*/ 118440 w 118080"/>
                <a:gd name="textAreaTop" fmla="*/ 0 h 304200"/>
                <a:gd name="textAreaBottom" fmla="*/ 304560 h 304200"/>
              </a:gdLst>
              <a:ahLst/>
              <a:cxnLst/>
              <a:rect l="textAreaLeft" t="textAreaTop" r="textAreaRight" b="textAreaBottom"/>
              <a:pathLst>
                <a:path w="2846" h="7322">
                  <a:moveTo>
                    <a:pt x="180" y="7321"/>
                  </a:moveTo>
                  <a:lnTo>
                    <a:pt x="180" y="7321"/>
                  </a:lnTo>
                  <a:cubicBezTo>
                    <a:pt x="60" y="7321"/>
                    <a:pt x="0" y="7202"/>
                    <a:pt x="40" y="7023"/>
                  </a:cubicBezTo>
                  <a:lnTo>
                    <a:pt x="916" y="1"/>
                  </a:lnTo>
                  <a:lnTo>
                    <a:pt x="1095" y="41"/>
                  </a:lnTo>
                  <a:cubicBezTo>
                    <a:pt x="1095" y="41"/>
                    <a:pt x="1234" y="61"/>
                    <a:pt x="1373" y="100"/>
                  </a:cubicBezTo>
                  <a:cubicBezTo>
                    <a:pt x="1473" y="140"/>
                    <a:pt x="1572" y="180"/>
                    <a:pt x="1652" y="240"/>
                  </a:cubicBezTo>
                  <a:cubicBezTo>
                    <a:pt x="1771" y="279"/>
                    <a:pt x="1870" y="339"/>
                    <a:pt x="1970" y="399"/>
                  </a:cubicBezTo>
                  <a:cubicBezTo>
                    <a:pt x="2567" y="797"/>
                    <a:pt x="2845" y="1493"/>
                    <a:pt x="2746" y="2368"/>
                  </a:cubicBezTo>
                  <a:cubicBezTo>
                    <a:pt x="2726" y="2547"/>
                    <a:pt x="2626" y="2686"/>
                    <a:pt x="2527" y="2726"/>
                  </a:cubicBezTo>
                  <a:cubicBezTo>
                    <a:pt x="2427" y="2746"/>
                    <a:pt x="2348" y="2587"/>
                    <a:pt x="2368" y="2428"/>
                  </a:cubicBezTo>
                  <a:cubicBezTo>
                    <a:pt x="2447" y="1791"/>
                    <a:pt x="2228" y="1334"/>
                    <a:pt x="1751" y="996"/>
                  </a:cubicBezTo>
                  <a:cubicBezTo>
                    <a:pt x="1671" y="956"/>
                    <a:pt x="1572" y="896"/>
                    <a:pt x="1473" y="856"/>
                  </a:cubicBezTo>
                  <a:cubicBezTo>
                    <a:pt x="1413" y="797"/>
                    <a:pt x="1294" y="777"/>
                    <a:pt x="1234" y="757"/>
                  </a:cubicBezTo>
                  <a:cubicBezTo>
                    <a:pt x="1194" y="757"/>
                    <a:pt x="1194" y="757"/>
                    <a:pt x="1174" y="737"/>
                  </a:cubicBezTo>
                  <a:lnTo>
                    <a:pt x="378" y="7023"/>
                  </a:lnTo>
                  <a:cubicBezTo>
                    <a:pt x="378" y="7162"/>
                    <a:pt x="279" y="7321"/>
                    <a:pt x="180" y="732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5" name="Google Shape;83;p2"/>
            <p:cNvSpPr/>
            <p:nvPr/>
          </p:nvSpPr>
          <p:spPr>
            <a:xfrm rot="1459200">
              <a:off x="11543760" y="2925000"/>
              <a:ext cx="102240" cy="122040"/>
            </a:xfrm>
            <a:custGeom>
              <a:avLst/>
              <a:gdLst>
                <a:gd name="textAreaLeft" fmla="*/ 0 w 102240"/>
                <a:gd name="textAreaRight" fmla="*/ 102600 w 102240"/>
                <a:gd name="textAreaTop" fmla="*/ 0 h 122040"/>
                <a:gd name="textAreaBottom" fmla="*/ 122400 h 122040"/>
              </a:gdLst>
              <a:ahLst/>
              <a:cxnLst/>
              <a:rect l="textAreaLeft" t="textAreaTop" r="textAreaRight" b="textAreaBottom"/>
              <a:pathLst>
                <a:path w="2468" h="2946">
                  <a:moveTo>
                    <a:pt x="2368" y="1453"/>
                  </a:moveTo>
                  <a:cubicBezTo>
                    <a:pt x="2269" y="2249"/>
                    <a:pt x="1672" y="2945"/>
                    <a:pt x="1055" y="2945"/>
                  </a:cubicBezTo>
                  <a:cubicBezTo>
                    <a:pt x="419" y="2905"/>
                    <a:pt x="1" y="2249"/>
                    <a:pt x="120" y="1453"/>
                  </a:cubicBezTo>
                  <a:cubicBezTo>
                    <a:pt x="260" y="638"/>
                    <a:pt x="817" y="1"/>
                    <a:pt x="1433" y="21"/>
                  </a:cubicBezTo>
                  <a:cubicBezTo>
                    <a:pt x="2070" y="21"/>
                    <a:pt x="2468" y="657"/>
                    <a:pt x="2368" y="145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1200" bIns="61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6" name="Google Shape;84;p2"/>
            <p:cNvSpPr/>
            <p:nvPr/>
          </p:nvSpPr>
          <p:spPr>
            <a:xfrm rot="1459200">
              <a:off x="11309760" y="1933920"/>
              <a:ext cx="149400" cy="272880"/>
            </a:xfrm>
            <a:custGeom>
              <a:avLst/>
              <a:gdLst>
                <a:gd name="textAreaLeft" fmla="*/ 0 w 149400"/>
                <a:gd name="textAreaRight" fmla="*/ 149760 w 149400"/>
                <a:gd name="textAreaTop" fmla="*/ 0 h 272880"/>
                <a:gd name="textAreaBottom" fmla="*/ 273240 h 272880"/>
              </a:gdLst>
              <a:ahLst/>
              <a:cxnLst/>
              <a:rect l="textAreaLeft" t="textAreaTop" r="textAreaRight" b="textAreaBottom"/>
              <a:pathLst>
                <a:path w="3602" h="6566">
                  <a:moveTo>
                    <a:pt x="200" y="6565"/>
                  </a:moveTo>
                  <a:cubicBezTo>
                    <a:pt x="180" y="6565"/>
                    <a:pt x="120" y="6565"/>
                    <a:pt x="100" y="6545"/>
                  </a:cubicBezTo>
                  <a:cubicBezTo>
                    <a:pt x="21" y="6466"/>
                    <a:pt x="1" y="6287"/>
                    <a:pt x="41" y="6148"/>
                  </a:cubicBezTo>
                  <a:lnTo>
                    <a:pt x="2487" y="1"/>
                  </a:lnTo>
                  <a:lnTo>
                    <a:pt x="2627" y="180"/>
                  </a:lnTo>
                  <a:cubicBezTo>
                    <a:pt x="2627" y="180"/>
                    <a:pt x="2726" y="279"/>
                    <a:pt x="2826" y="438"/>
                  </a:cubicBezTo>
                  <a:cubicBezTo>
                    <a:pt x="2985" y="677"/>
                    <a:pt x="3124" y="896"/>
                    <a:pt x="3223" y="1135"/>
                  </a:cubicBezTo>
                  <a:cubicBezTo>
                    <a:pt x="3581" y="1970"/>
                    <a:pt x="3601" y="2786"/>
                    <a:pt x="3303" y="3581"/>
                  </a:cubicBezTo>
                  <a:cubicBezTo>
                    <a:pt x="3243" y="3741"/>
                    <a:pt x="3124" y="3800"/>
                    <a:pt x="3024" y="3760"/>
                  </a:cubicBezTo>
                  <a:cubicBezTo>
                    <a:pt x="2945" y="3681"/>
                    <a:pt x="2925" y="3502"/>
                    <a:pt x="2985" y="3363"/>
                  </a:cubicBezTo>
                  <a:cubicBezTo>
                    <a:pt x="3203" y="2806"/>
                    <a:pt x="3144" y="2189"/>
                    <a:pt x="2885" y="1572"/>
                  </a:cubicBezTo>
                  <a:cubicBezTo>
                    <a:pt x="2786" y="1373"/>
                    <a:pt x="2686" y="1135"/>
                    <a:pt x="2527" y="936"/>
                  </a:cubicBezTo>
                  <a:lnTo>
                    <a:pt x="2507" y="916"/>
                  </a:lnTo>
                  <a:lnTo>
                    <a:pt x="319" y="6406"/>
                  </a:lnTo>
                  <a:cubicBezTo>
                    <a:pt x="319" y="6486"/>
                    <a:pt x="259" y="6565"/>
                    <a:pt x="200" y="656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7" name="Google Shape;85;p2"/>
            <p:cNvSpPr/>
            <p:nvPr/>
          </p:nvSpPr>
          <p:spPr>
            <a:xfrm rot="1459200">
              <a:off x="11208960" y="2055960"/>
              <a:ext cx="94680" cy="137160"/>
            </a:xfrm>
            <a:custGeom>
              <a:avLst/>
              <a:gdLst>
                <a:gd name="textAreaLeft" fmla="*/ 0 w 94680"/>
                <a:gd name="textAreaRight" fmla="*/ 95040 w 94680"/>
                <a:gd name="textAreaTop" fmla="*/ 0 h 137160"/>
                <a:gd name="textAreaBottom" fmla="*/ 137520 h 137160"/>
              </a:gdLst>
              <a:ahLst/>
              <a:cxnLst/>
              <a:rect l="textAreaLeft" t="textAreaTop" r="textAreaRight" b="textAreaBottom"/>
              <a:pathLst>
                <a:path w="2289" h="3303">
                  <a:moveTo>
                    <a:pt x="1990" y="2328"/>
                  </a:moveTo>
                  <a:cubicBezTo>
                    <a:pt x="1711" y="3044"/>
                    <a:pt x="1095" y="3303"/>
                    <a:pt x="617" y="2925"/>
                  </a:cubicBezTo>
                  <a:cubicBezTo>
                    <a:pt x="140" y="2567"/>
                    <a:pt x="0" y="1672"/>
                    <a:pt x="259" y="975"/>
                  </a:cubicBezTo>
                  <a:cubicBezTo>
                    <a:pt x="538" y="279"/>
                    <a:pt x="1154" y="1"/>
                    <a:pt x="1632" y="379"/>
                  </a:cubicBezTo>
                  <a:cubicBezTo>
                    <a:pt x="2109" y="737"/>
                    <a:pt x="2288" y="1612"/>
                    <a:pt x="1990" y="232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8760" bIns="68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8" name="Google Shape;86;p2"/>
            <p:cNvSpPr/>
            <p:nvPr/>
          </p:nvSpPr>
          <p:spPr>
            <a:xfrm rot="1459200">
              <a:off x="10950120" y="1803240"/>
              <a:ext cx="102240" cy="267840"/>
            </a:xfrm>
            <a:custGeom>
              <a:avLst/>
              <a:gdLst>
                <a:gd name="textAreaLeft" fmla="*/ 0 w 102240"/>
                <a:gd name="textAreaRight" fmla="*/ 102600 w 102240"/>
                <a:gd name="textAreaTop" fmla="*/ 0 h 267840"/>
                <a:gd name="textAreaBottom" fmla="*/ 268200 h 267840"/>
              </a:gdLst>
              <a:ahLst/>
              <a:cxnLst/>
              <a:rect l="textAreaLeft" t="textAreaTop" r="textAreaRight" b="textAreaBottom"/>
              <a:pathLst>
                <a:path w="2467" h="6446">
                  <a:moveTo>
                    <a:pt x="219" y="6446"/>
                  </a:moveTo>
                  <a:cubicBezTo>
                    <a:pt x="199" y="6446"/>
                    <a:pt x="159" y="6446"/>
                    <a:pt x="119" y="6426"/>
                  </a:cubicBezTo>
                  <a:cubicBezTo>
                    <a:pt x="20" y="6366"/>
                    <a:pt x="0" y="6207"/>
                    <a:pt x="40" y="6048"/>
                  </a:cubicBezTo>
                  <a:lnTo>
                    <a:pt x="2069" y="239"/>
                  </a:lnTo>
                  <a:cubicBezTo>
                    <a:pt x="2109" y="80"/>
                    <a:pt x="2228" y="1"/>
                    <a:pt x="2328" y="60"/>
                  </a:cubicBezTo>
                  <a:cubicBezTo>
                    <a:pt x="2427" y="100"/>
                    <a:pt x="2467" y="279"/>
                    <a:pt x="2407" y="438"/>
                  </a:cubicBezTo>
                  <a:lnTo>
                    <a:pt x="378" y="6247"/>
                  </a:lnTo>
                  <a:cubicBezTo>
                    <a:pt x="378" y="6346"/>
                    <a:pt x="298" y="6426"/>
                    <a:pt x="219" y="6446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9" name="Google Shape;87;p2"/>
            <p:cNvSpPr/>
            <p:nvPr/>
          </p:nvSpPr>
          <p:spPr>
            <a:xfrm rot="1459200">
              <a:off x="11061360" y="1808280"/>
              <a:ext cx="95760" cy="134640"/>
            </a:xfrm>
            <a:custGeom>
              <a:avLst/>
              <a:gdLst>
                <a:gd name="textAreaLeft" fmla="*/ 0 w 95760"/>
                <a:gd name="textAreaRight" fmla="*/ 96120 w 95760"/>
                <a:gd name="textAreaTop" fmla="*/ 0 h 134640"/>
                <a:gd name="textAreaBottom" fmla="*/ 135000 h 134640"/>
              </a:gdLst>
              <a:ahLst/>
              <a:cxnLst/>
              <a:rect l="textAreaLeft" t="textAreaTop" r="textAreaRight" b="textAreaBottom"/>
              <a:pathLst>
                <a:path w="2308" h="3243">
                  <a:moveTo>
                    <a:pt x="259" y="1015"/>
                  </a:moveTo>
                  <a:cubicBezTo>
                    <a:pt x="498" y="298"/>
                    <a:pt x="1114" y="0"/>
                    <a:pt x="1612" y="358"/>
                  </a:cubicBezTo>
                  <a:cubicBezTo>
                    <a:pt x="2149" y="696"/>
                    <a:pt x="2308" y="1572"/>
                    <a:pt x="2049" y="2268"/>
                  </a:cubicBezTo>
                  <a:cubicBezTo>
                    <a:pt x="1771" y="2964"/>
                    <a:pt x="1174" y="3243"/>
                    <a:pt x="677" y="2924"/>
                  </a:cubicBezTo>
                  <a:cubicBezTo>
                    <a:pt x="199" y="2586"/>
                    <a:pt x="0" y="1751"/>
                    <a:pt x="259" y="101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7320" bIns="673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0" name="Google Shape;88;p2"/>
            <p:cNvSpPr/>
            <p:nvPr/>
          </p:nvSpPr>
          <p:spPr>
            <a:xfrm rot="1459200">
              <a:off x="10501560" y="1656720"/>
              <a:ext cx="318240" cy="321480"/>
            </a:xfrm>
            <a:custGeom>
              <a:avLst/>
              <a:gdLst>
                <a:gd name="textAreaLeft" fmla="*/ 0 w 318240"/>
                <a:gd name="textAreaRight" fmla="*/ 318600 w 318240"/>
                <a:gd name="textAreaTop" fmla="*/ 0 h 321480"/>
                <a:gd name="textAreaBottom" fmla="*/ 321840 h 321480"/>
              </a:gdLst>
              <a:ahLst/>
              <a:cxnLst/>
              <a:rect l="textAreaLeft" t="textAreaTop" r="textAreaRight" b="textAreaBottom"/>
              <a:pathLst>
                <a:path w="7660" h="7739">
                  <a:moveTo>
                    <a:pt x="6008" y="7738"/>
                  </a:moveTo>
                  <a:lnTo>
                    <a:pt x="5969" y="7738"/>
                  </a:lnTo>
                  <a:cubicBezTo>
                    <a:pt x="5869" y="7718"/>
                    <a:pt x="5809" y="7539"/>
                    <a:pt x="5829" y="7400"/>
                  </a:cubicBezTo>
                  <a:lnTo>
                    <a:pt x="7182" y="1432"/>
                  </a:lnTo>
                  <a:cubicBezTo>
                    <a:pt x="5193" y="776"/>
                    <a:pt x="2985" y="597"/>
                    <a:pt x="538" y="895"/>
                  </a:cubicBezTo>
                  <a:lnTo>
                    <a:pt x="359" y="6863"/>
                  </a:lnTo>
                  <a:cubicBezTo>
                    <a:pt x="359" y="7022"/>
                    <a:pt x="259" y="7161"/>
                    <a:pt x="160" y="7161"/>
                  </a:cubicBezTo>
                  <a:cubicBezTo>
                    <a:pt x="60" y="7161"/>
                    <a:pt x="1" y="7062"/>
                    <a:pt x="1" y="6903"/>
                  </a:cubicBezTo>
                  <a:lnTo>
                    <a:pt x="160" y="358"/>
                  </a:lnTo>
                  <a:lnTo>
                    <a:pt x="359" y="338"/>
                  </a:lnTo>
                  <a:cubicBezTo>
                    <a:pt x="2985" y="0"/>
                    <a:pt x="5372" y="179"/>
                    <a:pt x="7480" y="895"/>
                  </a:cubicBezTo>
                  <a:lnTo>
                    <a:pt x="7659" y="955"/>
                  </a:lnTo>
                  <a:lnTo>
                    <a:pt x="6187" y="7500"/>
                  </a:lnTo>
                  <a:cubicBezTo>
                    <a:pt x="6167" y="7639"/>
                    <a:pt x="6108" y="7718"/>
                    <a:pt x="6008" y="773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1" name="Google Shape;89;p2"/>
            <p:cNvSpPr/>
            <p:nvPr/>
          </p:nvSpPr>
          <p:spPr>
            <a:xfrm rot="1459200">
              <a:off x="10415880" y="1811160"/>
              <a:ext cx="67680" cy="105480"/>
            </a:xfrm>
            <a:custGeom>
              <a:avLst/>
              <a:gdLst>
                <a:gd name="textAreaLeft" fmla="*/ 0 w 67680"/>
                <a:gd name="textAreaRight" fmla="*/ 68040 w 67680"/>
                <a:gd name="textAreaTop" fmla="*/ 0 h 105480"/>
                <a:gd name="textAreaBottom" fmla="*/ 105840 h 105480"/>
              </a:gdLst>
              <a:ahLst/>
              <a:cxnLst/>
              <a:rect l="textAreaLeft" t="textAreaTop" r="textAreaRight" b="textAreaBottom"/>
              <a:pathLst>
                <a:path w="1633" h="2547">
                  <a:moveTo>
                    <a:pt x="1592" y="1154"/>
                  </a:moveTo>
                  <a:cubicBezTo>
                    <a:pt x="1592" y="1512"/>
                    <a:pt x="1493" y="1830"/>
                    <a:pt x="1354" y="2089"/>
                  </a:cubicBezTo>
                  <a:cubicBezTo>
                    <a:pt x="1274" y="2208"/>
                    <a:pt x="1195" y="2308"/>
                    <a:pt x="1095" y="2387"/>
                  </a:cubicBezTo>
                  <a:cubicBezTo>
                    <a:pt x="996" y="2447"/>
                    <a:pt x="896" y="2507"/>
                    <a:pt x="797" y="2527"/>
                  </a:cubicBezTo>
                  <a:cubicBezTo>
                    <a:pt x="578" y="2547"/>
                    <a:pt x="399" y="2447"/>
                    <a:pt x="260" y="2248"/>
                  </a:cubicBezTo>
                  <a:cubicBezTo>
                    <a:pt x="100" y="2049"/>
                    <a:pt x="1" y="1751"/>
                    <a:pt x="1" y="1413"/>
                  </a:cubicBezTo>
                  <a:cubicBezTo>
                    <a:pt x="1" y="716"/>
                    <a:pt x="379" y="100"/>
                    <a:pt x="836" y="20"/>
                  </a:cubicBezTo>
                  <a:cubicBezTo>
                    <a:pt x="956" y="0"/>
                    <a:pt x="1055" y="20"/>
                    <a:pt x="1155" y="60"/>
                  </a:cubicBezTo>
                  <a:cubicBezTo>
                    <a:pt x="1254" y="120"/>
                    <a:pt x="1334" y="199"/>
                    <a:pt x="1393" y="319"/>
                  </a:cubicBezTo>
                  <a:cubicBezTo>
                    <a:pt x="1553" y="518"/>
                    <a:pt x="1632" y="816"/>
                    <a:pt x="1592" y="1154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2920" bIns="52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2" name="Google Shape;90;p2"/>
            <p:cNvSpPr/>
            <p:nvPr/>
          </p:nvSpPr>
          <p:spPr>
            <a:xfrm rot="1459200">
              <a:off x="10634400" y="1921320"/>
              <a:ext cx="68400" cy="11232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112320"/>
                <a:gd name="textAreaBottom" fmla="*/ 112680 h 112320"/>
              </a:gdLst>
              <a:ahLst/>
              <a:cxnLst/>
              <a:rect l="textAreaLeft" t="textAreaTop" r="textAreaRight" b="textAreaBottom"/>
              <a:pathLst>
                <a:path w="1652" h="2706">
                  <a:moveTo>
                    <a:pt x="1472" y="1572"/>
                  </a:moveTo>
                  <a:cubicBezTo>
                    <a:pt x="1333" y="2268"/>
                    <a:pt x="895" y="2705"/>
                    <a:pt x="517" y="2586"/>
                  </a:cubicBezTo>
                  <a:cubicBezTo>
                    <a:pt x="338" y="2507"/>
                    <a:pt x="199" y="2367"/>
                    <a:pt x="100" y="2089"/>
                  </a:cubicBezTo>
                  <a:cubicBezTo>
                    <a:pt x="20" y="1850"/>
                    <a:pt x="0" y="1492"/>
                    <a:pt x="40" y="1154"/>
                  </a:cubicBezTo>
                  <a:cubicBezTo>
                    <a:pt x="100" y="796"/>
                    <a:pt x="239" y="497"/>
                    <a:pt x="418" y="298"/>
                  </a:cubicBezTo>
                  <a:cubicBezTo>
                    <a:pt x="597" y="99"/>
                    <a:pt x="816" y="0"/>
                    <a:pt x="1015" y="80"/>
                  </a:cubicBezTo>
                  <a:cubicBezTo>
                    <a:pt x="1452" y="219"/>
                    <a:pt x="1651" y="875"/>
                    <a:pt x="1472" y="1572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6160" bIns="561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3" name="Google Shape;91;p2"/>
            <p:cNvSpPr/>
            <p:nvPr/>
          </p:nvSpPr>
          <p:spPr>
            <a:xfrm rot="1459200">
              <a:off x="10534680" y="1856520"/>
              <a:ext cx="65880" cy="106560"/>
            </a:xfrm>
            <a:custGeom>
              <a:avLst/>
              <a:gdLst>
                <a:gd name="textAreaLeft" fmla="*/ 0 w 65880"/>
                <a:gd name="textAreaRight" fmla="*/ 66240 w 65880"/>
                <a:gd name="textAreaTop" fmla="*/ 0 h 106560"/>
                <a:gd name="textAreaBottom" fmla="*/ 106920 h 106560"/>
              </a:gdLst>
              <a:ahLst/>
              <a:cxnLst/>
              <a:rect l="textAreaLeft" t="textAreaTop" r="textAreaRight" b="textAreaBottom"/>
              <a:pathLst>
                <a:path w="1592" h="2567">
                  <a:moveTo>
                    <a:pt x="1552" y="1333"/>
                  </a:moveTo>
                  <a:cubicBezTo>
                    <a:pt x="1492" y="1691"/>
                    <a:pt x="1373" y="1990"/>
                    <a:pt x="1214" y="2208"/>
                  </a:cubicBezTo>
                  <a:cubicBezTo>
                    <a:pt x="1075" y="2407"/>
                    <a:pt x="876" y="2566"/>
                    <a:pt x="677" y="2566"/>
                  </a:cubicBezTo>
                  <a:cubicBezTo>
                    <a:pt x="577" y="2566"/>
                    <a:pt x="478" y="2507"/>
                    <a:pt x="398" y="2447"/>
                  </a:cubicBezTo>
                  <a:cubicBezTo>
                    <a:pt x="319" y="2368"/>
                    <a:pt x="259" y="2288"/>
                    <a:pt x="179" y="2169"/>
                  </a:cubicBezTo>
                  <a:cubicBezTo>
                    <a:pt x="60" y="1930"/>
                    <a:pt x="0" y="1612"/>
                    <a:pt x="20" y="1273"/>
                  </a:cubicBezTo>
                  <a:cubicBezTo>
                    <a:pt x="60" y="915"/>
                    <a:pt x="179" y="597"/>
                    <a:pt x="319" y="378"/>
                  </a:cubicBezTo>
                  <a:cubicBezTo>
                    <a:pt x="398" y="259"/>
                    <a:pt x="498" y="179"/>
                    <a:pt x="597" y="100"/>
                  </a:cubicBezTo>
                  <a:cubicBezTo>
                    <a:pt x="697" y="60"/>
                    <a:pt x="796" y="0"/>
                    <a:pt x="915" y="20"/>
                  </a:cubicBezTo>
                  <a:cubicBezTo>
                    <a:pt x="1154" y="60"/>
                    <a:pt x="1313" y="179"/>
                    <a:pt x="1453" y="418"/>
                  </a:cubicBezTo>
                  <a:cubicBezTo>
                    <a:pt x="1552" y="677"/>
                    <a:pt x="1592" y="995"/>
                    <a:pt x="1552" y="133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3280" bIns="532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4" name="Google Shape;92;p2"/>
            <p:cNvSpPr/>
            <p:nvPr/>
          </p:nvSpPr>
          <p:spPr>
            <a:xfrm rot="1459200">
              <a:off x="10632960" y="1668600"/>
              <a:ext cx="47520" cy="269280"/>
            </a:xfrm>
            <a:custGeom>
              <a:avLst/>
              <a:gdLst>
                <a:gd name="textAreaLeft" fmla="*/ 0 w 47520"/>
                <a:gd name="textAreaRight" fmla="*/ 47880 w 47520"/>
                <a:gd name="textAreaTop" fmla="*/ 0 h 269280"/>
                <a:gd name="textAreaBottom" fmla="*/ 269640 h 269280"/>
              </a:gdLst>
              <a:ahLst/>
              <a:cxnLst/>
              <a:rect l="textAreaLeft" t="textAreaTop" r="textAreaRight" b="textAreaBottom"/>
              <a:pathLst>
                <a:path w="1155" h="6486">
                  <a:moveTo>
                    <a:pt x="378" y="6485"/>
                  </a:moveTo>
                  <a:lnTo>
                    <a:pt x="0" y="6465"/>
                  </a:lnTo>
                  <a:lnTo>
                    <a:pt x="776" y="0"/>
                  </a:lnTo>
                  <a:lnTo>
                    <a:pt x="1154" y="4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5" name="Google Shape;93;p2"/>
            <p:cNvSpPr/>
            <p:nvPr/>
          </p:nvSpPr>
          <p:spPr>
            <a:xfrm rot="1459200">
              <a:off x="10536840" y="1719000"/>
              <a:ext cx="298440" cy="60840"/>
            </a:xfrm>
            <a:custGeom>
              <a:avLst/>
              <a:gdLst>
                <a:gd name="textAreaLeft" fmla="*/ 0 w 298440"/>
                <a:gd name="textAreaRight" fmla="*/ 298800 w 298440"/>
                <a:gd name="textAreaTop" fmla="*/ 0 h 60840"/>
                <a:gd name="textAreaBottom" fmla="*/ 61200 h 60840"/>
              </a:gdLst>
              <a:ahLst/>
              <a:cxnLst/>
              <a:rect l="textAreaLeft" t="textAreaTop" r="textAreaRight" b="textAreaBottom"/>
              <a:pathLst>
                <a:path w="7182" h="1473">
                  <a:moveTo>
                    <a:pt x="6982" y="1473"/>
                  </a:moveTo>
                  <a:lnTo>
                    <a:pt x="6923" y="1473"/>
                  </a:lnTo>
                  <a:cubicBezTo>
                    <a:pt x="4894" y="776"/>
                    <a:pt x="2686" y="617"/>
                    <a:pt x="179" y="896"/>
                  </a:cubicBezTo>
                  <a:cubicBezTo>
                    <a:pt x="80" y="936"/>
                    <a:pt x="0" y="796"/>
                    <a:pt x="0" y="637"/>
                  </a:cubicBezTo>
                  <a:cubicBezTo>
                    <a:pt x="0" y="478"/>
                    <a:pt x="100" y="339"/>
                    <a:pt x="199" y="339"/>
                  </a:cubicBezTo>
                  <a:cubicBezTo>
                    <a:pt x="2765" y="1"/>
                    <a:pt x="4993" y="200"/>
                    <a:pt x="7042" y="896"/>
                  </a:cubicBezTo>
                  <a:cubicBezTo>
                    <a:pt x="7142" y="936"/>
                    <a:pt x="7181" y="1095"/>
                    <a:pt x="7142" y="1254"/>
                  </a:cubicBezTo>
                  <a:cubicBezTo>
                    <a:pt x="7142" y="1353"/>
                    <a:pt x="7062" y="1453"/>
                    <a:pt x="6982" y="147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0600" bIns="30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pic>
        <p:nvPicPr>
          <p:cNvPr id="86" name="Google Shape;94;p2" descr=""/>
          <p:cNvPicPr/>
          <p:nvPr/>
        </p:nvPicPr>
        <p:blipFill>
          <a:blip r:embed="rId5"/>
          <a:stretch/>
        </p:blipFill>
        <p:spPr>
          <a:xfrm>
            <a:off x="456120" y="113400"/>
            <a:ext cx="1518480" cy="2166120"/>
          </a:xfrm>
          <a:prstGeom prst="rect">
            <a:avLst/>
          </a:prstGeom>
          <a:noFill/>
          <a:ln w="0">
            <a:noFill/>
          </a:ln>
          <a:effectLst>
            <a:outerShdw algn="bl" blurRad="57240" dir="5400000" dist="19080" rotWithShape="0">
              <a:srgbClr val="000000">
                <a:alpha val="50000"/>
              </a:srgbClr>
            </a:outerShdw>
          </a:effectLst>
        </p:spPr>
      </p:pic>
      <p:grpSp>
        <p:nvGrpSpPr>
          <p:cNvPr id="87" name="Google Shape;95;p2"/>
          <p:cNvGrpSpPr/>
          <p:nvPr/>
        </p:nvGrpSpPr>
        <p:grpSpPr>
          <a:xfrm>
            <a:off x="-2561760" y="3570480"/>
            <a:ext cx="7124040" cy="2066760"/>
            <a:chOff x="-2561760" y="3570480"/>
            <a:chExt cx="7124040" cy="2066760"/>
          </a:xfrm>
        </p:grpSpPr>
        <p:sp>
          <p:nvSpPr>
            <p:cNvPr id="88" name="Google Shape;96;p2"/>
            <p:cNvSpPr/>
            <p:nvPr/>
          </p:nvSpPr>
          <p:spPr>
            <a:xfrm>
              <a:off x="-2428200" y="3602520"/>
              <a:ext cx="235080" cy="458280"/>
            </a:xfrm>
            <a:custGeom>
              <a:avLst/>
              <a:gdLst>
                <a:gd name="textAreaLeft" fmla="*/ 0 w 235080"/>
                <a:gd name="textAreaRight" fmla="*/ 235440 w 235080"/>
                <a:gd name="textAreaTop" fmla="*/ 0 h 458280"/>
                <a:gd name="textAreaBottom" fmla="*/ 458640 h 458280"/>
              </a:gdLst>
              <a:ahLst/>
              <a:cxnLst/>
              <a:rect l="textAreaLeft" t="textAreaTop" r="textAreaRight" b="textAreaBottom"/>
              <a:pathLst>
                <a:path w="7302" h="14224">
                  <a:moveTo>
                    <a:pt x="5789" y="14125"/>
                  </a:moveTo>
                  <a:cubicBezTo>
                    <a:pt x="5392" y="14005"/>
                    <a:pt x="5014" y="13707"/>
                    <a:pt x="4795" y="13309"/>
                  </a:cubicBezTo>
                  <a:cubicBezTo>
                    <a:pt x="4656" y="13050"/>
                    <a:pt x="4616" y="12812"/>
                    <a:pt x="4675" y="12593"/>
                  </a:cubicBezTo>
                  <a:cubicBezTo>
                    <a:pt x="4755" y="12334"/>
                    <a:pt x="4914" y="12195"/>
                    <a:pt x="5193" y="12135"/>
                  </a:cubicBezTo>
                  <a:cubicBezTo>
                    <a:pt x="5312" y="12115"/>
                    <a:pt x="5471" y="12215"/>
                    <a:pt x="5551" y="12354"/>
                  </a:cubicBezTo>
                  <a:cubicBezTo>
                    <a:pt x="5610" y="12513"/>
                    <a:pt x="5591" y="12633"/>
                    <a:pt x="5471" y="12652"/>
                  </a:cubicBezTo>
                  <a:cubicBezTo>
                    <a:pt x="5312" y="12692"/>
                    <a:pt x="5193" y="12792"/>
                    <a:pt x="5173" y="12911"/>
                  </a:cubicBezTo>
                  <a:cubicBezTo>
                    <a:pt x="5153" y="12991"/>
                    <a:pt x="5153" y="13110"/>
                    <a:pt x="5213" y="13229"/>
                  </a:cubicBezTo>
                  <a:cubicBezTo>
                    <a:pt x="5372" y="13508"/>
                    <a:pt x="5750" y="13707"/>
                    <a:pt x="6008" y="13647"/>
                  </a:cubicBezTo>
                  <a:cubicBezTo>
                    <a:pt x="6207" y="13627"/>
                    <a:pt x="6884" y="13448"/>
                    <a:pt x="6446" y="12633"/>
                  </a:cubicBezTo>
                  <a:lnTo>
                    <a:pt x="5352" y="10604"/>
                  </a:lnTo>
                  <a:cubicBezTo>
                    <a:pt x="3999" y="10663"/>
                    <a:pt x="2408" y="9748"/>
                    <a:pt x="1672" y="8455"/>
                  </a:cubicBezTo>
                  <a:cubicBezTo>
                    <a:pt x="995" y="7262"/>
                    <a:pt x="1513" y="6148"/>
                    <a:pt x="1970" y="5252"/>
                  </a:cubicBezTo>
                  <a:lnTo>
                    <a:pt x="1970" y="5232"/>
                  </a:lnTo>
                  <a:cubicBezTo>
                    <a:pt x="2010" y="5093"/>
                    <a:pt x="2089" y="4954"/>
                    <a:pt x="2169" y="4795"/>
                  </a:cubicBezTo>
                  <a:lnTo>
                    <a:pt x="1115" y="2945"/>
                  </a:lnTo>
                  <a:cubicBezTo>
                    <a:pt x="379" y="1612"/>
                    <a:pt x="1" y="617"/>
                    <a:pt x="120" y="220"/>
                  </a:cubicBezTo>
                  <a:cubicBezTo>
                    <a:pt x="180" y="80"/>
                    <a:pt x="279" y="21"/>
                    <a:pt x="339" y="21"/>
                  </a:cubicBezTo>
                  <a:cubicBezTo>
                    <a:pt x="438" y="1"/>
                    <a:pt x="597" y="21"/>
                    <a:pt x="796" y="160"/>
                  </a:cubicBezTo>
                  <a:cubicBezTo>
                    <a:pt x="1234" y="418"/>
                    <a:pt x="1831" y="1154"/>
                    <a:pt x="2368" y="2089"/>
                  </a:cubicBezTo>
                  <a:cubicBezTo>
                    <a:pt x="2786" y="2845"/>
                    <a:pt x="2925" y="3581"/>
                    <a:pt x="2865" y="4278"/>
                  </a:cubicBezTo>
                  <a:cubicBezTo>
                    <a:pt x="2825" y="4536"/>
                    <a:pt x="2786" y="4755"/>
                    <a:pt x="2706" y="4954"/>
                  </a:cubicBezTo>
                  <a:lnTo>
                    <a:pt x="3880" y="7043"/>
                  </a:lnTo>
                  <a:cubicBezTo>
                    <a:pt x="4357" y="7023"/>
                    <a:pt x="4874" y="7182"/>
                    <a:pt x="5352" y="7460"/>
                  </a:cubicBezTo>
                  <a:cubicBezTo>
                    <a:pt x="5789" y="7739"/>
                    <a:pt x="6167" y="8137"/>
                    <a:pt x="6386" y="8555"/>
                  </a:cubicBezTo>
                  <a:cubicBezTo>
                    <a:pt x="6864" y="9450"/>
                    <a:pt x="6585" y="10305"/>
                    <a:pt x="5770" y="10544"/>
                  </a:cubicBezTo>
                  <a:lnTo>
                    <a:pt x="6864" y="12593"/>
                  </a:lnTo>
                  <a:cubicBezTo>
                    <a:pt x="7301" y="13428"/>
                    <a:pt x="7083" y="14085"/>
                    <a:pt x="6287" y="14204"/>
                  </a:cubicBezTo>
                  <a:cubicBezTo>
                    <a:pt x="6167" y="14224"/>
                    <a:pt x="5988" y="14204"/>
                    <a:pt x="5789" y="14125"/>
                  </a:cubicBezTo>
                  <a:close/>
                  <a:moveTo>
                    <a:pt x="2527" y="5451"/>
                  </a:moveTo>
                  <a:cubicBezTo>
                    <a:pt x="2507" y="5491"/>
                    <a:pt x="2487" y="5531"/>
                    <a:pt x="2487" y="5571"/>
                  </a:cubicBezTo>
                  <a:lnTo>
                    <a:pt x="2487" y="5591"/>
                  </a:lnTo>
                  <a:cubicBezTo>
                    <a:pt x="2109" y="6386"/>
                    <a:pt x="1592" y="7460"/>
                    <a:pt x="2129" y="8415"/>
                  </a:cubicBezTo>
                  <a:cubicBezTo>
                    <a:pt x="2726" y="9430"/>
                    <a:pt x="4019" y="10166"/>
                    <a:pt x="5113" y="10106"/>
                  </a:cubicBezTo>
                  <a:lnTo>
                    <a:pt x="4576" y="9072"/>
                  </a:lnTo>
                  <a:cubicBezTo>
                    <a:pt x="4079" y="9052"/>
                    <a:pt x="3542" y="8694"/>
                    <a:pt x="3263" y="8236"/>
                  </a:cubicBezTo>
                  <a:cubicBezTo>
                    <a:pt x="3124" y="7978"/>
                    <a:pt x="3084" y="7739"/>
                    <a:pt x="3124" y="7540"/>
                  </a:cubicBezTo>
                  <a:cubicBezTo>
                    <a:pt x="3184" y="7361"/>
                    <a:pt x="3303" y="7222"/>
                    <a:pt x="3482" y="7142"/>
                  </a:cubicBezTo>
                  <a:close/>
                  <a:moveTo>
                    <a:pt x="4178" y="7560"/>
                  </a:moveTo>
                  <a:lnTo>
                    <a:pt x="5511" y="10047"/>
                  </a:lnTo>
                  <a:cubicBezTo>
                    <a:pt x="6088" y="9848"/>
                    <a:pt x="6287" y="9271"/>
                    <a:pt x="5969" y="8634"/>
                  </a:cubicBezTo>
                  <a:cubicBezTo>
                    <a:pt x="5829" y="8336"/>
                    <a:pt x="5571" y="8077"/>
                    <a:pt x="5252" y="7878"/>
                  </a:cubicBezTo>
                  <a:cubicBezTo>
                    <a:pt x="4894" y="7659"/>
                    <a:pt x="4516" y="7560"/>
                    <a:pt x="4178" y="7560"/>
                  </a:cubicBezTo>
                  <a:close/>
                  <a:moveTo>
                    <a:pt x="3760" y="7639"/>
                  </a:moveTo>
                  <a:cubicBezTo>
                    <a:pt x="3681" y="7679"/>
                    <a:pt x="3621" y="7759"/>
                    <a:pt x="3601" y="7838"/>
                  </a:cubicBezTo>
                  <a:cubicBezTo>
                    <a:pt x="3581" y="7898"/>
                    <a:pt x="3581" y="8017"/>
                    <a:pt x="3661" y="8157"/>
                  </a:cubicBezTo>
                  <a:cubicBezTo>
                    <a:pt x="3780" y="8356"/>
                    <a:pt x="3999" y="8535"/>
                    <a:pt x="4258" y="8555"/>
                  </a:cubicBezTo>
                  <a:close/>
                  <a:moveTo>
                    <a:pt x="637" y="518"/>
                  </a:moveTo>
                  <a:cubicBezTo>
                    <a:pt x="597" y="617"/>
                    <a:pt x="697" y="1353"/>
                    <a:pt x="1572" y="2885"/>
                  </a:cubicBezTo>
                  <a:lnTo>
                    <a:pt x="2328" y="4258"/>
                  </a:lnTo>
                  <a:cubicBezTo>
                    <a:pt x="2368" y="4178"/>
                    <a:pt x="2368" y="4138"/>
                    <a:pt x="2368" y="4059"/>
                  </a:cubicBezTo>
                  <a:cubicBezTo>
                    <a:pt x="2428" y="3442"/>
                    <a:pt x="2288" y="2806"/>
                    <a:pt x="1930" y="2169"/>
                  </a:cubicBezTo>
                  <a:cubicBezTo>
                    <a:pt x="1433" y="1274"/>
                    <a:pt x="936" y="697"/>
                    <a:pt x="697" y="558"/>
                  </a:cubicBezTo>
                  <a:cubicBezTo>
                    <a:pt x="677" y="518"/>
                    <a:pt x="677" y="518"/>
                    <a:pt x="637" y="51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9" name="Google Shape;97;p2"/>
            <p:cNvSpPr/>
            <p:nvPr/>
          </p:nvSpPr>
          <p:spPr>
            <a:xfrm>
              <a:off x="-2561760" y="3631320"/>
              <a:ext cx="7124040" cy="1569240"/>
            </a:xfrm>
            <a:custGeom>
              <a:avLst/>
              <a:gdLst>
                <a:gd name="textAreaLeft" fmla="*/ 0 w 7124040"/>
                <a:gd name="textAreaRight" fmla="*/ 7124400 w 7124040"/>
                <a:gd name="textAreaTop" fmla="*/ 0 h 1569240"/>
                <a:gd name="textAreaBottom" fmla="*/ 1569600 h 1569240"/>
              </a:gdLst>
              <a:ahLst/>
              <a:cxnLst/>
              <a:rect l="textAreaLeft" t="textAreaTop" r="textAreaRight" b="textAreaBottom"/>
              <a:pathLst>
                <a:path w="220949" h="48679">
                  <a:moveTo>
                    <a:pt x="106147" y="44680"/>
                  </a:moveTo>
                  <a:cubicBezTo>
                    <a:pt x="104914" y="44441"/>
                    <a:pt x="103800" y="44123"/>
                    <a:pt x="102686" y="43745"/>
                  </a:cubicBezTo>
                  <a:cubicBezTo>
                    <a:pt x="101493" y="43347"/>
                    <a:pt x="100339" y="42850"/>
                    <a:pt x="99404" y="42432"/>
                  </a:cubicBezTo>
                  <a:lnTo>
                    <a:pt x="98946" y="42193"/>
                  </a:lnTo>
                  <a:cubicBezTo>
                    <a:pt x="98588" y="42034"/>
                    <a:pt x="98190" y="41835"/>
                    <a:pt x="97812" y="41597"/>
                  </a:cubicBezTo>
                  <a:lnTo>
                    <a:pt x="97514" y="41457"/>
                  </a:lnTo>
                  <a:cubicBezTo>
                    <a:pt x="97335" y="41358"/>
                    <a:pt x="97156" y="41278"/>
                    <a:pt x="97017" y="41179"/>
                  </a:cubicBezTo>
                  <a:lnTo>
                    <a:pt x="96241" y="40701"/>
                  </a:lnTo>
                  <a:cubicBezTo>
                    <a:pt x="95027" y="39945"/>
                    <a:pt x="94053" y="39269"/>
                    <a:pt x="93177" y="38553"/>
                  </a:cubicBezTo>
                  <a:cubicBezTo>
                    <a:pt x="92839" y="38274"/>
                    <a:pt x="92461" y="37976"/>
                    <a:pt x="92143" y="37678"/>
                  </a:cubicBezTo>
                  <a:cubicBezTo>
                    <a:pt x="92024" y="37558"/>
                    <a:pt x="91864" y="37459"/>
                    <a:pt x="91745" y="37320"/>
                  </a:cubicBezTo>
                  <a:cubicBezTo>
                    <a:pt x="91586" y="37200"/>
                    <a:pt x="91447" y="37061"/>
                    <a:pt x="91288" y="36902"/>
                  </a:cubicBezTo>
                  <a:cubicBezTo>
                    <a:pt x="91188" y="36822"/>
                    <a:pt x="91128" y="36723"/>
                    <a:pt x="91029" y="36663"/>
                  </a:cubicBezTo>
                  <a:lnTo>
                    <a:pt x="90671" y="36325"/>
                  </a:lnTo>
                  <a:lnTo>
                    <a:pt x="90452" y="36106"/>
                  </a:lnTo>
                  <a:lnTo>
                    <a:pt x="90333" y="35987"/>
                  </a:lnTo>
                  <a:lnTo>
                    <a:pt x="89636" y="35291"/>
                  </a:lnTo>
                  <a:lnTo>
                    <a:pt x="88642" y="34196"/>
                  </a:lnTo>
                  <a:lnTo>
                    <a:pt x="87667" y="33043"/>
                  </a:lnTo>
                  <a:lnTo>
                    <a:pt x="86752" y="31849"/>
                  </a:lnTo>
                  <a:lnTo>
                    <a:pt x="85996" y="30815"/>
                  </a:lnTo>
                  <a:lnTo>
                    <a:pt x="85260" y="29721"/>
                  </a:lnTo>
                  <a:cubicBezTo>
                    <a:pt x="84544" y="28646"/>
                    <a:pt x="83788" y="27433"/>
                    <a:pt x="82933" y="26021"/>
                  </a:cubicBezTo>
                  <a:cubicBezTo>
                    <a:pt x="82415" y="25165"/>
                    <a:pt x="81918" y="24290"/>
                    <a:pt x="81401" y="23395"/>
                  </a:cubicBezTo>
                  <a:cubicBezTo>
                    <a:pt x="81122" y="22957"/>
                    <a:pt x="80884" y="22500"/>
                    <a:pt x="80605" y="22062"/>
                  </a:cubicBezTo>
                  <a:cubicBezTo>
                    <a:pt x="80227" y="21465"/>
                    <a:pt x="79849" y="20809"/>
                    <a:pt x="79491" y="20212"/>
                  </a:cubicBezTo>
                  <a:lnTo>
                    <a:pt x="79252" y="19854"/>
                  </a:lnTo>
                  <a:cubicBezTo>
                    <a:pt x="78894" y="19257"/>
                    <a:pt x="78497" y="18620"/>
                    <a:pt x="78059" y="18004"/>
                  </a:cubicBezTo>
                  <a:cubicBezTo>
                    <a:pt x="77323" y="16890"/>
                    <a:pt x="76308" y="15438"/>
                    <a:pt x="75155" y="14045"/>
                  </a:cubicBezTo>
                  <a:cubicBezTo>
                    <a:pt x="74080" y="12752"/>
                    <a:pt x="72947" y="11539"/>
                    <a:pt x="71753" y="10464"/>
                  </a:cubicBezTo>
                  <a:cubicBezTo>
                    <a:pt x="70599" y="9430"/>
                    <a:pt x="69346" y="8435"/>
                    <a:pt x="67973" y="7520"/>
                  </a:cubicBezTo>
                  <a:cubicBezTo>
                    <a:pt x="67874" y="7441"/>
                    <a:pt x="67735" y="7361"/>
                    <a:pt x="67655" y="7282"/>
                  </a:cubicBezTo>
                  <a:cubicBezTo>
                    <a:pt x="67456" y="7142"/>
                    <a:pt x="67217" y="6983"/>
                    <a:pt x="66999" y="6864"/>
                  </a:cubicBezTo>
                  <a:lnTo>
                    <a:pt x="66004" y="6247"/>
                  </a:lnTo>
                  <a:lnTo>
                    <a:pt x="64989" y="5670"/>
                  </a:lnTo>
                  <a:cubicBezTo>
                    <a:pt x="64830" y="5591"/>
                    <a:pt x="64691" y="5491"/>
                    <a:pt x="64492" y="5392"/>
                  </a:cubicBezTo>
                  <a:lnTo>
                    <a:pt x="63975" y="5153"/>
                  </a:lnTo>
                  <a:cubicBezTo>
                    <a:pt x="62602" y="4457"/>
                    <a:pt x="61210" y="3860"/>
                    <a:pt x="59837" y="3383"/>
                  </a:cubicBezTo>
                  <a:cubicBezTo>
                    <a:pt x="58504" y="2905"/>
                    <a:pt x="57112" y="2468"/>
                    <a:pt x="55680" y="2090"/>
                  </a:cubicBezTo>
                  <a:cubicBezTo>
                    <a:pt x="54426" y="1771"/>
                    <a:pt x="53074" y="1473"/>
                    <a:pt x="51562" y="1194"/>
                  </a:cubicBezTo>
                  <a:cubicBezTo>
                    <a:pt x="50309" y="976"/>
                    <a:pt x="48976" y="797"/>
                    <a:pt x="47484" y="618"/>
                  </a:cubicBezTo>
                  <a:cubicBezTo>
                    <a:pt x="46907" y="558"/>
                    <a:pt x="46370" y="498"/>
                    <a:pt x="45813" y="478"/>
                  </a:cubicBezTo>
                  <a:lnTo>
                    <a:pt x="45137" y="419"/>
                  </a:lnTo>
                  <a:cubicBezTo>
                    <a:pt x="44599" y="379"/>
                    <a:pt x="44023" y="359"/>
                    <a:pt x="43446" y="319"/>
                  </a:cubicBezTo>
                  <a:cubicBezTo>
                    <a:pt x="40959" y="180"/>
                    <a:pt x="38413" y="160"/>
                    <a:pt x="35628" y="220"/>
                  </a:cubicBezTo>
                  <a:cubicBezTo>
                    <a:pt x="34474" y="259"/>
                    <a:pt x="33340" y="299"/>
                    <a:pt x="32246" y="359"/>
                  </a:cubicBezTo>
                  <a:lnTo>
                    <a:pt x="31808" y="379"/>
                  </a:lnTo>
                  <a:lnTo>
                    <a:pt x="29958" y="478"/>
                  </a:lnTo>
                  <a:cubicBezTo>
                    <a:pt x="29561" y="498"/>
                    <a:pt x="29163" y="518"/>
                    <a:pt x="28725" y="558"/>
                  </a:cubicBezTo>
                  <a:cubicBezTo>
                    <a:pt x="28506" y="578"/>
                    <a:pt x="28307" y="578"/>
                    <a:pt x="28088" y="598"/>
                  </a:cubicBezTo>
                  <a:cubicBezTo>
                    <a:pt x="25622" y="757"/>
                    <a:pt x="23155" y="956"/>
                    <a:pt x="20748" y="1175"/>
                  </a:cubicBezTo>
                  <a:cubicBezTo>
                    <a:pt x="18381" y="1393"/>
                    <a:pt x="15994" y="1652"/>
                    <a:pt x="13607" y="1970"/>
                  </a:cubicBezTo>
                  <a:cubicBezTo>
                    <a:pt x="13408" y="1990"/>
                    <a:pt x="13189" y="2010"/>
                    <a:pt x="12990" y="2050"/>
                  </a:cubicBezTo>
                  <a:lnTo>
                    <a:pt x="11876" y="2189"/>
                  </a:lnTo>
                  <a:lnTo>
                    <a:pt x="10125" y="2408"/>
                  </a:lnTo>
                  <a:lnTo>
                    <a:pt x="8415" y="2666"/>
                  </a:lnTo>
                  <a:cubicBezTo>
                    <a:pt x="8037" y="2706"/>
                    <a:pt x="7659" y="2766"/>
                    <a:pt x="7321" y="2846"/>
                  </a:cubicBezTo>
                  <a:cubicBezTo>
                    <a:pt x="7122" y="2865"/>
                    <a:pt x="6923" y="2905"/>
                    <a:pt x="6724" y="2945"/>
                  </a:cubicBezTo>
                  <a:cubicBezTo>
                    <a:pt x="4476" y="3283"/>
                    <a:pt x="2248" y="3661"/>
                    <a:pt x="80" y="4059"/>
                  </a:cubicBezTo>
                  <a:lnTo>
                    <a:pt x="0" y="3940"/>
                  </a:lnTo>
                  <a:cubicBezTo>
                    <a:pt x="2168" y="3502"/>
                    <a:pt x="4416" y="3144"/>
                    <a:pt x="6664" y="2786"/>
                  </a:cubicBezTo>
                  <a:cubicBezTo>
                    <a:pt x="6863" y="2766"/>
                    <a:pt x="7062" y="2746"/>
                    <a:pt x="7261" y="2686"/>
                  </a:cubicBezTo>
                  <a:cubicBezTo>
                    <a:pt x="7619" y="2647"/>
                    <a:pt x="7997" y="2567"/>
                    <a:pt x="8375" y="2507"/>
                  </a:cubicBezTo>
                  <a:lnTo>
                    <a:pt x="10086" y="2269"/>
                  </a:lnTo>
                  <a:lnTo>
                    <a:pt x="11816" y="2050"/>
                  </a:lnTo>
                  <a:cubicBezTo>
                    <a:pt x="12194" y="1990"/>
                    <a:pt x="12592" y="1950"/>
                    <a:pt x="12970" y="1891"/>
                  </a:cubicBezTo>
                  <a:cubicBezTo>
                    <a:pt x="13169" y="1871"/>
                    <a:pt x="13388" y="1851"/>
                    <a:pt x="13587" y="1811"/>
                  </a:cubicBezTo>
                  <a:cubicBezTo>
                    <a:pt x="15974" y="1513"/>
                    <a:pt x="18361" y="1254"/>
                    <a:pt x="20728" y="1015"/>
                  </a:cubicBezTo>
                  <a:cubicBezTo>
                    <a:pt x="23135" y="797"/>
                    <a:pt x="25602" y="598"/>
                    <a:pt x="28088" y="458"/>
                  </a:cubicBezTo>
                  <a:cubicBezTo>
                    <a:pt x="28307" y="419"/>
                    <a:pt x="28526" y="419"/>
                    <a:pt x="28725" y="399"/>
                  </a:cubicBezTo>
                  <a:cubicBezTo>
                    <a:pt x="29123" y="379"/>
                    <a:pt x="29521" y="359"/>
                    <a:pt x="29958" y="319"/>
                  </a:cubicBezTo>
                  <a:lnTo>
                    <a:pt x="32246" y="200"/>
                  </a:lnTo>
                  <a:cubicBezTo>
                    <a:pt x="33340" y="160"/>
                    <a:pt x="34474" y="100"/>
                    <a:pt x="35628" y="80"/>
                  </a:cubicBezTo>
                  <a:cubicBezTo>
                    <a:pt x="38413" y="1"/>
                    <a:pt x="40959" y="21"/>
                    <a:pt x="43485" y="160"/>
                  </a:cubicBezTo>
                  <a:cubicBezTo>
                    <a:pt x="44023" y="180"/>
                    <a:pt x="44599" y="220"/>
                    <a:pt x="45176" y="259"/>
                  </a:cubicBezTo>
                  <a:lnTo>
                    <a:pt x="45833" y="299"/>
                  </a:lnTo>
                  <a:cubicBezTo>
                    <a:pt x="46390" y="359"/>
                    <a:pt x="46967" y="399"/>
                    <a:pt x="47524" y="458"/>
                  </a:cubicBezTo>
                  <a:cubicBezTo>
                    <a:pt x="49016" y="598"/>
                    <a:pt x="50368" y="797"/>
                    <a:pt x="51641" y="1015"/>
                  </a:cubicBezTo>
                  <a:cubicBezTo>
                    <a:pt x="53153" y="1294"/>
                    <a:pt x="54526" y="1572"/>
                    <a:pt x="55779" y="1911"/>
                  </a:cubicBezTo>
                  <a:cubicBezTo>
                    <a:pt x="57211" y="2289"/>
                    <a:pt x="58624" y="2706"/>
                    <a:pt x="59957" y="3204"/>
                  </a:cubicBezTo>
                  <a:cubicBezTo>
                    <a:pt x="61329" y="3701"/>
                    <a:pt x="62722" y="4298"/>
                    <a:pt x="64094" y="4994"/>
                  </a:cubicBezTo>
                  <a:lnTo>
                    <a:pt x="64611" y="5253"/>
                  </a:lnTo>
                  <a:cubicBezTo>
                    <a:pt x="64810" y="5352"/>
                    <a:pt x="64970" y="5432"/>
                    <a:pt x="65129" y="5531"/>
                  </a:cubicBezTo>
                  <a:lnTo>
                    <a:pt x="66163" y="6088"/>
                  </a:lnTo>
                  <a:lnTo>
                    <a:pt x="67158" y="6725"/>
                  </a:lnTo>
                  <a:cubicBezTo>
                    <a:pt x="67377" y="6844"/>
                    <a:pt x="67595" y="6983"/>
                    <a:pt x="67794" y="7142"/>
                  </a:cubicBezTo>
                  <a:cubicBezTo>
                    <a:pt x="67894" y="7222"/>
                    <a:pt x="68013" y="7282"/>
                    <a:pt x="68113" y="7361"/>
                  </a:cubicBezTo>
                  <a:cubicBezTo>
                    <a:pt x="69485" y="8276"/>
                    <a:pt x="70758" y="9311"/>
                    <a:pt x="71892" y="10345"/>
                  </a:cubicBezTo>
                  <a:cubicBezTo>
                    <a:pt x="73086" y="11439"/>
                    <a:pt x="74240" y="12653"/>
                    <a:pt x="75314" y="13946"/>
                  </a:cubicBezTo>
                  <a:cubicBezTo>
                    <a:pt x="76448" y="15338"/>
                    <a:pt x="77462" y="16810"/>
                    <a:pt x="78218" y="17904"/>
                  </a:cubicBezTo>
                  <a:cubicBezTo>
                    <a:pt x="78636" y="18521"/>
                    <a:pt x="79014" y="19158"/>
                    <a:pt x="79412" y="19754"/>
                  </a:cubicBezTo>
                  <a:lnTo>
                    <a:pt x="79630" y="20112"/>
                  </a:lnTo>
                  <a:cubicBezTo>
                    <a:pt x="80008" y="20709"/>
                    <a:pt x="80386" y="21366"/>
                    <a:pt x="80744" y="21962"/>
                  </a:cubicBezTo>
                  <a:cubicBezTo>
                    <a:pt x="81023" y="22400"/>
                    <a:pt x="81282" y="22858"/>
                    <a:pt x="81540" y="23295"/>
                  </a:cubicBezTo>
                  <a:cubicBezTo>
                    <a:pt x="82077" y="24190"/>
                    <a:pt x="82594" y="25066"/>
                    <a:pt x="83092" y="25921"/>
                  </a:cubicBezTo>
                  <a:cubicBezTo>
                    <a:pt x="83927" y="27333"/>
                    <a:pt x="84703" y="28547"/>
                    <a:pt x="85399" y="29621"/>
                  </a:cubicBezTo>
                  <a:lnTo>
                    <a:pt x="86155" y="30695"/>
                  </a:lnTo>
                  <a:lnTo>
                    <a:pt x="86891" y="31730"/>
                  </a:lnTo>
                  <a:lnTo>
                    <a:pt x="87806" y="32923"/>
                  </a:lnTo>
                  <a:lnTo>
                    <a:pt x="88781" y="34077"/>
                  </a:lnTo>
                  <a:lnTo>
                    <a:pt x="89776" y="35171"/>
                  </a:lnTo>
                  <a:lnTo>
                    <a:pt x="90452" y="35867"/>
                  </a:lnTo>
                  <a:lnTo>
                    <a:pt x="90571" y="35987"/>
                  </a:lnTo>
                  <a:lnTo>
                    <a:pt x="90790" y="36206"/>
                  </a:lnTo>
                  <a:lnTo>
                    <a:pt x="91148" y="36524"/>
                  </a:lnTo>
                  <a:cubicBezTo>
                    <a:pt x="91248" y="36603"/>
                    <a:pt x="91327" y="36703"/>
                    <a:pt x="91427" y="36783"/>
                  </a:cubicBezTo>
                  <a:cubicBezTo>
                    <a:pt x="91566" y="36902"/>
                    <a:pt x="91725" y="37061"/>
                    <a:pt x="91864" y="37180"/>
                  </a:cubicBezTo>
                  <a:cubicBezTo>
                    <a:pt x="91984" y="37300"/>
                    <a:pt x="92143" y="37399"/>
                    <a:pt x="92262" y="37519"/>
                  </a:cubicBezTo>
                  <a:cubicBezTo>
                    <a:pt x="92620" y="37817"/>
                    <a:pt x="92959" y="38115"/>
                    <a:pt x="93317" y="38394"/>
                  </a:cubicBezTo>
                  <a:cubicBezTo>
                    <a:pt x="94152" y="39090"/>
                    <a:pt x="95127" y="39766"/>
                    <a:pt x="96340" y="40542"/>
                  </a:cubicBezTo>
                  <a:lnTo>
                    <a:pt x="97116" y="41000"/>
                  </a:lnTo>
                  <a:cubicBezTo>
                    <a:pt x="97275" y="41099"/>
                    <a:pt x="97434" y="41199"/>
                    <a:pt x="97613" y="41278"/>
                  </a:cubicBezTo>
                  <a:lnTo>
                    <a:pt x="97912" y="41437"/>
                  </a:lnTo>
                  <a:cubicBezTo>
                    <a:pt x="98270" y="41656"/>
                    <a:pt x="98668" y="41835"/>
                    <a:pt x="99046" y="42034"/>
                  </a:cubicBezTo>
                  <a:lnTo>
                    <a:pt x="99503" y="42253"/>
                  </a:lnTo>
                  <a:cubicBezTo>
                    <a:pt x="100438" y="42671"/>
                    <a:pt x="101592" y="43168"/>
                    <a:pt x="102746" y="43566"/>
                  </a:cubicBezTo>
                  <a:cubicBezTo>
                    <a:pt x="104795" y="44262"/>
                    <a:pt x="107003" y="44760"/>
                    <a:pt x="109469" y="45058"/>
                  </a:cubicBezTo>
                  <a:cubicBezTo>
                    <a:pt x="111638" y="45277"/>
                    <a:pt x="113945" y="45316"/>
                    <a:pt x="116313" y="45118"/>
                  </a:cubicBezTo>
                  <a:cubicBezTo>
                    <a:pt x="118660" y="44879"/>
                    <a:pt x="120987" y="44461"/>
                    <a:pt x="123176" y="43884"/>
                  </a:cubicBezTo>
                  <a:lnTo>
                    <a:pt x="124011" y="43646"/>
                  </a:lnTo>
                  <a:lnTo>
                    <a:pt x="124866" y="43367"/>
                  </a:lnTo>
                  <a:cubicBezTo>
                    <a:pt x="125264" y="43248"/>
                    <a:pt x="125682" y="43089"/>
                    <a:pt x="126080" y="42969"/>
                  </a:cubicBezTo>
                  <a:cubicBezTo>
                    <a:pt x="126259" y="42929"/>
                    <a:pt x="126418" y="42850"/>
                    <a:pt x="126577" y="42790"/>
                  </a:cubicBezTo>
                  <a:cubicBezTo>
                    <a:pt x="126776" y="42730"/>
                    <a:pt x="126995" y="42651"/>
                    <a:pt x="127194" y="42571"/>
                  </a:cubicBezTo>
                  <a:cubicBezTo>
                    <a:pt x="127572" y="42452"/>
                    <a:pt x="127950" y="42333"/>
                    <a:pt x="128308" y="42173"/>
                  </a:cubicBezTo>
                  <a:lnTo>
                    <a:pt x="130058" y="41477"/>
                  </a:lnTo>
                  <a:cubicBezTo>
                    <a:pt x="130476" y="41298"/>
                    <a:pt x="130934" y="41139"/>
                    <a:pt x="131332" y="40960"/>
                  </a:cubicBezTo>
                  <a:cubicBezTo>
                    <a:pt x="131471" y="40880"/>
                    <a:pt x="131650" y="40841"/>
                    <a:pt x="131789" y="40761"/>
                  </a:cubicBezTo>
                  <a:cubicBezTo>
                    <a:pt x="131988" y="40662"/>
                    <a:pt x="132227" y="40582"/>
                    <a:pt x="132426" y="40483"/>
                  </a:cubicBezTo>
                  <a:cubicBezTo>
                    <a:pt x="132784" y="40304"/>
                    <a:pt x="133162" y="40164"/>
                    <a:pt x="133560" y="39985"/>
                  </a:cubicBezTo>
                  <a:cubicBezTo>
                    <a:pt x="133898" y="39846"/>
                    <a:pt x="134176" y="39707"/>
                    <a:pt x="134514" y="39567"/>
                  </a:cubicBezTo>
                  <a:cubicBezTo>
                    <a:pt x="135350" y="39170"/>
                    <a:pt x="136245" y="38772"/>
                    <a:pt x="137120" y="38314"/>
                  </a:cubicBezTo>
                  <a:cubicBezTo>
                    <a:pt x="138513" y="37638"/>
                    <a:pt x="139925" y="36962"/>
                    <a:pt x="141318" y="36265"/>
                  </a:cubicBezTo>
                  <a:cubicBezTo>
                    <a:pt x="142352" y="35728"/>
                    <a:pt x="143367" y="35231"/>
                    <a:pt x="144381" y="34714"/>
                  </a:cubicBezTo>
                  <a:cubicBezTo>
                    <a:pt x="144759" y="34535"/>
                    <a:pt x="145117" y="34336"/>
                    <a:pt x="145475" y="34157"/>
                  </a:cubicBezTo>
                  <a:cubicBezTo>
                    <a:pt x="146311" y="33739"/>
                    <a:pt x="147206" y="33262"/>
                    <a:pt x="148101" y="32844"/>
                  </a:cubicBezTo>
                  <a:lnTo>
                    <a:pt x="150011" y="31909"/>
                  </a:lnTo>
                  <a:lnTo>
                    <a:pt x="151920" y="30994"/>
                  </a:lnTo>
                  <a:cubicBezTo>
                    <a:pt x="152040" y="30934"/>
                    <a:pt x="152139" y="30894"/>
                    <a:pt x="152259" y="30815"/>
                  </a:cubicBezTo>
                  <a:cubicBezTo>
                    <a:pt x="152458" y="30715"/>
                    <a:pt x="152676" y="30616"/>
                    <a:pt x="152875" y="30516"/>
                  </a:cubicBezTo>
                  <a:lnTo>
                    <a:pt x="153850" y="30059"/>
                  </a:lnTo>
                  <a:cubicBezTo>
                    <a:pt x="154069" y="29959"/>
                    <a:pt x="154308" y="29860"/>
                    <a:pt x="154526" y="29740"/>
                  </a:cubicBezTo>
                  <a:lnTo>
                    <a:pt x="155800" y="29144"/>
                  </a:lnTo>
                  <a:lnTo>
                    <a:pt x="157749" y="28268"/>
                  </a:lnTo>
                  <a:cubicBezTo>
                    <a:pt x="157888" y="28229"/>
                    <a:pt x="157988" y="28169"/>
                    <a:pt x="158107" y="28129"/>
                  </a:cubicBezTo>
                  <a:cubicBezTo>
                    <a:pt x="158306" y="28030"/>
                    <a:pt x="158525" y="27930"/>
                    <a:pt x="158744" y="27851"/>
                  </a:cubicBezTo>
                  <a:lnTo>
                    <a:pt x="159738" y="27453"/>
                  </a:lnTo>
                  <a:cubicBezTo>
                    <a:pt x="159977" y="27353"/>
                    <a:pt x="160216" y="27274"/>
                    <a:pt x="160435" y="27174"/>
                  </a:cubicBezTo>
                  <a:cubicBezTo>
                    <a:pt x="160872" y="26995"/>
                    <a:pt x="161310" y="26836"/>
                    <a:pt x="161767" y="26657"/>
                  </a:cubicBezTo>
                  <a:lnTo>
                    <a:pt x="163796" y="25901"/>
                  </a:lnTo>
                  <a:cubicBezTo>
                    <a:pt x="163916" y="25861"/>
                    <a:pt x="164055" y="25842"/>
                    <a:pt x="164174" y="25782"/>
                  </a:cubicBezTo>
                  <a:cubicBezTo>
                    <a:pt x="164393" y="25702"/>
                    <a:pt x="164612" y="25603"/>
                    <a:pt x="164851" y="25563"/>
                  </a:cubicBezTo>
                  <a:lnTo>
                    <a:pt x="165865" y="25245"/>
                  </a:lnTo>
                  <a:cubicBezTo>
                    <a:pt x="166084" y="25165"/>
                    <a:pt x="166343" y="25086"/>
                    <a:pt x="166561" y="25026"/>
                  </a:cubicBezTo>
                  <a:cubicBezTo>
                    <a:pt x="166999" y="24867"/>
                    <a:pt x="167457" y="24708"/>
                    <a:pt x="167894" y="24588"/>
                  </a:cubicBezTo>
                  <a:lnTo>
                    <a:pt x="169963" y="24051"/>
                  </a:lnTo>
                  <a:cubicBezTo>
                    <a:pt x="170082" y="24011"/>
                    <a:pt x="170222" y="23972"/>
                    <a:pt x="170341" y="23952"/>
                  </a:cubicBezTo>
                  <a:cubicBezTo>
                    <a:pt x="170560" y="23892"/>
                    <a:pt x="170779" y="23812"/>
                    <a:pt x="171017" y="23773"/>
                  </a:cubicBezTo>
                  <a:lnTo>
                    <a:pt x="172052" y="23554"/>
                  </a:lnTo>
                  <a:cubicBezTo>
                    <a:pt x="173464" y="23255"/>
                    <a:pt x="174897" y="23017"/>
                    <a:pt x="176249" y="22897"/>
                  </a:cubicBezTo>
                  <a:cubicBezTo>
                    <a:pt x="179333" y="22599"/>
                    <a:pt x="182078" y="22758"/>
                    <a:pt x="184604" y="23395"/>
                  </a:cubicBezTo>
                  <a:cubicBezTo>
                    <a:pt x="186036" y="23753"/>
                    <a:pt x="187349" y="24270"/>
                    <a:pt x="188563" y="24907"/>
                  </a:cubicBezTo>
                  <a:cubicBezTo>
                    <a:pt x="189836" y="25603"/>
                    <a:pt x="191010" y="26458"/>
                    <a:pt x="192064" y="27373"/>
                  </a:cubicBezTo>
                  <a:cubicBezTo>
                    <a:pt x="193138" y="28348"/>
                    <a:pt x="194153" y="29363"/>
                    <a:pt x="195107" y="30457"/>
                  </a:cubicBezTo>
                  <a:cubicBezTo>
                    <a:pt x="195983" y="31471"/>
                    <a:pt x="196898" y="32625"/>
                    <a:pt x="197793" y="33818"/>
                  </a:cubicBezTo>
                  <a:cubicBezTo>
                    <a:pt x="198111" y="34256"/>
                    <a:pt x="198430" y="34694"/>
                    <a:pt x="198768" y="35131"/>
                  </a:cubicBezTo>
                  <a:cubicBezTo>
                    <a:pt x="199265" y="35808"/>
                    <a:pt x="199782" y="36504"/>
                    <a:pt x="200280" y="37180"/>
                  </a:cubicBezTo>
                  <a:cubicBezTo>
                    <a:pt x="200479" y="37439"/>
                    <a:pt x="200677" y="37717"/>
                    <a:pt x="200896" y="37996"/>
                  </a:cubicBezTo>
                  <a:lnTo>
                    <a:pt x="201772" y="39110"/>
                  </a:lnTo>
                  <a:cubicBezTo>
                    <a:pt x="202090" y="39508"/>
                    <a:pt x="202408" y="39926"/>
                    <a:pt x="202746" y="40304"/>
                  </a:cubicBezTo>
                  <a:cubicBezTo>
                    <a:pt x="203045" y="40681"/>
                    <a:pt x="203343" y="41000"/>
                    <a:pt x="203641" y="41318"/>
                  </a:cubicBezTo>
                  <a:cubicBezTo>
                    <a:pt x="203761" y="41457"/>
                    <a:pt x="203860" y="41577"/>
                    <a:pt x="203980" y="41696"/>
                  </a:cubicBezTo>
                  <a:lnTo>
                    <a:pt x="204636" y="42313"/>
                  </a:lnTo>
                  <a:cubicBezTo>
                    <a:pt x="204835" y="42551"/>
                    <a:pt x="205054" y="42750"/>
                    <a:pt x="205273" y="42909"/>
                  </a:cubicBezTo>
                  <a:cubicBezTo>
                    <a:pt x="205372" y="42989"/>
                    <a:pt x="205452" y="43069"/>
                    <a:pt x="205531" y="43148"/>
                  </a:cubicBezTo>
                  <a:cubicBezTo>
                    <a:pt x="205651" y="43268"/>
                    <a:pt x="205790" y="43387"/>
                    <a:pt x="205949" y="43506"/>
                  </a:cubicBezTo>
                  <a:lnTo>
                    <a:pt x="206625" y="44063"/>
                  </a:lnTo>
                  <a:cubicBezTo>
                    <a:pt x="206765" y="44183"/>
                    <a:pt x="206924" y="44282"/>
                    <a:pt x="207063" y="44382"/>
                  </a:cubicBezTo>
                  <a:cubicBezTo>
                    <a:pt x="207143" y="44441"/>
                    <a:pt x="207242" y="44501"/>
                    <a:pt x="207322" y="44561"/>
                  </a:cubicBezTo>
                  <a:lnTo>
                    <a:pt x="207660" y="44799"/>
                  </a:lnTo>
                  <a:lnTo>
                    <a:pt x="208018" y="45038"/>
                  </a:lnTo>
                  <a:cubicBezTo>
                    <a:pt x="211817" y="47485"/>
                    <a:pt x="216273" y="48440"/>
                    <a:pt x="220948" y="47743"/>
                  </a:cubicBezTo>
                  <a:lnTo>
                    <a:pt x="220888" y="47982"/>
                  </a:lnTo>
                  <a:cubicBezTo>
                    <a:pt x="216194" y="48678"/>
                    <a:pt x="211718" y="47743"/>
                    <a:pt x="207918" y="45257"/>
                  </a:cubicBezTo>
                  <a:lnTo>
                    <a:pt x="207560" y="45038"/>
                  </a:lnTo>
                  <a:lnTo>
                    <a:pt x="207222" y="44779"/>
                  </a:lnTo>
                  <a:cubicBezTo>
                    <a:pt x="207143" y="44740"/>
                    <a:pt x="207043" y="44660"/>
                    <a:pt x="206964" y="44600"/>
                  </a:cubicBezTo>
                  <a:cubicBezTo>
                    <a:pt x="206824" y="44501"/>
                    <a:pt x="206665" y="44401"/>
                    <a:pt x="206526" y="44282"/>
                  </a:cubicBezTo>
                  <a:lnTo>
                    <a:pt x="205850" y="43745"/>
                  </a:lnTo>
                  <a:cubicBezTo>
                    <a:pt x="205690" y="43606"/>
                    <a:pt x="205551" y="43486"/>
                    <a:pt x="205432" y="43367"/>
                  </a:cubicBezTo>
                  <a:cubicBezTo>
                    <a:pt x="205352" y="43287"/>
                    <a:pt x="205273" y="43208"/>
                    <a:pt x="205173" y="43148"/>
                  </a:cubicBezTo>
                  <a:cubicBezTo>
                    <a:pt x="204954" y="42949"/>
                    <a:pt x="204736" y="42750"/>
                    <a:pt x="204537" y="42512"/>
                  </a:cubicBezTo>
                  <a:lnTo>
                    <a:pt x="203880" y="41875"/>
                  </a:lnTo>
                  <a:cubicBezTo>
                    <a:pt x="203761" y="41756"/>
                    <a:pt x="203661" y="41616"/>
                    <a:pt x="203542" y="41497"/>
                  </a:cubicBezTo>
                  <a:cubicBezTo>
                    <a:pt x="203244" y="41179"/>
                    <a:pt x="202945" y="40861"/>
                    <a:pt x="202647" y="40483"/>
                  </a:cubicBezTo>
                  <a:cubicBezTo>
                    <a:pt x="202309" y="40105"/>
                    <a:pt x="201990" y="39687"/>
                    <a:pt x="201672" y="39289"/>
                  </a:cubicBezTo>
                  <a:lnTo>
                    <a:pt x="201413" y="38971"/>
                  </a:lnTo>
                  <a:lnTo>
                    <a:pt x="200797" y="38175"/>
                  </a:lnTo>
                  <a:cubicBezTo>
                    <a:pt x="200598" y="37897"/>
                    <a:pt x="200399" y="37638"/>
                    <a:pt x="200180" y="37340"/>
                  </a:cubicBezTo>
                  <a:cubicBezTo>
                    <a:pt x="199683" y="36683"/>
                    <a:pt x="199166" y="35987"/>
                    <a:pt x="198668" y="35310"/>
                  </a:cubicBezTo>
                  <a:cubicBezTo>
                    <a:pt x="198330" y="34853"/>
                    <a:pt x="198012" y="34435"/>
                    <a:pt x="197694" y="33998"/>
                  </a:cubicBezTo>
                  <a:cubicBezTo>
                    <a:pt x="196798" y="32804"/>
                    <a:pt x="195903" y="31670"/>
                    <a:pt x="195008" y="30636"/>
                  </a:cubicBezTo>
                  <a:cubicBezTo>
                    <a:pt x="194093" y="29561"/>
                    <a:pt x="193059" y="28527"/>
                    <a:pt x="192004" y="27572"/>
                  </a:cubicBezTo>
                  <a:cubicBezTo>
                    <a:pt x="190930" y="26657"/>
                    <a:pt x="189756" y="25842"/>
                    <a:pt x="188483" y="25105"/>
                  </a:cubicBezTo>
                  <a:cubicBezTo>
                    <a:pt x="187290" y="24469"/>
                    <a:pt x="185977" y="23972"/>
                    <a:pt x="184564" y="23614"/>
                  </a:cubicBezTo>
                  <a:cubicBezTo>
                    <a:pt x="182018" y="22977"/>
                    <a:pt x="179313" y="22818"/>
                    <a:pt x="176229" y="23116"/>
                  </a:cubicBezTo>
                  <a:cubicBezTo>
                    <a:pt x="174857" y="23255"/>
                    <a:pt x="173444" y="23474"/>
                    <a:pt x="172032" y="23773"/>
                  </a:cubicBezTo>
                  <a:lnTo>
                    <a:pt x="170978" y="23991"/>
                  </a:lnTo>
                  <a:cubicBezTo>
                    <a:pt x="170759" y="24051"/>
                    <a:pt x="170540" y="24091"/>
                    <a:pt x="170321" y="24171"/>
                  </a:cubicBezTo>
                  <a:cubicBezTo>
                    <a:pt x="170182" y="24190"/>
                    <a:pt x="170063" y="24250"/>
                    <a:pt x="169943" y="24270"/>
                  </a:cubicBezTo>
                  <a:lnTo>
                    <a:pt x="167874" y="24807"/>
                  </a:lnTo>
                  <a:cubicBezTo>
                    <a:pt x="167437" y="24946"/>
                    <a:pt x="166979" y="25086"/>
                    <a:pt x="166542" y="25245"/>
                  </a:cubicBezTo>
                  <a:cubicBezTo>
                    <a:pt x="166303" y="25304"/>
                    <a:pt x="166064" y="25384"/>
                    <a:pt x="165845" y="25464"/>
                  </a:cubicBezTo>
                  <a:lnTo>
                    <a:pt x="164811" y="25782"/>
                  </a:lnTo>
                  <a:cubicBezTo>
                    <a:pt x="164592" y="25861"/>
                    <a:pt x="164373" y="25941"/>
                    <a:pt x="164174" y="26001"/>
                  </a:cubicBezTo>
                  <a:cubicBezTo>
                    <a:pt x="164055" y="26060"/>
                    <a:pt x="163916" y="26100"/>
                    <a:pt x="163796" y="26140"/>
                  </a:cubicBezTo>
                  <a:lnTo>
                    <a:pt x="161767" y="26856"/>
                  </a:lnTo>
                  <a:cubicBezTo>
                    <a:pt x="161310" y="27035"/>
                    <a:pt x="160892" y="27194"/>
                    <a:pt x="160435" y="27373"/>
                  </a:cubicBezTo>
                  <a:cubicBezTo>
                    <a:pt x="160216" y="27473"/>
                    <a:pt x="159977" y="27572"/>
                    <a:pt x="159738" y="27652"/>
                  </a:cubicBezTo>
                  <a:lnTo>
                    <a:pt x="158744" y="28050"/>
                  </a:lnTo>
                  <a:cubicBezTo>
                    <a:pt x="158525" y="28129"/>
                    <a:pt x="158326" y="28229"/>
                    <a:pt x="158107" y="28328"/>
                  </a:cubicBezTo>
                  <a:cubicBezTo>
                    <a:pt x="157988" y="28368"/>
                    <a:pt x="157888" y="28428"/>
                    <a:pt x="157749" y="28467"/>
                  </a:cubicBezTo>
                  <a:lnTo>
                    <a:pt x="155800" y="29343"/>
                  </a:lnTo>
                  <a:cubicBezTo>
                    <a:pt x="155362" y="29542"/>
                    <a:pt x="154944" y="29740"/>
                    <a:pt x="154526" y="29920"/>
                  </a:cubicBezTo>
                  <a:cubicBezTo>
                    <a:pt x="154308" y="30019"/>
                    <a:pt x="154069" y="30138"/>
                    <a:pt x="153850" y="30238"/>
                  </a:cubicBezTo>
                  <a:lnTo>
                    <a:pt x="152875" y="30675"/>
                  </a:lnTo>
                  <a:cubicBezTo>
                    <a:pt x="152676" y="30775"/>
                    <a:pt x="152458" y="30874"/>
                    <a:pt x="152259" y="30974"/>
                  </a:cubicBezTo>
                  <a:cubicBezTo>
                    <a:pt x="152139" y="31034"/>
                    <a:pt x="152040" y="31113"/>
                    <a:pt x="151920" y="31153"/>
                  </a:cubicBezTo>
                  <a:lnTo>
                    <a:pt x="149991" y="32088"/>
                  </a:lnTo>
                  <a:lnTo>
                    <a:pt x="148101" y="33023"/>
                  </a:lnTo>
                  <a:cubicBezTo>
                    <a:pt x="147206" y="33441"/>
                    <a:pt x="146351" y="33918"/>
                    <a:pt x="145475" y="34336"/>
                  </a:cubicBezTo>
                  <a:cubicBezTo>
                    <a:pt x="145097" y="34515"/>
                    <a:pt x="144759" y="34714"/>
                    <a:pt x="144381" y="34893"/>
                  </a:cubicBezTo>
                  <a:cubicBezTo>
                    <a:pt x="143367" y="35410"/>
                    <a:pt x="142332" y="35927"/>
                    <a:pt x="141318" y="36424"/>
                  </a:cubicBezTo>
                  <a:cubicBezTo>
                    <a:pt x="139925" y="37121"/>
                    <a:pt x="138513" y="37817"/>
                    <a:pt x="137120" y="38493"/>
                  </a:cubicBezTo>
                  <a:cubicBezTo>
                    <a:pt x="136245" y="38911"/>
                    <a:pt x="135350" y="39329"/>
                    <a:pt x="134514" y="39727"/>
                  </a:cubicBezTo>
                  <a:cubicBezTo>
                    <a:pt x="134176" y="39886"/>
                    <a:pt x="133878" y="40005"/>
                    <a:pt x="133560" y="40164"/>
                  </a:cubicBezTo>
                  <a:cubicBezTo>
                    <a:pt x="133182" y="40343"/>
                    <a:pt x="132823" y="40502"/>
                    <a:pt x="132426" y="40662"/>
                  </a:cubicBezTo>
                  <a:cubicBezTo>
                    <a:pt x="132227" y="40761"/>
                    <a:pt x="131988" y="40841"/>
                    <a:pt x="131789" y="40940"/>
                  </a:cubicBezTo>
                  <a:cubicBezTo>
                    <a:pt x="131650" y="41000"/>
                    <a:pt x="131471" y="41059"/>
                    <a:pt x="131332" y="41119"/>
                  </a:cubicBezTo>
                  <a:cubicBezTo>
                    <a:pt x="130894" y="41298"/>
                    <a:pt x="130476" y="41497"/>
                    <a:pt x="130039" y="41656"/>
                  </a:cubicBezTo>
                  <a:lnTo>
                    <a:pt x="128288" y="42352"/>
                  </a:lnTo>
                  <a:cubicBezTo>
                    <a:pt x="127910" y="42492"/>
                    <a:pt x="127552" y="42611"/>
                    <a:pt x="127174" y="42750"/>
                  </a:cubicBezTo>
                  <a:cubicBezTo>
                    <a:pt x="126975" y="42810"/>
                    <a:pt x="126756" y="42890"/>
                    <a:pt x="126557" y="42969"/>
                  </a:cubicBezTo>
                  <a:cubicBezTo>
                    <a:pt x="126378" y="43029"/>
                    <a:pt x="126199" y="43089"/>
                    <a:pt x="126060" y="43148"/>
                  </a:cubicBezTo>
                  <a:cubicBezTo>
                    <a:pt x="125662" y="43287"/>
                    <a:pt x="125224" y="43447"/>
                    <a:pt x="124827" y="43546"/>
                  </a:cubicBezTo>
                  <a:lnTo>
                    <a:pt x="123991" y="43785"/>
                  </a:lnTo>
                  <a:lnTo>
                    <a:pt x="123116" y="44043"/>
                  </a:lnTo>
                  <a:cubicBezTo>
                    <a:pt x="120928" y="44640"/>
                    <a:pt x="118620" y="45038"/>
                    <a:pt x="116253" y="45257"/>
                  </a:cubicBezTo>
                  <a:cubicBezTo>
                    <a:pt x="113886" y="45456"/>
                    <a:pt x="111578" y="45436"/>
                    <a:pt x="109410" y="45177"/>
                  </a:cubicBezTo>
                  <a:cubicBezTo>
                    <a:pt x="108276" y="45078"/>
                    <a:pt x="107182" y="44919"/>
                    <a:pt x="106147" y="4468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0" name="Google Shape;98;p2"/>
            <p:cNvSpPr/>
            <p:nvPr/>
          </p:nvSpPr>
          <p:spPr>
            <a:xfrm>
              <a:off x="-2530080" y="3690360"/>
              <a:ext cx="7074720" cy="1608480"/>
            </a:xfrm>
            <a:custGeom>
              <a:avLst/>
              <a:gdLst>
                <a:gd name="textAreaLeft" fmla="*/ 0 w 7074720"/>
                <a:gd name="textAreaRight" fmla="*/ 7075080 w 7074720"/>
                <a:gd name="textAreaTop" fmla="*/ 0 h 1608480"/>
                <a:gd name="textAreaBottom" fmla="*/ 1608840 h 1608480"/>
              </a:gdLst>
              <a:ahLst/>
              <a:cxnLst/>
              <a:rect l="textAreaLeft" t="textAreaTop" r="textAreaRight" b="textAreaBottom"/>
              <a:pathLst>
                <a:path w="219418" h="49892">
                  <a:moveTo>
                    <a:pt x="105034" y="45078"/>
                  </a:moveTo>
                  <a:cubicBezTo>
                    <a:pt x="103801" y="44799"/>
                    <a:pt x="102607" y="44441"/>
                    <a:pt x="101493" y="44043"/>
                  </a:cubicBezTo>
                  <a:cubicBezTo>
                    <a:pt x="100220" y="43626"/>
                    <a:pt x="99007" y="43089"/>
                    <a:pt x="98072" y="42651"/>
                  </a:cubicBezTo>
                  <a:lnTo>
                    <a:pt x="97634" y="42432"/>
                  </a:lnTo>
                  <a:cubicBezTo>
                    <a:pt x="97236" y="42233"/>
                    <a:pt x="96799" y="42034"/>
                    <a:pt x="96421" y="41776"/>
                  </a:cubicBezTo>
                  <a:cubicBezTo>
                    <a:pt x="96301" y="41736"/>
                    <a:pt x="96202" y="41696"/>
                    <a:pt x="96122" y="41617"/>
                  </a:cubicBezTo>
                  <a:lnTo>
                    <a:pt x="95585" y="41318"/>
                  </a:lnTo>
                  <a:lnTo>
                    <a:pt x="94770" y="40821"/>
                  </a:lnTo>
                  <a:cubicBezTo>
                    <a:pt x="93496" y="39985"/>
                    <a:pt x="92482" y="39269"/>
                    <a:pt x="91567" y="38533"/>
                  </a:cubicBezTo>
                  <a:cubicBezTo>
                    <a:pt x="91169" y="38235"/>
                    <a:pt x="90791" y="37897"/>
                    <a:pt x="90413" y="37578"/>
                  </a:cubicBezTo>
                  <a:cubicBezTo>
                    <a:pt x="90294" y="37459"/>
                    <a:pt x="90154" y="37340"/>
                    <a:pt x="90015" y="37240"/>
                  </a:cubicBezTo>
                  <a:cubicBezTo>
                    <a:pt x="89856" y="37081"/>
                    <a:pt x="89697" y="36942"/>
                    <a:pt x="89558" y="36783"/>
                  </a:cubicBezTo>
                  <a:cubicBezTo>
                    <a:pt x="89458" y="36723"/>
                    <a:pt x="89379" y="36604"/>
                    <a:pt x="89279" y="36544"/>
                  </a:cubicBezTo>
                  <a:lnTo>
                    <a:pt x="88901" y="36186"/>
                  </a:lnTo>
                  <a:lnTo>
                    <a:pt x="88662" y="35947"/>
                  </a:lnTo>
                  <a:cubicBezTo>
                    <a:pt x="88603" y="35887"/>
                    <a:pt x="88583" y="35848"/>
                    <a:pt x="88523" y="35808"/>
                  </a:cubicBezTo>
                  <a:lnTo>
                    <a:pt x="87807" y="35072"/>
                  </a:lnTo>
                  <a:cubicBezTo>
                    <a:pt x="87668" y="34893"/>
                    <a:pt x="87509" y="34754"/>
                    <a:pt x="87350" y="34575"/>
                  </a:cubicBezTo>
                  <a:cubicBezTo>
                    <a:pt x="87250" y="34475"/>
                    <a:pt x="87190" y="34376"/>
                    <a:pt x="87091" y="34276"/>
                  </a:cubicBezTo>
                  <a:lnTo>
                    <a:pt x="86733" y="33878"/>
                  </a:lnTo>
                  <a:lnTo>
                    <a:pt x="85718" y="32665"/>
                  </a:lnTo>
                  <a:lnTo>
                    <a:pt x="84724" y="31392"/>
                  </a:lnTo>
                  <a:lnTo>
                    <a:pt x="84067" y="30497"/>
                  </a:lnTo>
                  <a:cubicBezTo>
                    <a:pt x="83968" y="30337"/>
                    <a:pt x="83848" y="30198"/>
                    <a:pt x="83749" y="30039"/>
                  </a:cubicBezTo>
                  <a:lnTo>
                    <a:pt x="83132" y="29124"/>
                  </a:lnTo>
                  <a:cubicBezTo>
                    <a:pt x="82376" y="28010"/>
                    <a:pt x="81620" y="26796"/>
                    <a:pt x="80745" y="25305"/>
                  </a:cubicBezTo>
                  <a:cubicBezTo>
                    <a:pt x="80228" y="24429"/>
                    <a:pt x="79711" y="23534"/>
                    <a:pt x="79174" y="22659"/>
                  </a:cubicBezTo>
                  <a:cubicBezTo>
                    <a:pt x="78895" y="22221"/>
                    <a:pt x="78656" y="21764"/>
                    <a:pt x="78378" y="21326"/>
                  </a:cubicBezTo>
                  <a:cubicBezTo>
                    <a:pt x="77662" y="20132"/>
                    <a:pt x="76787" y="18700"/>
                    <a:pt x="75891" y="17367"/>
                  </a:cubicBezTo>
                  <a:cubicBezTo>
                    <a:pt x="75175" y="16293"/>
                    <a:pt x="74200" y="14881"/>
                    <a:pt x="73106" y="13568"/>
                  </a:cubicBezTo>
                  <a:cubicBezTo>
                    <a:pt x="72092" y="12354"/>
                    <a:pt x="71018" y="11201"/>
                    <a:pt x="69904" y="10146"/>
                  </a:cubicBezTo>
                  <a:cubicBezTo>
                    <a:pt x="68810" y="9152"/>
                    <a:pt x="67616" y="8217"/>
                    <a:pt x="66343" y="7341"/>
                  </a:cubicBezTo>
                  <a:cubicBezTo>
                    <a:pt x="66243" y="7282"/>
                    <a:pt x="66124" y="7202"/>
                    <a:pt x="66025" y="7123"/>
                  </a:cubicBezTo>
                  <a:cubicBezTo>
                    <a:pt x="65826" y="7003"/>
                    <a:pt x="65627" y="6844"/>
                    <a:pt x="65428" y="6725"/>
                  </a:cubicBezTo>
                  <a:lnTo>
                    <a:pt x="64473" y="6148"/>
                  </a:lnTo>
                  <a:lnTo>
                    <a:pt x="63538" y="5611"/>
                  </a:lnTo>
                  <a:cubicBezTo>
                    <a:pt x="63339" y="5471"/>
                    <a:pt x="63120" y="5392"/>
                    <a:pt x="62921" y="5292"/>
                  </a:cubicBezTo>
                  <a:cubicBezTo>
                    <a:pt x="62782" y="5233"/>
                    <a:pt x="62683" y="5153"/>
                    <a:pt x="62563" y="5113"/>
                  </a:cubicBezTo>
                  <a:cubicBezTo>
                    <a:pt x="61250" y="4437"/>
                    <a:pt x="59937" y="3860"/>
                    <a:pt x="58644" y="3403"/>
                  </a:cubicBezTo>
                  <a:cubicBezTo>
                    <a:pt x="57371" y="2925"/>
                    <a:pt x="56019" y="2488"/>
                    <a:pt x="54666" y="2130"/>
                  </a:cubicBezTo>
                  <a:cubicBezTo>
                    <a:pt x="53433" y="1811"/>
                    <a:pt x="52139" y="1493"/>
                    <a:pt x="50687" y="1254"/>
                  </a:cubicBezTo>
                  <a:cubicBezTo>
                    <a:pt x="49454" y="1035"/>
                    <a:pt x="48161" y="836"/>
                    <a:pt x="46729" y="677"/>
                  </a:cubicBezTo>
                  <a:cubicBezTo>
                    <a:pt x="46172" y="618"/>
                    <a:pt x="45635" y="558"/>
                    <a:pt x="45117" y="498"/>
                  </a:cubicBezTo>
                  <a:lnTo>
                    <a:pt x="44441" y="459"/>
                  </a:lnTo>
                  <a:cubicBezTo>
                    <a:pt x="43924" y="399"/>
                    <a:pt x="43367" y="379"/>
                    <a:pt x="42830" y="359"/>
                  </a:cubicBezTo>
                  <a:cubicBezTo>
                    <a:pt x="40383" y="200"/>
                    <a:pt x="37896" y="160"/>
                    <a:pt x="35171" y="240"/>
                  </a:cubicBezTo>
                  <a:cubicBezTo>
                    <a:pt x="34037" y="260"/>
                    <a:pt x="32923" y="299"/>
                    <a:pt x="31829" y="339"/>
                  </a:cubicBezTo>
                  <a:lnTo>
                    <a:pt x="31431" y="359"/>
                  </a:lnTo>
                  <a:lnTo>
                    <a:pt x="29601" y="459"/>
                  </a:lnTo>
                  <a:cubicBezTo>
                    <a:pt x="29203" y="478"/>
                    <a:pt x="28805" y="498"/>
                    <a:pt x="28427" y="538"/>
                  </a:cubicBezTo>
                  <a:cubicBezTo>
                    <a:pt x="28209" y="558"/>
                    <a:pt x="27970" y="558"/>
                    <a:pt x="27751" y="578"/>
                  </a:cubicBezTo>
                  <a:cubicBezTo>
                    <a:pt x="25324" y="697"/>
                    <a:pt x="22877" y="896"/>
                    <a:pt x="20510" y="1135"/>
                  </a:cubicBezTo>
                  <a:cubicBezTo>
                    <a:pt x="18183" y="1334"/>
                    <a:pt x="15815" y="1573"/>
                    <a:pt x="13488" y="1871"/>
                  </a:cubicBezTo>
                  <a:cubicBezTo>
                    <a:pt x="13289" y="1911"/>
                    <a:pt x="13090" y="1931"/>
                    <a:pt x="12851" y="1950"/>
                  </a:cubicBezTo>
                  <a:lnTo>
                    <a:pt x="11737" y="2090"/>
                  </a:lnTo>
                  <a:lnTo>
                    <a:pt x="10027" y="2328"/>
                  </a:lnTo>
                  <a:lnTo>
                    <a:pt x="8336" y="2567"/>
                  </a:lnTo>
                  <a:cubicBezTo>
                    <a:pt x="7958" y="2627"/>
                    <a:pt x="7620" y="2667"/>
                    <a:pt x="7242" y="2746"/>
                  </a:cubicBezTo>
                  <a:cubicBezTo>
                    <a:pt x="7043" y="2766"/>
                    <a:pt x="6844" y="2806"/>
                    <a:pt x="6645" y="2846"/>
                  </a:cubicBezTo>
                  <a:cubicBezTo>
                    <a:pt x="4437" y="3164"/>
                    <a:pt x="2209" y="3542"/>
                    <a:pt x="80" y="3940"/>
                  </a:cubicBezTo>
                  <a:lnTo>
                    <a:pt x="1" y="3820"/>
                  </a:lnTo>
                  <a:cubicBezTo>
                    <a:pt x="2149" y="3423"/>
                    <a:pt x="4357" y="3045"/>
                    <a:pt x="6565" y="2687"/>
                  </a:cubicBezTo>
                  <a:cubicBezTo>
                    <a:pt x="6764" y="2667"/>
                    <a:pt x="6963" y="2647"/>
                    <a:pt x="7162" y="2587"/>
                  </a:cubicBezTo>
                  <a:cubicBezTo>
                    <a:pt x="7520" y="2547"/>
                    <a:pt x="7878" y="2468"/>
                    <a:pt x="8256" y="2428"/>
                  </a:cubicBezTo>
                  <a:lnTo>
                    <a:pt x="9947" y="2169"/>
                  </a:lnTo>
                  <a:lnTo>
                    <a:pt x="11658" y="1950"/>
                  </a:lnTo>
                  <a:lnTo>
                    <a:pt x="12792" y="1791"/>
                  </a:lnTo>
                  <a:cubicBezTo>
                    <a:pt x="12991" y="1771"/>
                    <a:pt x="13190" y="1752"/>
                    <a:pt x="13408" y="1732"/>
                  </a:cubicBezTo>
                  <a:cubicBezTo>
                    <a:pt x="15736" y="1433"/>
                    <a:pt x="18123" y="1175"/>
                    <a:pt x="20450" y="976"/>
                  </a:cubicBezTo>
                  <a:cubicBezTo>
                    <a:pt x="22838" y="757"/>
                    <a:pt x="25264" y="578"/>
                    <a:pt x="27671" y="439"/>
                  </a:cubicBezTo>
                  <a:cubicBezTo>
                    <a:pt x="27910" y="439"/>
                    <a:pt x="28129" y="399"/>
                    <a:pt x="28348" y="379"/>
                  </a:cubicBezTo>
                  <a:cubicBezTo>
                    <a:pt x="28746" y="359"/>
                    <a:pt x="29144" y="339"/>
                    <a:pt x="29522" y="299"/>
                  </a:cubicBezTo>
                  <a:lnTo>
                    <a:pt x="31789" y="200"/>
                  </a:lnTo>
                  <a:cubicBezTo>
                    <a:pt x="32883" y="160"/>
                    <a:pt x="33997" y="100"/>
                    <a:pt x="35111" y="81"/>
                  </a:cubicBezTo>
                  <a:cubicBezTo>
                    <a:pt x="37857" y="1"/>
                    <a:pt x="40363" y="61"/>
                    <a:pt x="42790" y="200"/>
                  </a:cubicBezTo>
                  <a:cubicBezTo>
                    <a:pt x="43347" y="240"/>
                    <a:pt x="43884" y="279"/>
                    <a:pt x="44421" y="299"/>
                  </a:cubicBezTo>
                  <a:lnTo>
                    <a:pt x="45078" y="359"/>
                  </a:lnTo>
                  <a:cubicBezTo>
                    <a:pt x="45615" y="399"/>
                    <a:pt x="46152" y="459"/>
                    <a:pt x="46709" y="538"/>
                  </a:cubicBezTo>
                  <a:cubicBezTo>
                    <a:pt x="48141" y="717"/>
                    <a:pt x="49454" y="876"/>
                    <a:pt x="50687" y="1095"/>
                  </a:cubicBezTo>
                  <a:cubicBezTo>
                    <a:pt x="52139" y="1374"/>
                    <a:pt x="53472" y="1652"/>
                    <a:pt x="54686" y="1970"/>
                  </a:cubicBezTo>
                  <a:cubicBezTo>
                    <a:pt x="56058" y="2348"/>
                    <a:pt x="57391" y="2766"/>
                    <a:pt x="58684" y="3244"/>
                  </a:cubicBezTo>
                  <a:cubicBezTo>
                    <a:pt x="59977" y="3721"/>
                    <a:pt x="61290" y="4298"/>
                    <a:pt x="62623" y="4954"/>
                  </a:cubicBezTo>
                  <a:cubicBezTo>
                    <a:pt x="62742" y="5014"/>
                    <a:pt x="62842" y="5074"/>
                    <a:pt x="62961" y="5133"/>
                  </a:cubicBezTo>
                  <a:cubicBezTo>
                    <a:pt x="63160" y="5233"/>
                    <a:pt x="63379" y="5352"/>
                    <a:pt x="63578" y="5471"/>
                  </a:cubicBezTo>
                  <a:lnTo>
                    <a:pt x="64533" y="6028"/>
                  </a:lnTo>
                  <a:lnTo>
                    <a:pt x="65468" y="6625"/>
                  </a:lnTo>
                  <a:cubicBezTo>
                    <a:pt x="65667" y="6745"/>
                    <a:pt x="65905" y="6904"/>
                    <a:pt x="66104" y="7023"/>
                  </a:cubicBezTo>
                  <a:cubicBezTo>
                    <a:pt x="66204" y="7103"/>
                    <a:pt x="66323" y="7182"/>
                    <a:pt x="66422" y="7242"/>
                  </a:cubicBezTo>
                  <a:cubicBezTo>
                    <a:pt x="67715" y="8137"/>
                    <a:pt x="68909" y="9092"/>
                    <a:pt x="70003" y="10087"/>
                  </a:cubicBezTo>
                  <a:cubicBezTo>
                    <a:pt x="71117" y="11121"/>
                    <a:pt x="72191" y="12275"/>
                    <a:pt x="73206" y="13488"/>
                  </a:cubicBezTo>
                  <a:cubicBezTo>
                    <a:pt x="74300" y="14801"/>
                    <a:pt x="75275" y="16233"/>
                    <a:pt x="76011" y="17288"/>
                  </a:cubicBezTo>
                  <a:cubicBezTo>
                    <a:pt x="76946" y="18660"/>
                    <a:pt x="77781" y="20053"/>
                    <a:pt x="78497" y="21266"/>
                  </a:cubicBezTo>
                  <a:cubicBezTo>
                    <a:pt x="78776" y="21724"/>
                    <a:pt x="79034" y="22161"/>
                    <a:pt x="79293" y="22619"/>
                  </a:cubicBezTo>
                  <a:cubicBezTo>
                    <a:pt x="79830" y="23474"/>
                    <a:pt x="80347" y="24370"/>
                    <a:pt x="80865" y="25245"/>
                  </a:cubicBezTo>
                  <a:cubicBezTo>
                    <a:pt x="81760" y="26737"/>
                    <a:pt x="82516" y="27950"/>
                    <a:pt x="83252" y="29084"/>
                  </a:cubicBezTo>
                  <a:lnTo>
                    <a:pt x="83868" y="29999"/>
                  </a:lnTo>
                  <a:cubicBezTo>
                    <a:pt x="83968" y="30158"/>
                    <a:pt x="84067" y="30298"/>
                    <a:pt x="84207" y="30437"/>
                  </a:cubicBezTo>
                  <a:lnTo>
                    <a:pt x="84843" y="31332"/>
                  </a:lnTo>
                  <a:lnTo>
                    <a:pt x="85838" y="32605"/>
                  </a:lnTo>
                  <a:lnTo>
                    <a:pt x="86852" y="33819"/>
                  </a:lnTo>
                  <a:lnTo>
                    <a:pt x="87210" y="34236"/>
                  </a:lnTo>
                  <a:cubicBezTo>
                    <a:pt x="87310" y="34316"/>
                    <a:pt x="87389" y="34415"/>
                    <a:pt x="87489" y="34535"/>
                  </a:cubicBezTo>
                  <a:cubicBezTo>
                    <a:pt x="87628" y="34694"/>
                    <a:pt x="87787" y="34853"/>
                    <a:pt x="87926" y="34992"/>
                  </a:cubicBezTo>
                  <a:lnTo>
                    <a:pt x="88643" y="35748"/>
                  </a:lnTo>
                  <a:cubicBezTo>
                    <a:pt x="88702" y="35788"/>
                    <a:pt x="88722" y="35848"/>
                    <a:pt x="88782" y="35868"/>
                  </a:cubicBezTo>
                  <a:lnTo>
                    <a:pt x="89001" y="36086"/>
                  </a:lnTo>
                  <a:lnTo>
                    <a:pt x="89379" y="36444"/>
                  </a:lnTo>
                  <a:cubicBezTo>
                    <a:pt x="89478" y="36504"/>
                    <a:pt x="89538" y="36624"/>
                    <a:pt x="89637" y="36683"/>
                  </a:cubicBezTo>
                  <a:cubicBezTo>
                    <a:pt x="89796" y="36842"/>
                    <a:pt x="89975" y="36982"/>
                    <a:pt x="90115" y="37141"/>
                  </a:cubicBezTo>
                  <a:cubicBezTo>
                    <a:pt x="90234" y="37260"/>
                    <a:pt x="90393" y="37360"/>
                    <a:pt x="90512" y="37479"/>
                  </a:cubicBezTo>
                  <a:cubicBezTo>
                    <a:pt x="90890" y="37797"/>
                    <a:pt x="91268" y="38135"/>
                    <a:pt x="91626" y="38434"/>
                  </a:cubicBezTo>
                  <a:cubicBezTo>
                    <a:pt x="92561" y="39170"/>
                    <a:pt x="93556" y="39886"/>
                    <a:pt x="94849" y="40721"/>
                  </a:cubicBezTo>
                  <a:lnTo>
                    <a:pt x="95665" y="41219"/>
                  </a:lnTo>
                  <a:lnTo>
                    <a:pt x="96182" y="41517"/>
                  </a:lnTo>
                  <a:cubicBezTo>
                    <a:pt x="96281" y="41557"/>
                    <a:pt x="96381" y="41617"/>
                    <a:pt x="96480" y="41696"/>
                  </a:cubicBezTo>
                  <a:cubicBezTo>
                    <a:pt x="96878" y="41915"/>
                    <a:pt x="97296" y="42134"/>
                    <a:pt x="97694" y="42333"/>
                  </a:cubicBezTo>
                  <a:lnTo>
                    <a:pt x="98151" y="42552"/>
                  </a:lnTo>
                  <a:cubicBezTo>
                    <a:pt x="99066" y="42989"/>
                    <a:pt x="100280" y="43526"/>
                    <a:pt x="101553" y="43944"/>
                  </a:cubicBezTo>
                  <a:cubicBezTo>
                    <a:pt x="103662" y="44700"/>
                    <a:pt x="105929" y="45217"/>
                    <a:pt x="108495" y="45535"/>
                  </a:cubicBezTo>
                  <a:cubicBezTo>
                    <a:pt x="110704" y="45794"/>
                    <a:pt x="113071" y="45834"/>
                    <a:pt x="115498" y="45635"/>
                  </a:cubicBezTo>
                  <a:cubicBezTo>
                    <a:pt x="117925" y="45416"/>
                    <a:pt x="120272" y="45018"/>
                    <a:pt x="122500" y="44421"/>
                  </a:cubicBezTo>
                  <a:lnTo>
                    <a:pt x="123375" y="44183"/>
                  </a:lnTo>
                  <a:lnTo>
                    <a:pt x="124231" y="43904"/>
                  </a:lnTo>
                  <a:cubicBezTo>
                    <a:pt x="124648" y="43765"/>
                    <a:pt x="125066" y="43626"/>
                    <a:pt x="125484" y="43506"/>
                  </a:cubicBezTo>
                  <a:cubicBezTo>
                    <a:pt x="125643" y="43447"/>
                    <a:pt x="125822" y="43367"/>
                    <a:pt x="126001" y="43327"/>
                  </a:cubicBezTo>
                  <a:cubicBezTo>
                    <a:pt x="126200" y="43248"/>
                    <a:pt x="126419" y="43168"/>
                    <a:pt x="126618" y="43109"/>
                  </a:cubicBezTo>
                  <a:cubicBezTo>
                    <a:pt x="126996" y="42969"/>
                    <a:pt x="127374" y="42830"/>
                    <a:pt x="127752" y="42711"/>
                  </a:cubicBezTo>
                  <a:lnTo>
                    <a:pt x="129502" y="42014"/>
                  </a:lnTo>
                  <a:cubicBezTo>
                    <a:pt x="129940" y="41835"/>
                    <a:pt x="130377" y="41656"/>
                    <a:pt x="130795" y="41477"/>
                  </a:cubicBezTo>
                  <a:cubicBezTo>
                    <a:pt x="130954" y="41418"/>
                    <a:pt x="131133" y="41358"/>
                    <a:pt x="131273" y="41278"/>
                  </a:cubicBezTo>
                  <a:cubicBezTo>
                    <a:pt x="131472" y="41199"/>
                    <a:pt x="131690" y="41119"/>
                    <a:pt x="131889" y="41020"/>
                  </a:cubicBezTo>
                  <a:cubicBezTo>
                    <a:pt x="132267" y="40841"/>
                    <a:pt x="132645" y="40702"/>
                    <a:pt x="133043" y="40522"/>
                  </a:cubicBezTo>
                  <a:cubicBezTo>
                    <a:pt x="133361" y="40363"/>
                    <a:pt x="133660" y="40224"/>
                    <a:pt x="133978" y="40085"/>
                  </a:cubicBezTo>
                  <a:cubicBezTo>
                    <a:pt x="134833" y="39687"/>
                    <a:pt x="135729" y="39289"/>
                    <a:pt x="136604" y="38871"/>
                  </a:cubicBezTo>
                  <a:cubicBezTo>
                    <a:pt x="137917" y="38255"/>
                    <a:pt x="139230" y="37578"/>
                    <a:pt x="140523" y="36942"/>
                  </a:cubicBezTo>
                  <a:cubicBezTo>
                    <a:pt x="144004" y="35171"/>
                    <a:pt x="147644" y="33301"/>
                    <a:pt x="151265" y="31591"/>
                  </a:cubicBezTo>
                  <a:cubicBezTo>
                    <a:pt x="151364" y="31531"/>
                    <a:pt x="151484" y="31491"/>
                    <a:pt x="151583" y="31412"/>
                  </a:cubicBezTo>
                  <a:cubicBezTo>
                    <a:pt x="151782" y="31312"/>
                    <a:pt x="151981" y="31213"/>
                    <a:pt x="152220" y="31113"/>
                  </a:cubicBezTo>
                  <a:lnTo>
                    <a:pt x="153155" y="30676"/>
                  </a:lnTo>
                  <a:cubicBezTo>
                    <a:pt x="153373" y="30576"/>
                    <a:pt x="153612" y="30477"/>
                    <a:pt x="153831" y="30337"/>
                  </a:cubicBezTo>
                  <a:cubicBezTo>
                    <a:pt x="154249" y="30158"/>
                    <a:pt x="154647" y="29940"/>
                    <a:pt x="155064" y="29780"/>
                  </a:cubicBezTo>
                  <a:lnTo>
                    <a:pt x="157014" y="28925"/>
                  </a:lnTo>
                  <a:cubicBezTo>
                    <a:pt x="157133" y="28885"/>
                    <a:pt x="157233" y="28826"/>
                    <a:pt x="157352" y="28786"/>
                  </a:cubicBezTo>
                  <a:cubicBezTo>
                    <a:pt x="157551" y="28686"/>
                    <a:pt x="157790" y="28607"/>
                    <a:pt x="157988" y="28507"/>
                  </a:cubicBezTo>
                  <a:lnTo>
                    <a:pt x="158943" y="28109"/>
                  </a:lnTo>
                  <a:cubicBezTo>
                    <a:pt x="159182" y="28010"/>
                    <a:pt x="159401" y="27930"/>
                    <a:pt x="159620" y="27831"/>
                  </a:cubicBezTo>
                  <a:cubicBezTo>
                    <a:pt x="160037" y="27652"/>
                    <a:pt x="160475" y="27493"/>
                    <a:pt x="160913" y="27334"/>
                  </a:cubicBezTo>
                  <a:lnTo>
                    <a:pt x="162902" y="26617"/>
                  </a:lnTo>
                  <a:cubicBezTo>
                    <a:pt x="163021" y="26558"/>
                    <a:pt x="163121" y="26538"/>
                    <a:pt x="163260" y="26498"/>
                  </a:cubicBezTo>
                  <a:cubicBezTo>
                    <a:pt x="163459" y="26419"/>
                    <a:pt x="163678" y="26339"/>
                    <a:pt x="163897" y="26279"/>
                  </a:cubicBezTo>
                  <a:lnTo>
                    <a:pt x="164891" y="25961"/>
                  </a:lnTo>
                  <a:cubicBezTo>
                    <a:pt x="165110" y="25901"/>
                    <a:pt x="165369" y="25822"/>
                    <a:pt x="165587" y="25742"/>
                  </a:cubicBezTo>
                  <a:cubicBezTo>
                    <a:pt x="166005" y="25623"/>
                    <a:pt x="166463" y="25464"/>
                    <a:pt x="166881" y="25344"/>
                  </a:cubicBezTo>
                  <a:lnTo>
                    <a:pt x="168890" y="24827"/>
                  </a:lnTo>
                  <a:cubicBezTo>
                    <a:pt x="169029" y="24807"/>
                    <a:pt x="169148" y="24767"/>
                    <a:pt x="169248" y="24728"/>
                  </a:cubicBezTo>
                  <a:cubicBezTo>
                    <a:pt x="169467" y="24668"/>
                    <a:pt x="169665" y="24608"/>
                    <a:pt x="169884" y="24549"/>
                  </a:cubicBezTo>
                  <a:lnTo>
                    <a:pt x="170919" y="24330"/>
                  </a:lnTo>
                  <a:cubicBezTo>
                    <a:pt x="172271" y="24051"/>
                    <a:pt x="173644" y="23852"/>
                    <a:pt x="174957" y="23733"/>
                  </a:cubicBezTo>
                  <a:cubicBezTo>
                    <a:pt x="177901" y="23455"/>
                    <a:pt x="180507" y="23634"/>
                    <a:pt x="182894" y="24250"/>
                  </a:cubicBezTo>
                  <a:cubicBezTo>
                    <a:pt x="184207" y="24608"/>
                    <a:pt x="185460" y="25066"/>
                    <a:pt x="186594" y="25702"/>
                  </a:cubicBezTo>
                  <a:cubicBezTo>
                    <a:pt x="187788" y="26359"/>
                    <a:pt x="188902" y="27155"/>
                    <a:pt x="189896" y="28050"/>
                  </a:cubicBezTo>
                  <a:cubicBezTo>
                    <a:pt x="191965" y="29900"/>
                    <a:pt x="193795" y="32168"/>
                    <a:pt x="195446" y="34376"/>
                  </a:cubicBezTo>
                  <a:cubicBezTo>
                    <a:pt x="195765" y="34813"/>
                    <a:pt x="196103" y="35251"/>
                    <a:pt x="196421" y="35689"/>
                  </a:cubicBezTo>
                  <a:cubicBezTo>
                    <a:pt x="196918" y="36365"/>
                    <a:pt x="197436" y="37081"/>
                    <a:pt x="197933" y="37757"/>
                  </a:cubicBezTo>
                  <a:cubicBezTo>
                    <a:pt x="198649" y="38752"/>
                    <a:pt x="199524" y="39886"/>
                    <a:pt x="200420" y="40960"/>
                  </a:cubicBezTo>
                  <a:cubicBezTo>
                    <a:pt x="200718" y="41338"/>
                    <a:pt x="201036" y="41676"/>
                    <a:pt x="201374" y="42034"/>
                  </a:cubicBezTo>
                  <a:cubicBezTo>
                    <a:pt x="201494" y="42154"/>
                    <a:pt x="201593" y="42273"/>
                    <a:pt x="201713" y="42412"/>
                  </a:cubicBezTo>
                  <a:lnTo>
                    <a:pt x="202389" y="43069"/>
                  </a:lnTo>
                  <a:cubicBezTo>
                    <a:pt x="202608" y="43307"/>
                    <a:pt x="202827" y="43526"/>
                    <a:pt x="203065" y="43725"/>
                  </a:cubicBezTo>
                  <a:cubicBezTo>
                    <a:pt x="203125" y="43805"/>
                    <a:pt x="203244" y="43864"/>
                    <a:pt x="203304" y="43944"/>
                  </a:cubicBezTo>
                  <a:cubicBezTo>
                    <a:pt x="203463" y="44063"/>
                    <a:pt x="203602" y="44223"/>
                    <a:pt x="203762" y="44342"/>
                  </a:cubicBezTo>
                  <a:lnTo>
                    <a:pt x="204478" y="44919"/>
                  </a:lnTo>
                  <a:cubicBezTo>
                    <a:pt x="204617" y="45038"/>
                    <a:pt x="204776" y="45138"/>
                    <a:pt x="204955" y="45257"/>
                  </a:cubicBezTo>
                  <a:cubicBezTo>
                    <a:pt x="205055" y="45337"/>
                    <a:pt x="205114" y="45396"/>
                    <a:pt x="205214" y="45456"/>
                  </a:cubicBezTo>
                  <a:lnTo>
                    <a:pt x="205592" y="45734"/>
                  </a:lnTo>
                  <a:lnTo>
                    <a:pt x="205970" y="45993"/>
                  </a:lnTo>
                  <a:cubicBezTo>
                    <a:pt x="209928" y="48599"/>
                    <a:pt x="214543" y="49613"/>
                    <a:pt x="219417" y="48917"/>
                  </a:cubicBezTo>
                  <a:lnTo>
                    <a:pt x="219377" y="49176"/>
                  </a:lnTo>
                  <a:cubicBezTo>
                    <a:pt x="214504" y="49892"/>
                    <a:pt x="209829" y="48838"/>
                    <a:pt x="205870" y="46212"/>
                  </a:cubicBezTo>
                  <a:lnTo>
                    <a:pt x="205492" y="45953"/>
                  </a:lnTo>
                  <a:lnTo>
                    <a:pt x="205114" y="45695"/>
                  </a:lnTo>
                  <a:cubicBezTo>
                    <a:pt x="205015" y="45615"/>
                    <a:pt x="204955" y="45555"/>
                    <a:pt x="204856" y="45496"/>
                  </a:cubicBezTo>
                  <a:cubicBezTo>
                    <a:pt x="204697" y="45396"/>
                    <a:pt x="204517" y="45257"/>
                    <a:pt x="204378" y="45138"/>
                  </a:cubicBezTo>
                  <a:lnTo>
                    <a:pt x="203662" y="44561"/>
                  </a:lnTo>
                  <a:cubicBezTo>
                    <a:pt x="203503" y="44441"/>
                    <a:pt x="203364" y="44322"/>
                    <a:pt x="203205" y="44163"/>
                  </a:cubicBezTo>
                  <a:cubicBezTo>
                    <a:pt x="203145" y="44103"/>
                    <a:pt x="203026" y="44024"/>
                    <a:pt x="202966" y="43944"/>
                  </a:cubicBezTo>
                  <a:cubicBezTo>
                    <a:pt x="202747" y="43745"/>
                    <a:pt x="202488" y="43526"/>
                    <a:pt x="202270" y="43307"/>
                  </a:cubicBezTo>
                  <a:lnTo>
                    <a:pt x="201593" y="42631"/>
                  </a:lnTo>
                  <a:cubicBezTo>
                    <a:pt x="201474" y="42512"/>
                    <a:pt x="201374" y="42373"/>
                    <a:pt x="201255" y="42233"/>
                  </a:cubicBezTo>
                  <a:cubicBezTo>
                    <a:pt x="200917" y="41875"/>
                    <a:pt x="200599" y="41537"/>
                    <a:pt x="200300" y="41159"/>
                  </a:cubicBezTo>
                  <a:cubicBezTo>
                    <a:pt x="199405" y="40125"/>
                    <a:pt x="198530" y="38951"/>
                    <a:pt x="197794" y="37956"/>
                  </a:cubicBezTo>
                  <a:cubicBezTo>
                    <a:pt x="197296" y="37280"/>
                    <a:pt x="196779" y="36564"/>
                    <a:pt x="196282" y="35887"/>
                  </a:cubicBezTo>
                  <a:cubicBezTo>
                    <a:pt x="195944" y="35450"/>
                    <a:pt x="195625" y="35012"/>
                    <a:pt x="195307" y="34575"/>
                  </a:cubicBezTo>
                  <a:cubicBezTo>
                    <a:pt x="193656" y="32386"/>
                    <a:pt x="191846" y="30119"/>
                    <a:pt x="189777" y="28288"/>
                  </a:cubicBezTo>
                  <a:cubicBezTo>
                    <a:pt x="188782" y="27393"/>
                    <a:pt x="187668" y="26617"/>
                    <a:pt x="186495" y="25921"/>
                  </a:cubicBezTo>
                  <a:cubicBezTo>
                    <a:pt x="185381" y="25305"/>
                    <a:pt x="184127" y="24827"/>
                    <a:pt x="182815" y="24469"/>
                  </a:cubicBezTo>
                  <a:cubicBezTo>
                    <a:pt x="180427" y="23852"/>
                    <a:pt x="177841" y="23673"/>
                    <a:pt x="174917" y="23952"/>
                  </a:cubicBezTo>
                  <a:cubicBezTo>
                    <a:pt x="173604" y="24071"/>
                    <a:pt x="172252" y="24270"/>
                    <a:pt x="170879" y="24549"/>
                  </a:cubicBezTo>
                  <a:lnTo>
                    <a:pt x="169864" y="24767"/>
                  </a:lnTo>
                  <a:cubicBezTo>
                    <a:pt x="169646" y="24827"/>
                    <a:pt x="169447" y="24867"/>
                    <a:pt x="169228" y="24927"/>
                  </a:cubicBezTo>
                  <a:cubicBezTo>
                    <a:pt x="169089" y="24946"/>
                    <a:pt x="168969" y="25006"/>
                    <a:pt x="168870" y="25026"/>
                  </a:cubicBezTo>
                  <a:lnTo>
                    <a:pt x="166861" y="25543"/>
                  </a:lnTo>
                  <a:cubicBezTo>
                    <a:pt x="166443" y="25663"/>
                    <a:pt x="165985" y="25802"/>
                    <a:pt x="165568" y="25941"/>
                  </a:cubicBezTo>
                  <a:cubicBezTo>
                    <a:pt x="165349" y="26021"/>
                    <a:pt x="165090" y="26100"/>
                    <a:pt x="164871" y="26160"/>
                  </a:cubicBezTo>
                  <a:lnTo>
                    <a:pt x="163877" y="26458"/>
                  </a:lnTo>
                  <a:cubicBezTo>
                    <a:pt x="163658" y="26538"/>
                    <a:pt x="163459" y="26617"/>
                    <a:pt x="163220" y="26697"/>
                  </a:cubicBezTo>
                  <a:cubicBezTo>
                    <a:pt x="163101" y="26737"/>
                    <a:pt x="163001" y="26757"/>
                    <a:pt x="162882" y="26816"/>
                  </a:cubicBezTo>
                  <a:lnTo>
                    <a:pt x="160893" y="27533"/>
                  </a:lnTo>
                  <a:cubicBezTo>
                    <a:pt x="160475" y="27692"/>
                    <a:pt x="160018" y="27891"/>
                    <a:pt x="159620" y="28030"/>
                  </a:cubicBezTo>
                  <a:cubicBezTo>
                    <a:pt x="159401" y="28129"/>
                    <a:pt x="159162" y="28209"/>
                    <a:pt x="158923" y="28308"/>
                  </a:cubicBezTo>
                  <a:lnTo>
                    <a:pt x="157949" y="28706"/>
                  </a:lnTo>
                  <a:cubicBezTo>
                    <a:pt x="157750" y="28786"/>
                    <a:pt x="157531" y="28885"/>
                    <a:pt x="157332" y="28985"/>
                  </a:cubicBezTo>
                  <a:cubicBezTo>
                    <a:pt x="157213" y="29024"/>
                    <a:pt x="157113" y="29084"/>
                    <a:pt x="156994" y="29124"/>
                  </a:cubicBezTo>
                  <a:lnTo>
                    <a:pt x="155044" y="29979"/>
                  </a:lnTo>
                  <a:cubicBezTo>
                    <a:pt x="154627" y="30158"/>
                    <a:pt x="154229" y="30337"/>
                    <a:pt x="153811" y="30536"/>
                  </a:cubicBezTo>
                  <a:cubicBezTo>
                    <a:pt x="153572" y="30636"/>
                    <a:pt x="153353" y="30735"/>
                    <a:pt x="153135" y="30875"/>
                  </a:cubicBezTo>
                  <a:lnTo>
                    <a:pt x="152180" y="31312"/>
                  </a:lnTo>
                  <a:cubicBezTo>
                    <a:pt x="151981" y="31412"/>
                    <a:pt x="151782" y="31511"/>
                    <a:pt x="151563" y="31611"/>
                  </a:cubicBezTo>
                  <a:cubicBezTo>
                    <a:pt x="151464" y="31670"/>
                    <a:pt x="151344" y="31710"/>
                    <a:pt x="151245" y="31790"/>
                  </a:cubicBezTo>
                  <a:cubicBezTo>
                    <a:pt x="147585" y="33520"/>
                    <a:pt x="143984" y="35390"/>
                    <a:pt x="140503" y="37141"/>
                  </a:cubicBezTo>
                  <a:cubicBezTo>
                    <a:pt x="139210" y="37777"/>
                    <a:pt x="137857" y="38434"/>
                    <a:pt x="136564" y="39070"/>
                  </a:cubicBezTo>
                  <a:cubicBezTo>
                    <a:pt x="135689" y="39488"/>
                    <a:pt x="134794" y="39926"/>
                    <a:pt x="133958" y="40284"/>
                  </a:cubicBezTo>
                  <a:cubicBezTo>
                    <a:pt x="133640" y="40443"/>
                    <a:pt x="133341" y="40582"/>
                    <a:pt x="133003" y="40721"/>
                  </a:cubicBezTo>
                  <a:cubicBezTo>
                    <a:pt x="132645" y="40881"/>
                    <a:pt x="132247" y="41060"/>
                    <a:pt x="131869" y="41219"/>
                  </a:cubicBezTo>
                  <a:cubicBezTo>
                    <a:pt x="131670" y="41318"/>
                    <a:pt x="131452" y="41378"/>
                    <a:pt x="131253" y="41477"/>
                  </a:cubicBezTo>
                  <a:cubicBezTo>
                    <a:pt x="131094" y="41557"/>
                    <a:pt x="130915" y="41617"/>
                    <a:pt x="130775" y="41676"/>
                  </a:cubicBezTo>
                  <a:cubicBezTo>
                    <a:pt x="130358" y="41855"/>
                    <a:pt x="129900" y="42054"/>
                    <a:pt x="129482" y="42213"/>
                  </a:cubicBezTo>
                  <a:lnTo>
                    <a:pt x="127712" y="42910"/>
                  </a:lnTo>
                  <a:cubicBezTo>
                    <a:pt x="127334" y="43049"/>
                    <a:pt x="126936" y="43168"/>
                    <a:pt x="126578" y="43307"/>
                  </a:cubicBezTo>
                  <a:cubicBezTo>
                    <a:pt x="126379" y="43367"/>
                    <a:pt x="126140" y="43447"/>
                    <a:pt x="125941" y="43526"/>
                  </a:cubicBezTo>
                  <a:cubicBezTo>
                    <a:pt x="125782" y="43566"/>
                    <a:pt x="125603" y="43646"/>
                    <a:pt x="125424" y="43705"/>
                  </a:cubicBezTo>
                  <a:cubicBezTo>
                    <a:pt x="125026" y="43845"/>
                    <a:pt x="124609" y="44004"/>
                    <a:pt x="124191" y="44103"/>
                  </a:cubicBezTo>
                  <a:lnTo>
                    <a:pt x="123316" y="44362"/>
                  </a:lnTo>
                  <a:lnTo>
                    <a:pt x="122440" y="44620"/>
                  </a:lnTo>
                  <a:cubicBezTo>
                    <a:pt x="120212" y="45217"/>
                    <a:pt x="117845" y="45615"/>
                    <a:pt x="115438" y="45834"/>
                  </a:cubicBezTo>
                  <a:cubicBezTo>
                    <a:pt x="112991" y="46013"/>
                    <a:pt x="110624" y="45993"/>
                    <a:pt x="108416" y="45734"/>
                  </a:cubicBezTo>
                  <a:cubicBezTo>
                    <a:pt x="107262" y="45496"/>
                    <a:pt x="106128" y="45297"/>
                    <a:pt x="105034" y="4507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1" name="Google Shape;99;p2"/>
            <p:cNvSpPr/>
            <p:nvPr/>
          </p:nvSpPr>
          <p:spPr>
            <a:xfrm>
              <a:off x="-2498040" y="3742920"/>
              <a:ext cx="7027200" cy="1645560"/>
            </a:xfrm>
            <a:custGeom>
              <a:avLst/>
              <a:gdLst>
                <a:gd name="textAreaLeft" fmla="*/ 0 w 7027200"/>
                <a:gd name="textAreaRight" fmla="*/ 7027560 w 7027200"/>
                <a:gd name="textAreaTop" fmla="*/ 0 h 1645560"/>
                <a:gd name="textAreaBottom" fmla="*/ 1645920 h 1645560"/>
              </a:gdLst>
              <a:ahLst/>
              <a:cxnLst/>
              <a:rect l="textAreaLeft" t="textAreaTop" r="textAreaRight" b="textAreaBottom"/>
              <a:pathLst>
                <a:path w="217945" h="51045">
                  <a:moveTo>
                    <a:pt x="103940" y="45654"/>
                  </a:moveTo>
                  <a:cubicBezTo>
                    <a:pt x="102647" y="45356"/>
                    <a:pt x="101433" y="44998"/>
                    <a:pt x="100260" y="44580"/>
                  </a:cubicBezTo>
                  <a:cubicBezTo>
                    <a:pt x="99245" y="44242"/>
                    <a:pt x="98151" y="43764"/>
                    <a:pt x="96739" y="43088"/>
                  </a:cubicBezTo>
                  <a:lnTo>
                    <a:pt x="96281" y="42869"/>
                  </a:lnTo>
                  <a:cubicBezTo>
                    <a:pt x="95863" y="42650"/>
                    <a:pt x="95426" y="42411"/>
                    <a:pt x="94988" y="42173"/>
                  </a:cubicBezTo>
                  <a:cubicBezTo>
                    <a:pt x="94889" y="42113"/>
                    <a:pt x="94789" y="42053"/>
                    <a:pt x="94690" y="41994"/>
                  </a:cubicBezTo>
                  <a:cubicBezTo>
                    <a:pt x="94530" y="41894"/>
                    <a:pt x="94332" y="41795"/>
                    <a:pt x="94133" y="41675"/>
                  </a:cubicBezTo>
                  <a:lnTo>
                    <a:pt x="93257" y="41158"/>
                  </a:lnTo>
                  <a:cubicBezTo>
                    <a:pt x="91905" y="40283"/>
                    <a:pt x="90850" y="39507"/>
                    <a:pt x="89876" y="38711"/>
                  </a:cubicBezTo>
                  <a:cubicBezTo>
                    <a:pt x="89458" y="38393"/>
                    <a:pt x="89060" y="38015"/>
                    <a:pt x="88662" y="37677"/>
                  </a:cubicBezTo>
                  <a:cubicBezTo>
                    <a:pt x="88523" y="37538"/>
                    <a:pt x="88384" y="37418"/>
                    <a:pt x="88264" y="37319"/>
                  </a:cubicBezTo>
                  <a:cubicBezTo>
                    <a:pt x="88085" y="37180"/>
                    <a:pt x="87906" y="37001"/>
                    <a:pt x="87727" y="36842"/>
                  </a:cubicBezTo>
                  <a:lnTo>
                    <a:pt x="87469" y="36583"/>
                  </a:lnTo>
                  <a:lnTo>
                    <a:pt x="87071" y="36205"/>
                  </a:lnTo>
                  <a:lnTo>
                    <a:pt x="86812" y="35946"/>
                  </a:lnTo>
                  <a:cubicBezTo>
                    <a:pt x="86772" y="35907"/>
                    <a:pt x="86713" y="35847"/>
                    <a:pt x="86693" y="35807"/>
                  </a:cubicBezTo>
                  <a:lnTo>
                    <a:pt x="85917" y="35011"/>
                  </a:lnTo>
                  <a:cubicBezTo>
                    <a:pt x="85738" y="34832"/>
                    <a:pt x="85599" y="34633"/>
                    <a:pt x="85420" y="34454"/>
                  </a:cubicBezTo>
                  <a:cubicBezTo>
                    <a:pt x="85320" y="34355"/>
                    <a:pt x="85241" y="34255"/>
                    <a:pt x="85141" y="34156"/>
                  </a:cubicBezTo>
                  <a:lnTo>
                    <a:pt x="84783" y="33738"/>
                  </a:lnTo>
                  <a:lnTo>
                    <a:pt x="83689" y="32425"/>
                  </a:lnTo>
                  <a:lnTo>
                    <a:pt x="82635" y="31053"/>
                  </a:lnTo>
                  <a:lnTo>
                    <a:pt x="82296" y="30575"/>
                  </a:lnTo>
                  <a:cubicBezTo>
                    <a:pt x="82217" y="30456"/>
                    <a:pt x="82137" y="30356"/>
                    <a:pt x="82038" y="30257"/>
                  </a:cubicBezTo>
                  <a:cubicBezTo>
                    <a:pt x="81899" y="30058"/>
                    <a:pt x="81739" y="29859"/>
                    <a:pt x="81620" y="29640"/>
                  </a:cubicBezTo>
                  <a:lnTo>
                    <a:pt x="80964" y="28666"/>
                  </a:lnTo>
                  <a:cubicBezTo>
                    <a:pt x="79472" y="26398"/>
                    <a:pt x="78059" y="24011"/>
                    <a:pt x="76726" y="21703"/>
                  </a:cubicBezTo>
                  <a:cubicBezTo>
                    <a:pt x="76528" y="21385"/>
                    <a:pt x="76329" y="21027"/>
                    <a:pt x="76130" y="20709"/>
                  </a:cubicBezTo>
                  <a:cubicBezTo>
                    <a:pt x="75235" y="19236"/>
                    <a:pt x="74479" y="18023"/>
                    <a:pt x="73683" y="16829"/>
                  </a:cubicBezTo>
                  <a:cubicBezTo>
                    <a:pt x="72987" y="15795"/>
                    <a:pt x="72052" y="14442"/>
                    <a:pt x="71017" y="13209"/>
                  </a:cubicBezTo>
                  <a:cubicBezTo>
                    <a:pt x="70082" y="12055"/>
                    <a:pt x="69068" y="10961"/>
                    <a:pt x="68013" y="9986"/>
                  </a:cubicBezTo>
                  <a:cubicBezTo>
                    <a:pt x="66999" y="9051"/>
                    <a:pt x="65885" y="8156"/>
                    <a:pt x="64691" y="7341"/>
                  </a:cubicBezTo>
                  <a:lnTo>
                    <a:pt x="64393" y="7102"/>
                  </a:lnTo>
                  <a:cubicBezTo>
                    <a:pt x="64214" y="6983"/>
                    <a:pt x="64015" y="6863"/>
                    <a:pt x="63816" y="6744"/>
                  </a:cubicBezTo>
                  <a:lnTo>
                    <a:pt x="62921" y="6187"/>
                  </a:lnTo>
                  <a:lnTo>
                    <a:pt x="62026" y="5670"/>
                  </a:lnTo>
                  <a:cubicBezTo>
                    <a:pt x="61827" y="5550"/>
                    <a:pt x="61628" y="5451"/>
                    <a:pt x="61449" y="5351"/>
                  </a:cubicBezTo>
                  <a:cubicBezTo>
                    <a:pt x="61349" y="5292"/>
                    <a:pt x="61230" y="5212"/>
                    <a:pt x="61131" y="5172"/>
                  </a:cubicBezTo>
                  <a:cubicBezTo>
                    <a:pt x="59877" y="4516"/>
                    <a:pt x="58644" y="3979"/>
                    <a:pt x="57391" y="3501"/>
                  </a:cubicBezTo>
                  <a:cubicBezTo>
                    <a:pt x="56177" y="3064"/>
                    <a:pt x="54884" y="2626"/>
                    <a:pt x="53591" y="2288"/>
                  </a:cubicBezTo>
                  <a:cubicBezTo>
                    <a:pt x="52418" y="1970"/>
                    <a:pt x="51184" y="1691"/>
                    <a:pt x="49772" y="1413"/>
                  </a:cubicBezTo>
                  <a:cubicBezTo>
                    <a:pt x="48598" y="1194"/>
                    <a:pt x="47345" y="995"/>
                    <a:pt x="45933" y="836"/>
                  </a:cubicBezTo>
                  <a:cubicBezTo>
                    <a:pt x="45415" y="776"/>
                    <a:pt x="44898" y="716"/>
                    <a:pt x="44401" y="677"/>
                  </a:cubicBezTo>
                  <a:lnTo>
                    <a:pt x="43705" y="597"/>
                  </a:lnTo>
                  <a:cubicBezTo>
                    <a:pt x="43168" y="537"/>
                    <a:pt x="42650" y="517"/>
                    <a:pt x="42133" y="478"/>
                  </a:cubicBezTo>
                  <a:cubicBezTo>
                    <a:pt x="37757" y="179"/>
                    <a:pt x="33201" y="219"/>
                    <a:pt x="27333" y="597"/>
                  </a:cubicBezTo>
                  <a:cubicBezTo>
                    <a:pt x="24946" y="716"/>
                    <a:pt x="22539" y="895"/>
                    <a:pt x="20191" y="1094"/>
                  </a:cubicBezTo>
                  <a:cubicBezTo>
                    <a:pt x="17904" y="1293"/>
                    <a:pt x="15576" y="1532"/>
                    <a:pt x="13269" y="1810"/>
                  </a:cubicBezTo>
                  <a:lnTo>
                    <a:pt x="12672" y="1890"/>
                  </a:lnTo>
                  <a:cubicBezTo>
                    <a:pt x="12294" y="1930"/>
                    <a:pt x="11916" y="1950"/>
                    <a:pt x="11578" y="2009"/>
                  </a:cubicBezTo>
                  <a:lnTo>
                    <a:pt x="9887" y="2228"/>
                  </a:lnTo>
                  <a:lnTo>
                    <a:pt x="8216" y="2447"/>
                  </a:lnTo>
                  <a:cubicBezTo>
                    <a:pt x="7858" y="2507"/>
                    <a:pt x="7500" y="2546"/>
                    <a:pt x="7142" y="2606"/>
                  </a:cubicBezTo>
                  <a:cubicBezTo>
                    <a:pt x="6943" y="2626"/>
                    <a:pt x="6744" y="2666"/>
                    <a:pt x="6545" y="2706"/>
                  </a:cubicBezTo>
                  <a:cubicBezTo>
                    <a:pt x="4357" y="3024"/>
                    <a:pt x="2189" y="3382"/>
                    <a:pt x="80" y="3780"/>
                  </a:cubicBezTo>
                  <a:lnTo>
                    <a:pt x="0" y="3641"/>
                  </a:lnTo>
                  <a:cubicBezTo>
                    <a:pt x="2129" y="3243"/>
                    <a:pt x="4277" y="2885"/>
                    <a:pt x="6466" y="2586"/>
                  </a:cubicBezTo>
                  <a:cubicBezTo>
                    <a:pt x="6664" y="2546"/>
                    <a:pt x="6863" y="2527"/>
                    <a:pt x="7062" y="2487"/>
                  </a:cubicBezTo>
                  <a:cubicBezTo>
                    <a:pt x="7420" y="2427"/>
                    <a:pt x="7798" y="2387"/>
                    <a:pt x="8137" y="2328"/>
                  </a:cubicBezTo>
                  <a:lnTo>
                    <a:pt x="9807" y="2109"/>
                  </a:lnTo>
                  <a:lnTo>
                    <a:pt x="11498" y="1890"/>
                  </a:lnTo>
                  <a:cubicBezTo>
                    <a:pt x="11876" y="1830"/>
                    <a:pt x="12234" y="1791"/>
                    <a:pt x="12592" y="1771"/>
                  </a:cubicBezTo>
                  <a:lnTo>
                    <a:pt x="13189" y="1691"/>
                  </a:lnTo>
                  <a:cubicBezTo>
                    <a:pt x="15497" y="1393"/>
                    <a:pt x="17844" y="1174"/>
                    <a:pt x="20132" y="975"/>
                  </a:cubicBezTo>
                  <a:cubicBezTo>
                    <a:pt x="22459" y="736"/>
                    <a:pt x="24866" y="577"/>
                    <a:pt x="27253" y="438"/>
                  </a:cubicBezTo>
                  <a:cubicBezTo>
                    <a:pt x="33122" y="80"/>
                    <a:pt x="37677" y="0"/>
                    <a:pt x="42073" y="318"/>
                  </a:cubicBezTo>
                  <a:cubicBezTo>
                    <a:pt x="42611" y="338"/>
                    <a:pt x="43128" y="398"/>
                    <a:pt x="43645" y="438"/>
                  </a:cubicBezTo>
                  <a:lnTo>
                    <a:pt x="44341" y="517"/>
                  </a:lnTo>
                  <a:cubicBezTo>
                    <a:pt x="44839" y="577"/>
                    <a:pt x="45356" y="617"/>
                    <a:pt x="45893" y="696"/>
                  </a:cubicBezTo>
                  <a:cubicBezTo>
                    <a:pt x="47305" y="875"/>
                    <a:pt x="48539" y="1035"/>
                    <a:pt x="49712" y="1273"/>
                  </a:cubicBezTo>
                  <a:cubicBezTo>
                    <a:pt x="51125" y="1532"/>
                    <a:pt x="52378" y="1810"/>
                    <a:pt x="53571" y="2129"/>
                  </a:cubicBezTo>
                  <a:cubicBezTo>
                    <a:pt x="54884" y="2487"/>
                    <a:pt x="56157" y="2905"/>
                    <a:pt x="57371" y="3342"/>
                  </a:cubicBezTo>
                  <a:cubicBezTo>
                    <a:pt x="58584" y="3820"/>
                    <a:pt x="59857" y="4377"/>
                    <a:pt x="61111" y="5013"/>
                  </a:cubicBezTo>
                  <a:cubicBezTo>
                    <a:pt x="61210" y="5073"/>
                    <a:pt x="61330" y="5152"/>
                    <a:pt x="61429" y="5192"/>
                  </a:cubicBezTo>
                  <a:cubicBezTo>
                    <a:pt x="61628" y="5292"/>
                    <a:pt x="61827" y="5391"/>
                    <a:pt x="62026" y="5510"/>
                  </a:cubicBezTo>
                  <a:lnTo>
                    <a:pt x="62921" y="6048"/>
                  </a:lnTo>
                  <a:lnTo>
                    <a:pt x="63816" y="6585"/>
                  </a:lnTo>
                  <a:cubicBezTo>
                    <a:pt x="64015" y="6704"/>
                    <a:pt x="64194" y="6843"/>
                    <a:pt x="64393" y="6963"/>
                  </a:cubicBezTo>
                  <a:cubicBezTo>
                    <a:pt x="64492" y="7042"/>
                    <a:pt x="64592" y="7102"/>
                    <a:pt x="64691" y="7162"/>
                  </a:cubicBezTo>
                  <a:cubicBezTo>
                    <a:pt x="65885" y="7997"/>
                    <a:pt x="67019" y="8892"/>
                    <a:pt x="68033" y="9847"/>
                  </a:cubicBezTo>
                  <a:cubicBezTo>
                    <a:pt x="69088" y="10802"/>
                    <a:pt x="70102" y="11896"/>
                    <a:pt x="71057" y="13050"/>
                  </a:cubicBezTo>
                  <a:cubicBezTo>
                    <a:pt x="72091" y="14323"/>
                    <a:pt x="73007" y="15656"/>
                    <a:pt x="73743" y="16710"/>
                  </a:cubicBezTo>
                  <a:cubicBezTo>
                    <a:pt x="74538" y="17904"/>
                    <a:pt x="75294" y="19117"/>
                    <a:pt x="76189" y="20609"/>
                  </a:cubicBezTo>
                  <a:cubicBezTo>
                    <a:pt x="76388" y="20927"/>
                    <a:pt x="76587" y="21285"/>
                    <a:pt x="76786" y="21604"/>
                  </a:cubicBezTo>
                  <a:cubicBezTo>
                    <a:pt x="78159" y="23891"/>
                    <a:pt x="79551" y="26298"/>
                    <a:pt x="81043" y="28546"/>
                  </a:cubicBezTo>
                  <a:lnTo>
                    <a:pt x="81700" y="29521"/>
                  </a:lnTo>
                  <a:cubicBezTo>
                    <a:pt x="81839" y="29700"/>
                    <a:pt x="81958" y="29939"/>
                    <a:pt x="82117" y="30118"/>
                  </a:cubicBezTo>
                  <a:cubicBezTo>
                    <a:pt x="82197" y="30197"/>
                    <a:pt x="82257" y="30337"/>
                    <a:pt x="82356" y="30436"/>
                  </a:cubicBezTo>
                  <a:lnTo>
                    <a:pt x="82714" y="30894"/>
                  </a:lnTo>
                  <a:lnTo>
                    <a:pt x="83749" y="32266"/>
                  </a:lnTo>
                  <a:lnTo>
                    <a:pt x="84843" y="33559"/>
                  </a:lnTo>
                  <a:lnTo>
                    <a:pt x="85221" y="33997"/>
                  </a:lnTo>
                  <a:cubicBezTo>
                    <a:pt x="85320" y="34096"/>
                    <a:pt x="85400" y="34176"/>
                    <a:pt x="85499" y="34295"/>
                  </a:cubicBezTo>
                  <a:cubicBezTo>
                    <a:pt x="85638" y="34454"/>
                    <a:pt x="85817" y="34633"/>
                    <a:pt x="85996" y="34832"/>
                  </a:cubicBezTo>
                  <a:lnTo>
                    <a:pt x="86772" y="35628"/>
                  </a:lnTo>
                  <a:lnTo>
                    <a:pt x="86912" y="35787"/>
                  </a:lnTo>
                  <a:lnTo>
                    <a:pt x="87170" y="36026"/>
                  </a:lnTo>
                  <a:lnTo>
                    <a:pt x="87568" y="36404"/>
                  </a:lnTo>
                  <a:cubicBezTo>
                    <a:pt x="87667" y="36503"/>
                    <a:pt x="87767" y="36583"/>
                    <a:pt x="87827" y="36682"/>
                  </a:cubicBezTo>
                  <a:cubicBezTo>
                    <a:pt x="88006" y="36822"/>
                    <a:pt x="88185" y="37001"/>
                    <a:pt x="88364" y="37140"/>
                  </a:cubicBezTo>
                  <a:cubicBezTo>
                    <a:pt x="88483" y="37279"/>
                    <a:pt x="88622" y="37399"/>
                    <a:pt x="88762" y="37498"/>
                  </a:cubicBezTo>
                  <a:cubicBezTo>
                    <a:pt x="89159" y="37836"/>
                    <a:pt x="89557" y="38194"/>
                    <a:pt x="89975" y="38513"/>
                  </a:cubicBezTo>
                  <a:cubicBezTo>
                    <a:pt x="90950" y="39308"/>
                    <a:pt x="92004" y="40084"/>
                    <a:pt x="93337" y="40959"/>
                  </a:cubicBezTo>
                  <a:lnTo>
                    <a:pt x="94192" y="41477"/>
                  </a:lnTo>
                  <a:cubicBezTo>
                    <a:pt x="94371" y="41596"/>
                    <a:pt x="94570" y="41695"/>
                    <a:pt x="94749" y="41795"/>
                  </a:cubicBezTo>
                  <a:cubicBezTo>
                    <a:pt x="94849" y="41854"/>
                    <a:pt x="94948" y="41914"/>
                    <a:pt x="95048" y="41974"/>
                  </a:cubicBezTo>
                  <a:cubicBezTo>
                    <a:pt x="95465" y="42213"/>
                    <a:pt x="95923" y="42451"/>
                    <a:pt x="96341" y="42670"/>
                  </a:cubicBezTo>
                  <a:lnTo>
                    <a:pt x="96778" y="42889"/>
                  </a:lnTo>
                  <a:cubicBezTo>
                    <a:pt x="98191" y="43565"/>
                    <a:pt x="99285" y="44003"/>
                    <a:pt x="100319" y="44361"/>
                  </a:cubicBezTo>
                  <a:cubicBezTo>
                    <a:pt x="102507" y="45157"/>
                    <a:pt x="104835" y="45694"/>
                    <a:pt x="107481" y="46052"/>
                  </a:cubicBezTo>
                  <a:cubicBezTo>
                    <a:pt x="109768" y="46330"/>
                    <a:pt x="112175" y="46370"/>
                    <a:pt x="114642" y="46191"/>
                  </a:cubicBezTo>
                  <a:cubicBezTo>
                    <a:pt x="117089" y="45972"/>
                    <a:pt x="119476" y="45574"/>
                    <a:pt x="121764" y="44978"/>
                  </a:cubicBezTo>
                  <a:cubicBezTo>
                    <a:pt x="126816" y="43565"/>
                    <a:pt x="131770" y="41397"/>
                    <a:pt x="135987" y="39408"/>
                  </a:cubicBezTo>
                  <a:cubicBezTo>
                    <a:pt x="137320" y="38791"/>
                    <a:pt x="138633" y="38115"/>
                    <a:pt x="139926" y="37478"/>
                  </a:cubicBezTo>
                  <a:cubicBezTo>
                    <a:pt x="143387" y="35728"/>
                    <a:pt x="146987" y="33858"/>
                    <a:pt x="150588" y="32167"/>
                  </a:cubicBezTo>
                  <a:cubicBezTo>
                    <a:pt x="151244" y="31848"/>
                    <a:pt x="151881" y="31550"/>
                    <a:pt x="152458" y="31311"/>
                  </a:cubicBezTo>
                  <a:lnTo>
                    <a:pt x="153134" y="31013"/>
                  </a:lnTo>
                  <a:cubicBezTo>
                    <a:pt x="153532" y="30814"/>
                    <a:pt x="153950" y="30635"/>
                    <a:pt x="154348" y="30436"/>
                  </a:cubicBezTo>
                  <a:lnTo>
                    <a:pt x="156238" y="29620"/>
                  </a:lnTo>
                  <a:cubicBezTo>
                    <a:pt x="156357" y="29561"/>
                    <a:pt x="156456" y="29521"/>
                    <a:pt x="156576" y="29461"/>
                  </a:cubicBezTo>
                  <a:cubicBezTo>
                    <a:pt x="156775" y="29362"/>
                    <a:pt x="156974" y="29282"/>
                    <a:pt x="157212" y="29183"/>
                  </a:cubicBezTo>
                  <a:lnTo>
                    <a:pt x="158147" y="28825"/>
                  </a:lnTo>
                  <a:cubicBezTo>
                    <a:pt x="158366" y="28725"/>
                    <a:pt x="158605" y="28646"/>
                    <a:pt x="158824" y="28546"/>
                  </a:cubicBezTo>
                  <a:cubicBezTo>
                    <a:pt x="159221" y="28367"/>
                    <a:pt x="159639" y="28228"/>
                    <a:pt x="160057" y="28049"/>
                  </a:cubicBezTo>
                  <a:lnTo>
                    <a:pt x="162006" y="27353"/>
                  </a:lnTo>
                  <a:cubicBezTo>
                    <a:pt x="162126" y="27293"/>
                    <a:pt x="162225" y="27273"/>
                    <a:pt x="162345" y="27233"/>
                  </a:cubicBezTo>
                  <a:cubicBezTo>
                    <a:pt x="162544" y="27154"/>
                    <a:pt x="162782" y="27074"/>
                    <a:pt x="162981" y="26995"/>
                  </a:cubicBezTo>
                  <a:lnTo>
                    <a:pt x="163936" y="26696"/>
                  </a:lnTo>
                  <a:cubicBezTo>
                    <a:pt x="164175" y="26637"/>
                    <a:pt x="164394" y="26557"/>
                    <a:pt x="164632" y="26477"/>
                  </a:cubicBezTo>
                  <a:cubicBezTo>
                    <a:pt x="165070" y="26358"/>
                    <a:pt x="165488" y="26199"/>
                    <a:pt x="165905" y="26099"/>
                  </a:cubicBezTo>
                  <a:lnTo>
                    <a:pt x="167855" y="25602"/>
                  </a:lnTo>
                  <a:cubicBezTo>
                    <a:pt x="167974" y="25582"/>
                    <a:pt x="168074" y="25562"/>
                    <a:pt x="168193" y="25503"/>
                  </a:cubicBezTo>
                  <a:cubicBezTo>
                    <a:pt x="168392" y="25463"/>
                    <a:pt x="168611" y="25403"/>
                    <a:pt x="168850" y="25363"/>
                  </a:cubicBezTo>
                  <a:lnTo>
                    <a:pt x="169804" y="25164"/>
                  </a:lnTo>
                  <a:cubicBezTo>
                    <a:pt x="171137" y="24886"/>
                    <a:pt x="172450" y="24707"/>
                    <a:pt x="173723" y="24608"/>
                  </a:cubicBezTo>
                  <a:cubicBezTo>
                    <a:pt x="176468" y="24369"/>
                    <a:pt x="179015" y="24548"/>
                    <a:pt x="181243" y="25164"/>
                  </a:cubicBezTo>
                  <a:cubicBezTo>
                    <a:pt x="182496" y="25483"/>
                    <a:pt x="183670" y="25960"/>
                    <a:pt x="184704" y="26557"/>
                  </a:cubicBezTo>
                  <a:cubicBezTo>
                    <a:pt x="185818" y="27194"/>
                    <a:pt x="186872" y="27969"/>
                    <a:pt x="187807" y="28825"/>
                  </a:cubicBezTo>
                  <a:cubicBezTo>
                    <a:pt x="189797" y="30615"/>
                    <a:pt x="191567" y="32843"/>
                    <a:pt x="193178" y="34992"/>
                  </a:cubicBezTo>
                  <a:lnTo>
                    <a:pt x="194233" y="36404"/>
                  </a:lnTo>
                  <a:cubicBezTo>
                    <a:pt x="195526" y="38174"/>
                    <a:pt x="196839" y="40024"/>
                    <a:pt x="198231" y="41675"/>
                  </a:cubicBezTo>
                  <a:cubicBezTo>
                    <a:pt x="198549" y="42073"/>
                    <a:pt x="198907" y="42451"/>
                    <a:pt x="199226" y="42809"/>
                  </a:cubicBezTo>
                  <a:cubicBezTo>
                    <a:pt x="199345" y="42949"/>
                    <a:pt x="199444" y="43068"/>
                    <a:pt x="199584" y="43187"/>
                  </a:cubicBezTo>
                  <a:lnTo>
                    <a:pt x="200280" y="43884"/>
                  </a:lnTo>
                  <a:cubicBezTo>
                    <a:pt x="200499" y="44142"/>
                    <a:pt x="200777" y="44361"/>
                    <a:pt x="200976" y="44560"/>
                  </a:cubicBezTo>
                  <a:cubicBezTo>
                    <a:pt x="201036" y="44639"/>
                    <a:pt x="201135" y="44699"/>
                    <a:pt x="201215" y="44779"/>
                  </a:cubicBezTo>
                  <a:cubicBezTo>
                    <a:pt x="201374" y="44938"/>
                    <a:pt x="201513" y="45057"/>
                    <a:pt x="201692" y="45196"/>
                  </a:cubicBezTo>
                  <a:lnTo>
                    <a:pt x="202428" y="45833"/>
                  </a:lnTo>
                  <a:cubicBezTo>
                    <a:pt x="202588" y="45952"/>
                    <a:pt x="202767" y="46072"/>
                    <a:pt x="202926" y="46191"/>
                  </a:cubicBezTo>
                  <a:cubicBezTo>
                    <a:pt x="203025" y="46271"/>
                    <a:pt x="203105" y="46330"/>
                    <a:pt x="203204" y="46390"/>
                  </a:cubicBezTo>
                  <a:lnTo>
                    <a:pt x="203582" y="46669"/>
                  </a:lnTo>
                  <a:lnTo>
                    <a:pt x="203980" y="46927"/>
                  </a:lnTo>
                  <a:cubicBezTo>
                    <a:pt x="208078" y="49672"/>
                    <a:pt x="212912" y="50806"/>
                    <a:pt x="217945" y="50070"/>
                  </a:cubicBezTo>
                  <a:lnTo>
                    <a:pt x="217905" y="50329"/>
                  </a:lnTo>
                  <a:cubicBezTo>
                    <a:pt x="212832" y="51045"/>
                    <a:pt x="207998" y="49911"/>
                    <a:pt x="203881" y="47146"/>
                  </a:cubicBezTo>
                  <a:lnTo>
                    <a:pt x="203483" y="46887"/>
                  </a:lnTo>
                  <a:lnTo>
                    <a:pt x="203105" y="46629"/>
                  </a:lnTo>
                  <a:cubicBezTo>
                    <a:pt x="203005" y="46549"/>
                    <a:pt x="202926" y="46490"/>
                    <a:pt x="202826" y="46430"/>
                  </a:cubicBezTo>
                  <a:cubicBezTo>
                    <a:pt x="202667" y="46291"/>
                    <a:pt x="202508" y="46171"/>
                    <a:pt x="202329" y="46052"/>
                  </a:cubicBezTo>
                  <a:lnTo>
                    <a:pt x="201593" y="45435"/>
                  </a:lnTo>
                  <a:cubicBezTo>
                    <a:pt x="201434" y="45296"/>
                    <a:pt x="201275" y="45157"/>
                    <a:pt x="201115" y="44998"/>
                  </a:cubicBezTo>
                  <a:cubicBezTo>
                    <a:pt x="201036" y="44938"/>
                    <a:pt x="200936" y="44858"/>
                    <a:pt x="200877" y="44779"/>
                  </a:cubicBezTo>
                  <a:cubicBezTo>
                    <a:pt x="200638" y="44580"/>
                    <a:pt x="200399" y="44361"/>
                    <a:pt x="200141" y="44102"/>
                  </a:cubicBezTo>
                  <a:lnTo>
                    <a:pt x="199444" y="43406"/>
                  </a:lnTo>
                  <a:cubicBezTo>
                    <a:pt x="199325" y="43287"/>
                    <a:pt x="199226" y="43167"/>
                    <a:pt x="199106" y="43048"/>
                  </a:cubicBezTo>
                  <a:cubicBezTo>
                    <a:pt x="198788" y="42670"/>
                    <a:pt x="198430" y="42292"/>
                    <a:pt x="198112" y="41894"/>
                  </a:cubicBezTo>
                  <a:cubicBezTo>
                    <a:pt x="196719" y="40263"/>
                    <a:pt x="195406" y="38393"/>
                    <a:pt x="194113" y="36623"/>
                  </a:cubicBezTo>
                  <a:lnTo>
                    <a:pt x="193059" y="35210"/>
                  </a:lnTo>
                  <a:cubicBezTo>
                    <a:pt x="191448" y="33042"/>
                    <a:pt x="189677" y="30834"/>
                    <a:pt x="187708" y="29044"/>
                  </a:cubicBezTo>
                  <a:cubicBezTo>
                    <a:pt x="186773" y="28188"/>
                    <a:pt x="185719" y="27452"/>
                    <a:pt x="184624" y="26796"/>
                  </a:cubicBezTo>
                  <a:cubicBezTo>
                    <a:pt x="183590" y="26239"/>
                    <a:pt x="182416" y="25761"/>
                    <a:pt x="181203" y="25443"/>
                  </a:cubicBezTo>
                  <a:cubicBezTo>
                    <a:pt x="178955" y="24846"/>
                    <a:pt x="176449" y="24667"/>
                    <a:pt x="173723" y="24886"/>
                  </a:cubicBezTo>
                  <a:cubicBezTo>
                    <a:pt x="172450" y="24985"/>
                    <a:pt x="171157" y="25184"/>
                    <a:pt x="169844" y="25443"/>
                  </a:cubicBezTo>
                  <a:lnTo>
                    <a:pt x="168869" y="25642"/>
                  </a:lnTo>
                  <a:cubicBezTo>
                    <a:pt x="168670" y="25682"/>
                    <a:pt x="168452" y="25741"/>
                    <a:pt x="168253" y="25781"/>
                  </a:cubicBezTo>
                  <a:cubicBezTo>
                    <a:pt x="168113" y="25801"/>
                    <a:pt x="168014" y="25841"/>
                    <a:pt x="167895" y="25881"/>
                  </a:cubicBezTo>
                  <a:lnTo>
                    <a:pt x="165965" y="26378"/>
                  </a:lnTo>
                  <a:cubicBezTo>
                    <a:pt x="165527" y="26497"/>
                    <a:pt x="165110" y="26637"/>
                    <a:pt x="164712" y="26756"/>
                  </a:cubicBezTo>
                  <a:cubicBezTo>
                    <a:pt x="164493" y="26835"/>
                    <a:pt x="164254" y="26895"/>
                    <a:pt x="164016" y="26975"/>
                  </a:cubicBezTo>
                  <a:lnTo>
                    <a:pt x="163041" y="27273"/>
                  </a:lnTo>
                  <a:cubicBezTo>
                    <a:pt x="162842" y="27353"/>
                    <a:pt x="162623" y="27432"/>
                    <a:pt x="162424" y="27492"/>
                  </a:cubicBezTo>
                  <a:cubicBezTo>
                    <a:pt x="162305" y="27552"/>
                    <a:pt x="162205" y="27572"/>
                    <a:pt x="162086" y="27631"/>
                  </a:cubicBezTo>
                  <a:lnTo>
                    <a:pt x="160137" y="28327"/>
                  </a:lnTo>
                  <a:cubicBezTo>
                    <a:pt x="159719" y="28467"/>
                    <a:pt x="159321" y="28646"/>
                    <a:pt x="158903" y="28825"/>
                  </a:cubicBezTo>
                  <a:cubicBezTo>
                    <a:pt x="158684" y="28924"/>
                    <a:pt x="158446" y="28984"/>
                    <a:pt x="158227" y="29083"/>
                  </a:cubicBezTo>
                  <a:lnTo>
                    <a:pt x="157292" y="29461"/>
                  </a:lnTo>
                  <a:cubicBezTo>
                    <a:pt x="157073" y="29541"/>
                    <a:pt x="156874" y="29640"/>
                    <a:pt x="156655" y="29720"/>
                  </a:cubicBezTo>
                  <a:cubicBezTo>
                    <a:pt x="156536" y="29760"/>
                    <a:pt x="156436" y="29819"/>
                    <a:pt x="156317" y="29859"/>
                  </a:cubicBezTo>
                  <a:lnTo>
                    <a:pt x="154427" y="30675"/>
                  </a:lnTo>
                  <a:cubicBezTo>
                    <a:pt x="154029" y="30854"/>
                    <a:pt x="153592" y="31053"/>
                    <a:pt x="153214" y="31252"/>
                  </a:cubicBezTo>
                  <a:lnTo>
                    <a:pt x="152538" y="31550"/>
                  </a:lnTo>
                  <a:cubicBezTo>
                    <a:pt x="151961" y="31829"/>
                    <a:pt x="151284" y="32127"/>
                    <a:pt x="150668" y="32425"/>
                  </a:cubicBezTo>
                  <a:cubicBezTo>
                    <a:pt x="147067" y="34116"/>
                    <a:pt x="143486" y="35986"/>
                    <a:pt x="140025" y="37717"/>
                  </a:cubicBezTo>
                  <a:cubicBezTo>
                    <a:pt x="138732" y="38373"/>
                    <a:pt x="137419" y="39010"/>
                    <a:pt x="136106" y="39627"/>
                  </a:cubicBezTo>
                  <a:cubicBezTo>
                    <a:pt x="131869" y="41616"/>
                    <a:pt x="126916" y="43784"/>
                    <a:pt x="121883" y="45196"/>
                  </a:cubicBezTo>
                  <a:cubicBezTo>
                    <a:pt x="119595" y="45793"/>
                    <a:pt x="117168" y="46231"/>
                    <a:pt x="114741" y="46430"/>
                  </a:cubicBezTo>
                  <a:cubicBezTo>
                    <a:pt x="112255" y="46589"/>
                    <a:pt x="109848" y="46549"/>
                    <a:pt x="107560" y="46271"/>
                  </a:cubicBezTo>
                  <a:cubicBezTo>
                    <a:pt x="106207" y="46092"/>
                    <a:pt x="105074" y="45893"/>
                    <a:pt x="103940" y="45654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2" name="Google Shape;100;p2"/>
            <p:cNvSpPr/>
            <p:nvPr/>
          </p:nvSpPr>
          <p:spPr>
            <a:xfrm>
              <a:off x="-2077920" y="3721680"/>
              <a:ext cx="197280" cy="162720"/>
            </a:xfrm>
            <a:custGeom>
              <a:avLst/>
              <a:gdLst>
                <a:gd name="textAreaLeft" fmla="*/ 0 w 197280"/>
                <a:gd name="textAreaRight" fmla="*/ 197640 w 197280"/>
                <a:gd name="textAreaTop" fmla="*/ 0 h 162720"/>
                <a:gd name="textAreaBottom" fmla="*/ 163080 h 162720"/>
              </a:gdLst>
              <a:ahLst/>
              <a:cxnLst/>
              <a:rect l="textAreaLeft" t="textAreaTop" r="textAreaRight" b="textAreaBottom"/>
              <a:pathLst>
                <a:path w="6128" h="5054">
                  <a:moveTo>
                    <a:pt x="2268" y="5034"/>
                  </a:moveTo>
                  <a:cubicBezTo>
                    <a:pt x="2188" y="5014"/>
                    <a:pt x="2109" y="4954"/>
                    <a:pt x="2069" y="4855"/>
                  </a:cubicBezTo>
                  <a:lnTo>
                    <a:pt x="0" y="458"/>
                  </a:lnTo>
                  <a:lnTo>
                    <a:pt x="2069" y="239"/>
                  </a:lnTo>
                  <a:lnTo>
                    <a:pt x="4158" y="1"/>
                  </a:lnTo>
                  <a:lnTo>
                    <a:pt x="6067" y="4437"/>
                  </a:lnTo>
                  <a:cubicBezTo>
                    <a:pt x="6127" y="4536"/>
                    <a:pt x="6067" y="4636"/>
                    <a:pt x="5968" y="4636"/>
                  </a:cubicBezTo>
                  <a:cubicBezTo>
                    <a:pt x="5868" y="4636"/>
                    <a:pt x="5749" y="4556"/>
                    <a:pt x="5729" y="4457"/>
                  </a:cubicBezTo>
                  <a:lnTo>
                    <a:pt x="3959" y="399"/>
                  </a:lnTo>
                  <a:lnTo>
                    <a:pt x="2248" y="578"/>
                  </a:lnTo>
                  <a:lnTo>
                    <a:pt x="517" y="777"/>
                  </a:lnTo>
                  <a:lnTo>
                    <a:pt x="2407" y="4775"/>
                  </a:lnTo>
                  <a:cubicBezTo>
                    <a:pt x="2467" y="4874"/>
                    <a:pt x="2447" y="4974"/>
                    <a:pt x="2347" y="4994"/>
                  </a:cubicBezTo>
                  <a:cubicBezTo>
                    <a:pt x="2308" y="5053"/>
                    <a:pt x="2288" y="5034"/>
                    <a:pt x="2268" y="5034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1360" bIns="81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3" name="Google Shape;101;p2"/>
            <p:cNvSpPr/>
            <p:nvPr/>
          </p:nvSpPr>
          <p:spPr>
            <a:xfrm>
              <a:off x="-2062080" y="3851280"/>
              <a:ext cx="70200" cy="57960"/>
            </a:xfrm>
            <a:custGeom>
              <a:avLst/>
              <a:gdLst>
                <a:gd name="textAreaLeft" fmla="*/ 0 w 70200"/>
                <a:gd name="textAreaRight" fmla="*/ 70560 w 70200"/>
                <a:gd name="textAreaTop" fmla="*/ 0 h 57960"/>
                <a:gd name="textAreaBottom" fmla="*/ 58320 h 57960"/>
              </a:gdLst>
              <a:ahLst/>
              <a:cxnLst/>
              <a:rect l="textAreaLeft" t="textAreaTop" r="textAreaRight" b="textAreaBottom"/>
              <a:pathLst>
                <a:path w="2189" h="1811">
                  <a:moveTo>
                    <a:pt x="1970" y="816"/>
                  </a:moveTo>
                  <a:cubicBezTo>
                    <a:pt x="2189" y="1293"/>
                    <a:pt x="1970" y="1711"/>
                    <a:pt x="1492" y="1751"/>
                  </a:cubicBezTo>
                  <a:cubicBezTo>
                    <a:pt x="1015" y="1810"/>
                    <a:pt x="458" y="1472"/>
                    <a:pt x="219" y="1015"/>
                  </a:cubicBezTo>
                  <a:cubicBezTo>
                    <a:pt x="0" y="537"/>
                    <a:pt x="219" y="119"/>
                    <a:pt x="697" y="60"/>
                  </a:cubicBezTo>
                  <a:cubicBezTo>
                    <a:pt x="1174" y="0"/>
                    <a:pt x="1751" y="338"/>
                    <a:pt x="1970" y="816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9160" bIns="291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4" name="Google Shape;102;p2"/>
            <p:cNvSpPr/>
            <p:nvPr/>
          </p:nvSpPr>
          <p:spPr>
            <a:xfrm>
              <a:off x="-1944720" y="3839040"/>
              <a:ext cx="70200" cy="57960"/>
            </a:xfrm>
            <a:custGeom>
              <a:avLst/>
              <a:gdLst>
                <a:gd name="textAreaLeft" fmla="*/ 0 w 70200"/>
                <a:gd name="textAreaRight" fmla="*/ 70560 w 70200"/>
                <a:gd name="textAreaTop" fmla="*/ 0 h 57960"/>
                <a:gd name="textAreaBottom" fmla="*/ 58320 h 57960"/>
              </a:gdLst>
              <a:ahLst/>
              <a:cxnLst/>
              <a:rect l="textAreaLeft" t="textAreaTop" r="textAreaRight" b="textAreaBottom"/>
              <a:pathLst>
                <a:path w="2189" h="1811">
                  <a:moveTo>
                    <a:pt x="1990" y="816"/>
                  </a:moveTo>
                  <a:cubicBezTo>
                    <a:pt x="2189" y="1293"/>
                    <a:pt x="1950" y="1711"/>
                    <a:pt x="1453" y="1771"/>
                  </a:cubicBezTo>
                  <a:cubicBezTo>
                    <a:pt x="956" y="1810"/>
                    <a:pt x="419" y="1452"/>
                    <a:pt x="200" y="995"/>
                  </a:cubicBezTo>
                  <a:cubicBezTo>
                    <a:pt x="1" y="517"/>
                    <a:pt x="220" y="100"/>
                    <a:pt x="717" y="40"/>
                  </a:cubicBezTo>
                  <a:cubicBezTo>
                    <a:pt x="1214" y="0"/>
                    <a:pt x="1791" y="338"/>
                    <a:pt x="1990" y="816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9160" bIns="291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5" name="Google Shape;103;p2"/>
            <p:cNvSpPr/>
            <p:nvPr/>
          </p:nvSpPr>
          <p:spPr>
            <a:xfrm>
              <a:off x="-1777320" y="3653640"/>
              <a:ext cx="86400" cy="145800"/>
            </a:xfrm>
            <a:custGeom>
              <a:avLst/>
              <a:gdLst>
                <a:gd name="textAreaLeft" fmla="*/ 0 w 86400"/>
                <a:gd name="textAreaRight" fmla="*/ 86760 w 86400"/>
                <a:gd name="textAreaTop" fmla="*/ 0 h 145800"/>
                <a:gd name="textAreaBottom" fmla="*/ 146160 h 145800"/>
              </a:gdLst>
              <a:ahLst/>
              <a:cxnLst/>
              <a:rect l="textAreaLeft" t="textAreaTop" r="textAreaRight" b="textAreaBottom"/>
              <a:pathLst>
                <a:path w="2687" h="4536">
                  <a:moveTo>
                    <a:pt x="1831" y="4536"/>
                  </a:moveTo>
                  <a:cubicBezTo>
                    <a:pt x="1771" y="4496"/>
                    <a:pt x="1692" y="4436"/>
                    <a:pt x="1632" y="4357"/>
                  </a:cubicBezTo>
                  <a:lnTo>
                    <a:pt x="1" y="0"/>
                  </a:lnTo>
                  <a:lnTo>
                    <a:pt x="200" y="0"/>
                  </a:lnTo>
                  <a:cubicBezTo>
                    <a:pt x="200" y="0"/>
                    <a:pt x="319" y="0"/>
                    <a:pt x="498" y="20"/>
                  </a:cubicBezTo>
                  <a:cubicBezTo>
                    <a:pt x="737" y="60"/>
                    <a:pt x="995" y="119"/>
                    <a:pt x="1194" y="199"/>
                  </a:cubicBezTo>
                  <a:cubicBezTo>
                    <a:pt x="1930" y="458"/>
                    <a:pt x="2428" y="875"/>
                    <a:pt x="2627" y="1412"/>
                  </a:cubicBezTo>
                  <a:cubicBezTo>
                    <a:pt x="2686" y="1512"/>
                    <a:pt x="2627" y="1611"/>
                    <a:pt x="2527" y="1611"/>
                  </a:cubicBezTo>
                  <a:cubicBezTo>
                    <a:pt x="2428" y="1611"/>
                    <a:pt x="2308" y="1552"/>
                    <a:pt x="2288" y="1432"/>
                  </a:cubicBezTo>
                  <a:cubicBezTo>
                    <a:pt x="2129" y="1035"/>
                    <a:pt x="1791" y="776"/>
                    <a:pt x="1194" y="577"/>
                  </a:cubicBezTo>
                  <a:cubicBezTo>
                    <a:pt x="995" y="497"/>
                    <a:pt x="796" y="438"/>
                    <a:pt x="578" y="418"/>
                  </a:cubicBezTo>
                  <a:lnTo>
                    <a:pt x="518" y="418"/>
                  </a:lnTo>
                  <a:lnTo>
                    <a:pt x="1990" y="4337"/>
                  </a:lnTo>
                  <a:cubicBezTo>
                    <a:pt x="2030" y="4436"/>
                    <a:pt x="1990" y="4536"/>
                    <a:pt x="1891" y="4536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3080" bIns="73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6" name="Google Shape;104;p2"/>
            <p:cNvSpPr/>
            <p:nvPr/>
          </p:nvSpPr>
          <p:spPr>
            <a:xfrm>
              <a:off x="-1780200" y="3764520"/>
              <a:ext cx="74880" cy="60480"/>
            </a:xfrm>
            <a:custGeom>
              <a:avLst/>
              <a:gdLst>
                <a:gd name="textAreaLeft" fmla="*/ 0 w 74880"/>
                <a:gd name="textAreaRight" fmla="*/ 75240 w 74880"/>
                <a:gd name="textAreaTop" fmla="*/ 0 h 60480"/>
                <a:gd name="textAreaBottom" fmla="*/ 60840 h 60480"/>
              </a:gdLst>
              <a:ahLst/>
              <a:cxnLst/>
              <a:rect l="textAreaLeft" t="textAreaTop" r="textAreaRight" b="textAreaBottom"/>
              <a:pathLst>
                <a:path w="2328" h="1891">
                  <a:moveTo>
                    <a:pt x="2129" y="896"/>
                  </a:moveTo>
                  <a:cubicBezTo>
                    <a:pt x="2328" y="1393"/>
                    <a:pt x="2029" y="1831"/>
                    <a:pt x="1512" y="1851"/>
                  </a:cubicBezTo>
                  <a:cubicBezTo>
                    <a:pt x="975" y="1890"/>
                    <a:pt x="378" y="1512"/>
                    <a:pt x="199" y="1015"/>
                  </a:cubicBezTo>
                  <a:cubicBezTo>
                    <a:pt x="0" y="518"/>
                    <a:pt x="279" y="60"/>
                    <a:pt x="816" y="40"/>
                  </a:cubicBezTo>
                  <a:cubicBezTo>
                    <a:pt x="1333" y="1"/>
                    <a:pt x="1930" y="398"/>
                    <a:pt x="2129" y="896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0240" bIns="30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7" name="Google Shape;105;p2"/>
            <p:cNvSpPr/>
            <p:nvPr/>
          </p:nvSpPr>
          <p:spPr>
            <a:xfrm>
              <a:off x="-797040" y="3570480"/>
              <a:ext cx="81720" cy="155520"/>
            </a:xfrm>
            <a:custGeom>
              <a:avLst/>
              <a:gdLst>
                <a:gd name="textAreaLeft" fmla="*/ 0 w 81720"/>
                <a:gd name="textAreaRight" fmla="*/ 82080 w 81720"/>
                <a:gd name="textAreaTop" fmla="*/ 0 h 155520"/>
                <a:gd name="textAreaBottom" fmla="*/ 155880 h 155520"/>
              </a:gdLst>
              <a:ahLst/>
              <a:cxnLst/>
              <a:rect l="textAreaLeft" t="textAreaTop" r="textAreaRight" b="textAreaBottom"/>
              <a:pathLst>
                <a:path w="2548" h="4834">
                  <a:moveTo>
                    <a:pt x="200" y="4834"/>
                  </a:moveTo>
                  <a:lnTo>
                    <a:pt x="200" y="4834"/>
                  </a:lnTo>
                  <a:cubicBezTo>
                    <a:pt x="60" y="4794"/>
                    <a:pt x="1" y="4675"/>
                    <a:pt x="1" y="4575"/>
                  </a:cubicBezTo>
                  <a:lnTo>
                    <a:pt x="140" y="0"/>
                  </a:lnTo>
                  <a:lnTo>
                    <a:pt x="359" y="80"/>
                  </a:lnTo>
                  <a:cubicBezTo>
                    <a:pt x="399" y="80"/>
                    <a:pt x="916" y="279"/>
                    <a:pt x="1453" y="617"/>
                  </a:cubicBezTo>
                  <a:cubicBezTo>
                    <a:pt x="2408" y="1273"/>
                    <a:pt x="2547" y="1890"/>
                    <a:pt x="2527" y="2288"/>
                  </a:cubicBezTo>
                  <a:cubicBezTo>
                    <a:pt x="2527" y="2407"/>
                    <a:pt x="2428" y="2467"/>
                    <a:pt x="2328" y="2447"/>
                  </a:cubicBezTo>
                  <a:cubicBezTo>
                    <a:pt x="2229" y="2407"/>
                    <a:pt x="2149" y="2288"/>
                    <a:pt x="2149" y="2188"/>
                  </a:cubicBezTo>
                  <a:cubicBezTo>
                    <a:pt x="2189" y="1790"/>
                    <a:pt x="1911" y="1373"/>
                    <a:pt x="1314" y="975"/>
                  </a:cubicBezTo>
                  <a:cubicBezTo>
                    <a:pt x="1035" y="776"/>
                    <a:pt x="737" y="657"/>
                    <a:pt x="538" y="577"/>
                  </a:cubicBezTo>
                  <a:lnTo>
                    <a:pt x="379" y="4695"/>
                  </a:lnTo>
                  <a:cubicBezTo>
                    <a:pt x="399" y="4774"/>
                    <a:pt x="319" y="4834"/>
                    <a:pt x="200" y="4834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7760" bIns="77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8" name="Google Shape;106;p2"/>
            <p:cNvSpPr/>
            <p:nvPr/>
          </p:nvSpPr>
          <p:spPr>
            <a:xfrm>
              <a:off x="-856800" y="3678840"/>
              <a:ext cx="73440" cy="67680"/>
            </a:xfrm>
            <a:custGeom>
              <a:avLst/>
              <a:gdLst>
                <a:gd name="textAreaLeft" fmla="*/ 0 w 73440"/>
                <a:gd name="textAreaRight" fmla="*/ 73800 w 73440"/>
                <a:gd name="textAreaTop" fmla="*/ 0 h 67680"/>
                <a:gd name="textAreaBottom" fmla="*/ 68040 h 67680"/>
              </a:gdLst>
              <a:ahLst/>
              <a:cxnLst/>
              <a:rect l="textAreaLeft" t="textAreaTop" r="textAreaRight" b="textAreaBottom"/>
              <a:pathLst>
                <a:path w="2289" h="2110">
                  <a:moveTo>
                    <a:pt x="2269" y="1294"/>
                  </a:moveTo>
                  <a:cubicBezTo>
                    <a:pt x="2229" y="1811"/>
                    <a:pt x="1731" y="2110"/>
                    <a:pt x="1115" y="1990"/>
                  </a:cubicBezTo>
                  <a:cubicBezTo>
                    <a:pt x="816" y="1911"/>
                    <a:pt x="538" y="1732"/>
                    <a:pt x="319" y="1533"/>
                  </a:cubicBezTo>
                  <a:cubicBezTo>
                    <a:pt x="120" y="1314"/>
                    <a:pt x="1" y="1075"/>
                    <a:pt x="1" y="797"/>
                  </a:cubicBezTo>
                  <a:cubicBezTo>
                    <a:pt x="1" y="518"/>
                    <a:pt x="120" y="319"/>
                    <a:pt x="319" y="160"/>
                  </a:cubicBezTo>
                  <a:cubicBezTo>
                    <a:pt x="518" y="41"/>
                    <a:pt x="816" y="1"/>
                    <a:pt x="1155" y="80"/>
                  </a:cubicBezTo>
                  <a:cubicBezTo>
                    <a:pt x="1791" y="200"/>
                    <a:pt x="2288" y="777"/>
                    <a:pt x="2269" y="1294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3840" bIns="338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9" name="Google Shape;107;p2"/>
            <p:cNvSpPr/>
            <p:nvPr/>
          </p:nvSpPr>
          <p:spPr>
            <a:xfrm>
              <a:off x="-1085040" y="3673080"/>
              <a:ext cx="32400" cy="154440"/>
            </a:xfrm>
            <a:custGeom>
              <a:avLst/>
              <a:gdLst>
                <a:gd name="textAreaLeft" fmla="*/ 0 w 32400"/>
                <a:gd name="textAreaRight" fmla="*/ 32760 w 32400"/>
                <a:gd name="textAreaTop" fmla="*/ 0 h 154440"/>
                <a:gd name="textAreaBottom" fmla="*/ 154800 h 154440"/>
              </a:gdLst>
              <a:ahLst/>
              <a:cxnLst/>
              <a:rect l="textAreaLeft" t="textAreaTop" r="textAreaRight" b="textAreaBottom"/>
              <a:pathLst>
                <a:path w="1016" h="4796">
                  <a:moveTo>
                    <a:pt x="817" y="4775"/>
                  </a:moveTo>
                  <a:cubicBezTo>
                    <a:pt x="717" y="4755"/>
                    <a:pt x="638" y="4656"/>
                    <a:pt x="618" y="4556"/>
                  </a:cubicBezTo>
                  <a:lnTo>
                    <a:pt x="21" y="200"/>
                  </a:lnTo>
                  <a:cubicBezTo>
                    <a:pt x="1" y="80"/>
                    <a:pt x="61" y="1"/>
                    <a:pt x="200" y="1"/>
                  </a:cubicBezTo>
                  <a:cubicBezTo>
                    <a:pt x="299" y="1"/>
                    <a:pt x="399" y="100"/>
                    <a:pt x="419" y="220"/>
                  </a:cubicBezTo>
                  <a:lnTo>
                    <a:pt x="1016" y="4576"/>
                  </a:lnTo>
                  <a:cubicBezTo>
                    <a:pt x="1016" y="4735"/>
                    <a:pt x="936" y="4795"/>
                    <a:pt x="817" y="4775"/>
                  </a:cubicBezTo>
                  <a:cubicBezTo>
                    <a:pt x="836" y="4795"/>
                    <a:pt x="817" y="4795"/>
                    <a:pt x="817" y="477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7400" bIns="774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0" name="Google Shape;108;p2"/>
            <p:cNvSpPr/>
            <p:nvPr/>
          </p:nvSpPr>
          <p:spPr>
            <a:xfrm>
              <a:off x="-1087560" y="3649680"/>
              <a:ext cx="75240" cy="65160"/>
            </a:xfrm>
            <a:custGeom>
              <a:avLst/>
              <a:gdLst>
                <a:gd name="textAreaLeft" fmla="*/ 0 w 75240"/>
                <a:gd name="textAreaRight" fmla="*/ 75600 w 75240"/>
                <a:gd name="textAreaTop" fmla="*/ 0 h 65160"/>
                <a:gd name="textAreaBottom" fmla="*/ 65520 h 65160"/>
              </a:gdLst>
              <a:ahLst/>
              <a:cxnLst/>
              <a:rect l="textAreaLeft" t="textAreaTop" r="textAreaRight" b="textAreaBottom"/>
              <a:pathLst>
                <a:path w="2348" h="2030">
                  <a:moveTo>
                    <a:pt x="80" y="916"/>
                  </a:moveTo>
                  <a:cubicBezTo>
                    <a:pt x="0" y="399"/>
                    <a:pt x="458" y="1"/>
                    <a:pt x="1075" y="80"/>
                  </a:cubicBezTo>
                  <a:cubicBezTo>
                    <a:pt x="1691" y="140"/>
                    <a:pt x="2248" y="617"/>
                    <a:pt x="2288" y="1135"/>
                  </a:cubicBezTo>
                  <a:cubicBezTo>
                    <a:pt x="2348" y="1672"/>
                    <a:pt x="1890" y="2030"/>
                    <a:pt x="1293" y="1990"/>
                  </a:cubicBezTo>
                  <a:cubicBezTo>
                    <a:pt x="697" y="1910"/>
                    <a:pt x="140" y="1433"/>
                    <a:pt x="80" y="916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2760" bIns="32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1" name="Google Shape;109;p2"/>
            <p:cNvSpPr/>
            <p:nvPr/>
          </p:nvSpPr>
          <p:spPr>
            <a:xfrm>
              <a:off x="-1504440" y="3742920"/>
              <a:ext cx="291600" cy="160200"/>
            </a:xfrm>
            <a:custGeom>
              <a:avLst/>
              <a:gdLst>
                <a:gd name="textAreaLeft" fmla="*/ 0 w 291600"/>
                <a:gd name="textAreaRight" fmla="*/ 291960 w 291600"/>
                <a:gd name="textAreaTop" fmla="*/ 0 h 160200"/>
                <a:gd name="textAreaBottom" fmla="*/ 160560 h 160200"/>
              </a:gdLst>
              <a:ahLst/>
              <a:cxnLst/>
              <a:rect l="textAreaLeft" t="textAreaTop" r="textAreaRight" b="textAreaBottom"/>
              <a:pathLst>
                <a:path w="9052" h="4974">
                  <a:moveTo>
                    <a:pt x="1611" y="4973"/>
                  </a:moveTo>
                  <a:cubicBezTo>
                    <a:pt x="1532" y="4953"/>
                    <a:pt x="1432" y="4874"/>
                    <a:pt x="1413" y="4774"/>
                  </a:cubicBezTo>
                  <a:lnTo>
                    <a:pt x="0" y="139"/>
                  </a:lnTo>
                  <a:lnTo>
                    <a:pt x="179" y="139"/>
                  </a:lnTo>
                  <a:cubicBezTo>
                    <a:pt x="3203" y="20"/>
                    <a:pt x="5550" y="0"/>
                    <a:pt x="7778" y="40"/>
                  </a:cubicBezTo>
                  <a:lnTo>
                    <a:pt x="7977" y="40"/>
                  </a:lnTo>
                  <a:lnTo>
                    <a:pt x="9031" y="4755"/>
                  </a:lnTo>
                  <a:cubicBezTo>
                    <a:pt x="9051" y="4874"/>
                    <a:pt x="8972" y="4953"/>
                    <a:pt x="8872" y="4953"/>
                  </a:cubicBezTo>
                  <a:cubicBezTo>
                    <a:pt x="8773" y="4953"/>
                    <a:pt x="8673" y="4854"/>
                    <a:pt x="8653" y="4715"/>
                  </a:cubicBezTo>
                  <a:lnTo>
                    <a:pt x="7719" y="418"/>
                  </a:lnTo>
                  <a:cubicBezTo>
                    <a:pt x="5590" y="378"/>
                    <a:pt x="3362" y="398"/>
                    <a:pt x="517" y="498"/>
                  </a:cubicBezTo>
                  <a:lnTo>
                    <a:pt x="1810" y="4715"/>
                  </a:lnTo>
                  <a:cubicBezTo>
                    <a:pt x="1850" y="4854"/>
                    <a:pt x="1791" y="4914"/>
                    <a:pt x="1691" y="4914"/>
                  </a:cubicBezTo>
                  <a:cubicBezTo>
                    <a:pt x="1671" y="4973"/>
                    <a:pt x="1631" y="4973"/>
                    <a:pt x="1611" y="497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0280" bIns="802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2" name="Google Shape;110;p2"/>
            <p:cNvSpPr/>
            <p:nvPr/>
          </p:nvSpPr>
          <p:spPr>
            <a:xfrm>
              <a:off x="-1506960" y="3868560"/>
              <a:ext cx="69120" cy="57960"/>
            </a:xfrm>
            <a:custGeom>
              <a:avLst/>
              <a:gdLst>
                <a:gd name="textAreaLeft" fmla="*/ 0 w 69120"/>
                <a:gd name="textAreaRight" fmla="*/ 69480 w 69120"/>
                <a:gd name="textAreaTop" fmla="*/ 0 h 57960"/>
                <a:gd name="textAreaBottom" fmla="*/ 58320 h 57960"/>
              </a:gdLst>
              <a:ahLst/>
              <a:cxnLst/>
              <a:rect l="textAreaLeft" t="textAreaTop" r="textAreaRight" b="textAreaBottom"/>
              <a:pathLst>
                <a:path w="2150" h="1811">
                  <a:moveTo>
                    <a:pt x="1990" y="875"/>
                  </a:moveTo>
                  <a:cubicBezTo>
                    <a:pt x="2149" y="1373"/>
                    <a:pt x="1851" y="1771"/>
                    <a:pt x="1353" y="1791"/>
                  </a:cubicBezTo>
                  <a:cubicBezTo>
                    <a:pt x="856" y="1810"/>
                    <a:pt x="299" y="1413"/>
                    <a:pt x="160" y="955"/>
                  </a:cubicBezTo>
                  <a:cubicBezTo>
                    <a:pt x="1" y="458"/>
                    <a:pt x="279" y="60"/>
                    <a:pt x="796" y="20"/>
                  </a:cubicBezTo>
                  <a:cubicBezTo>
                    <a:pt x="1294" y="0"/>
                    <a:pt x="1851" y="378"/>
                    <a:pt x="1990" y="87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9160" bIns="291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3" name="Google Shape;111;p2"/>
            <p:cNvSpPr/>
            <p:nvPr/>
          </p:nvSpPr>
          <p:spPr>
            <a:xfrm>
              <a:off x="-1275480" y="3866040"/>
              <a:ext cx="66960" cy="59400"/>
            </a:xfrm>
            <a:custGeom>
              <a:avLst/>
              <a:gdLst>
                <a:gd name="textAreaLeft" fmla="*/ 0 w 66960"/>
                <a:gd name="textAreaRight" fmla="*/ 67320 w 66960"/>
                <a:gd name="textAreaTop" fmla="*/ 0 h 59400"/>
                <a:gd name="textAreaBottom" fmla="*/ 59760 h 59400"/>
              </a:gdLst>
              <a:ahLst/>
              <a:cxnLst/>
              <a:rect l="textAreaLeft" t="textAreaTop" r="textAreaRight" b="textAreaBottom"/>
              <a:pathLst>
                <a:path w="2090" h="1851">
                  <a:moveTo>
                    <a:pt x="1990" y="955"/>
                  </a:moveTo>
                  <a:cubicBezTo>
                    <a:pt x="2090" y="1453"/>
                    <a:pt x="1771" y="1851"/>
                    <a:pt x="1274" y="1831"/>
                  </a:cubicBezTo>
                  <a:cubicBezTo>
                    <a:pt x="777" y="1831"/>
                    <a:pt x="259" y="1393"/>
                    <a:pt x="140" y="896"/>
                  </a:cubicBezTo>
                  <a:cubicBezTo>
                    <a:pt x="1" y="398"/>
                    <a:pt x="339" y="1"/>
                    <a:pt x="856" y="1"/>
                  </a:cubicBezTo>
                  <a:cubicBezTo>
                    <a:pt x="1373" y="40"/>
                    <a:pt x="1891" y="458"/>
                    <a:pt x="1990" y="95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9880" bIns="29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4" name="Google Shape;112;p2"/>
            <p:cNvSpPr/>
            <p:nvPr/>
          </p:nvSpPr>
          <p:spPr>
            <a:xfrm>
              <a:off x="-1391040" y="3866040"/>
              <a:ext cx="68400" cy="5724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57240"/>
                <a:gd name="textAreaBottom" fmla="*/ 57600 h 57240"/>
              </a:gdLst>
              <a:ahLst/>
              <a:cxnLst/>
              <a:rect l="textAreaLeft" t="textAreaTop" r="textAreaRight" b="textAreaBottom"/>
              <a:pathLst>
                <a:path w="2129" h="1791">
                  <a:moveTo>
                    <a:pt x="2009" y="896"/>
                  </a:moveTo>
                  <a:cubicBezTo>
                    <a:pt x="2129" y="1393"/>
                    <a:pt x="1830" y="1791"/>
                    <a:pt x="1333" y="1791"/>
                  </a:cubicBezTo>
                  <a:cubicBezTo>
                    <a:pt x="836" y="1791"/>
                    <a:pt x="299" y="1393"/>
                    <a:pt x="159" y="896"/>
                  </a:cubicBezTo>
                  <a:cubicBezTo>
                    <a:pt x="0" y="398"/>
                    <a:pt x="299" y="1"/>
                    <a:pt x="836" y="1"/>
                  </a:cubicBezTo>
                  <a:cubicBezTo>
                    <a:pt x="1333" y="1"/>
                    <a:pt x="1850" y="398"/>
                    <a:pt x="2009" y="896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800" bIns="28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5" name="Google Shape;113;p2"/>
            <p:cNvSpPr/>
            <p:nvPr/>
          </p:nvSpPr>
          <p:spPr>
            <a:xfrm>
              <a:off x="-1382040" y="3747240"/>
              <a:ext cx="51120" cy="147240"/>
            </a:xfrm>
            <a:custGeom>
              <a:avLst/>
              <a:gdLst>
                <a:gd name="textAreaLeft" fmla="*/ 0 w 51120"/>
                <a:gd name="textAreaRight" fmla="*/ 51480 w 51120"/>
                <a:gd name="textAreaTop" fmla="*/ 0 h 147240"/>
                <a:gd name="textAreaBottom" fmla="*/ 147600 h 147240"/>
              </a:gdLst>
              <a:ahLst/>
              <a:cxnLst/>
              <a:rect l="textAreaLeft" t="textAreaTop" r="textAreaRight" b="textAreaBottom"/>
              <a:pathLst>
                <a:path w="1593" h="4576">
                  <a:moveTo>
                    <a:pt x="1214" y="4576"/>
                  </a:moveTo>
                  <a:lnTo>
                    <a:pt x="1" y="40"/>
                  </a:lnTo>
                  <a:lnTo>
                    <a:pt x="379" y="0"/>
                  </a:lnTo>
                  <a:lnTo>
                    <a:pt x="1592" y="4576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3800" bIns="73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6" name="Google Shape;114;p2"/>
            <p:cNvSpPr/>
            <p:nvPr/>
          </p:nvSpPr>
          <p:spPr>
            <a:xfrm>
              <a:off x="-1494360" y="3774240"/>
              <a:ext cx="254880" cy="16920"/>
            </a:xfrm>
            <a:custGeom>
              <a:avLst/>
              <a:gdLst>
                <a:gd name="textAreaLeft" fmla="*/ 0 w 254880"/>
                <a:gd name="textAreaRight" fmla="*/ 255240 w 254880"/>
                <a:gd name="textAreaTop" fmla="*/ 0 h 16920"/>
                <a:gd name="textAreaBottom" fmla="*/ 17280 h 16920"/>
              </a:gdLst>
              <a:ahLst/>
              <a:cxnLst/>
              <a:rect l="textAreaLeft" t="textAreaTop" r="textAreaRight" b="textAreaBottom"/>
              <a:pathLst>
                <a:path w="7918" h="539">
                  <a:moveTo>
                    <a:pt x="219" y="538"/>
                  </a:moveTo>
                  <a:cubicBezTo>
                    <a:pt x="160" y="518"/>
                    <a:pt x="60" y="439"/>
                    <a:pt x="40" y="339"/>
                  </a:cubicBezTo>
                  <a:cubicBezTo>
                    <a:pt x="0" y="240"/>
                    <a:pt x="60" y="140"/>
                    <a:pt x="160" y="140"/>
                  </a:cubicBezTo>
                  <a:cubicBezTo>
                    <a:pt x="3163" y="21"/>
                    <a:pt x="5471" y="1"/>
                    <a:pt x="7659" y="61"/>
                  </a:cubicBezTo>
                  <a:cubicBezTo>
                    <a:pt x="7759" y="61"/>
                    <a:pt x="7858" y="160"/>
                    <a:pt x="7898" y="260"/>
                  </a:cubicBezTo>
                  <a:cubicBezTo>
                    <a:pt x="7918" y="399"/>
                    <a:pt x="7838" y="458"/>
                    <a:pt x="7739" y="458"/>
                  </a:cubicBezTo>
                  <a:cubicBezTo>
                    <a:pt x="5551" y="399"/>
                    <a:pt x="3243" y="419"/>
                    <a:pt x="259" y="53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640" bIns="86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7" name="Google Shape;115;p2"/>
            <p:cNvSpPr/>
            <p:nvPr/>
          </p:nvSpPr>
          <p:spPr>
            <a:xfrm>
              <a:off x="-664200" y="3852000"/>
              <a:ext cx="165960" cy="212760"/>
            </a:xfrm>
            <a:custGeom>
              <a:avLst/>
              <a:gdLst>
                <a:gd name="textAreaLeft" fmla="*/ 0 w 165960"/>
                <a:gd name="textAreaRight" fmla="*/ 166320 w 165960"/>
                <a:gd name="textAreaTop" fmla="*/ 0 h 212760"/>
                <a:gd name="textAreaBottom" fmla="*/ 213120 h 212760"/>
              </a:gdLst>
              <a:ahLst/>
              <a:cxnLst/>
              <a:rect l="textAreaLeft" t="textAreaTop" r="textAreaRight" b="textAreaBottom"/>
              <a:pathLst>
                <a:path w="5153" h="6606">
                  <a:moveTo>
                    <a:pt x="3681" y="6585"/>
                  </a:moveTo>
                  <a:cubicBezTo>
                    <a:pt x="3661" y="6585"/>
                    <a:pt x="3641" y="6585"/>
                    <a:pt x="3641" y="6566"/>
                  </a:cubicBezTo>
                  <a:cubicBezTo>
                    <a:pt x="3541" y="6506"/>
                    <a:pt x="3482" y="6367"/>
                    <a:pt x="3502" y="6267"/>
                  </a:cubicBezTo>
                  <a:lnTo>
                    <a:pt x="4675" y="2209"/>
                  </a:lnTo>
                  <a:cubicBezTo>
                    <a:pt x="3541" y="1592"/>
                    <a:pt x="2308" y="1035"/>
                    <a:pt x="1075" y="538"/>
                  </a:cubicBezTo>
                  <a:lnTo>
                    <a:pt x="398" y="4795"/>
                  </a:lnTo>
                  <a:cubicBezTo>
                    <a:pt x="379" y="4914"/>
                    <a:pt x="279" y="4974"/>
                    <a:pt x="180" y="4914"/>
                  </a:cubicBezTo>
                  <a:cubicBezTo>
                    <a:pt x="80" y="4875"/>
                    <a:pt x="1" y="4755"/>
                    <a:pt x="20" y="4656"/>
                  </a:cubicBezTo>
                  <a:lnTo>
                    <a:pt x="757" y="1"/>
                  </a:lnTo>
                  <a:lnTo>
                    <a:pt x="936" y="61"/>
                  </a:lnTo>
                  <a:cubicBezTo>
                    <a:pt x="2348" y="618"/>
                    <a:pt x="3681" y="1234"/>
                    <a:pt x="4974" y="1931"/>
                  </a:cubicBezTo>
                  <a:lnTo>
                    <a:pt x="5153" y="2030"/>
                  </a:lnTo>
                  <a:lnTo>
                    <a:pt x="3860" y="6486"/>
                  </a:lnTo>
                  <a:cubicBezTo>
                    <a:pt x="3840" y="6566"/>
                    <a:pt x="3760" y="6605"/>
                    <a:pt x="3681" y="658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8" name="Google Shape;116;p2"/>
            <p:cNvSpPr/>
            <p:nvPr/>
          </p:nvSpPr>
          <p:spPr>
            <a:xfrm>
              <a:off x="-709200" y="3960360"/>
              <a:ext cx="60480" cy="68400"/>
            </a:xfrm>
            <a:custGeom>
              <a:avLst/>
              <a:gdLst>
                <a:gd name="textAreaLeft" fmla="*/ 0 w 60480"/>
                <a:gd name="textAreaRight" fmla="*/ 60840 w 60480"/>
                <a:gd name="textAreaTop" fmla="*/ 0 h 68400"/>
                <a:gd name="textAreaBottom" fmla="*/ 68760 h 68400"/>
              </a:gdLst>
              <a:ahLst/>
              <a:cxnLst/>
              <a:rect l="textAreaLeft" t="textAreaTop" r="textAreaRight" b="textAreaBottom"/>
              <a:pathLst>
                <a:path w="1890" h="2130">
                  <a:moveTo>
                    <a:pt x="1810" y="1413"/>
                  </a:moveTo>
                  <a:cubicBezTo>
                    <a:pt x="1751" y="1911"/>
                    <a:pt x="1293" y="2129"/>
                    <a:pt x="816" y="1950"/>
                  </a:cubicBezTo>
                  <a:cubicBezTo>
                    <a:pt x="358" y="1791"/>
                    <a:pt x="0" y="1234"/>
                    <a:pt x="60" y="737"/>
                  </a:cubicBezTo>
                  <a:cubicBezTo>
                    <a:pt x="100" y="240"/>
                    <a:pt x="557" y="1"/>
                    <a:pt x="1054" y="160"/>
                  </a:cubicBezTo>
                  <a:cubicBezTo>
                    <a:pt x="1572" y="359"/>
                    <a:pt x="1890" y="936"/>
                    <a:pt x="1810" y="141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4200" bIns="34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9" name="Google Shape;117;p2"/>
            <p:cNvSpPr/>
            <p:nvPr/>
          </p:nvSpPr>
          <p:spPr>
            <a:xfrm>
              <a:off x="-594360" y="4014000"/>
              <a:ext cx="57600" cy="63720"/>
            </a:xfrm>
            <a:custGeom>
              <a:avLst/>
              <a:gdLst>
                <a:gd name="textAreaLeft" fmla="*/ 0 w 57600"/>
                <a:gd name="textAreaRight" fmla="*/ 57960 w 57600"/>
                <a:gd name="textAreaTop" fmla="*/ 0 h 63720"/>
                <a:gd name="textAreaBottom" fmla="*/ 64080 h 63720"/>
              </a:gdLst>
              <a:ahLst/>
              <a:cxnLst/>
              <a:rect l="textAreaLeft" t="textAreaTop" r="textAreaRight" b="textAreaBottom"/>
              <a:pathLst>
                <a:path w="1792" h="1991">
                  <a:moveTo>
                    <a:pt x="1712" y="1453"/>
                  </a:moveTo>
                  <a:cubicBezTo>
                    <a:pt x="1632" y="1672"/>
                    <a:pt x="1493" y="1851"/>
                    <a:pt x="1314" y="1930"/>
                  </a:cubicBezTo>
                  <a:cubicBezTo>
                    <a:pt x="1115" y="1990"/>
                    <a:pt x="896" y="1990"/>
                    <a:pt x="677" y="1871"/>
                  </a:cubicBezTo>
                  <a:cubicBezTo>
                    <a:pt x="578" y="1831"/>
                    <a:pt x="478" y="1731"/>
                    <a:pt x="359" y="1632"/>
                  </a:cubicBezTo>
                  <a:cubicBezTo>
                    <a:pt x="299" y="1533"/>
                    <a:pt x="220" y="1433"/>
                    <a:pt x="140" y="1314"/>
                  </a:cubicBezTo>
                  <a:cubicBezTo>
                    <a:pt x="41" y="1075"/>
                    <a:pt x="1" y="816"/>
                    <a:pt x="41" y="558"/>
                  </a:cubicBezTo>
                  <a:cubicBezTo>
                    <a:pt x="100" y="319"/>
                    <a:pt x="240" y="140"/>
                    <a:pt x="439" y="60"/>
                  </a:cubicBezTo>
                  <a:cubicBezTo>
                    <a:pt x="538" y="1"/>
                    <a:pt x="637" y="1"/>
                    <a:pt x="757" y="1"/>
                  </a:cubicBezTo>
                  <a:cubicBezTo>
                    <a:pt x="896" y="1"/>
                    <a:pt x="996" y="60"/>
                    <a:pt x="1115" y="100"/>
                  </a:cubicBezTo>
                  <a:cubicBezTo>
                    <a:pt x="1334" y="240"/>
                    <a:pt x="1533" y="458"/>
                    <a:pt x="1632" y="677"/>
                  </a:cubicBezTo>
                  <a:cubicBezTo>
                    <a:pt x="1771" y="956"/>
                    <a:pt x="1791" y="1234"/>
                    <a:pt x="1712" y="145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2040" bIns="32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0" name="Google Shape;118;p2"/>
            <p:cNvSpPr/>
            <p:nvPr/>
          </p:nvSpPr>
          <p:spPr>
            <a:xfrm>
              <a:off x="612720" y="4986720"/>
              <a:ext cx="154440" cy="236880"/>
            </a:xfrm>
            <a:custGeom>
              <a:avLst/>
              <a:gdLst>
                <a:gd name="textAreaLeft" fmla="*/ 0 w 154440"/>
                <a:gd name="textAreaRight" fmla="*/ 154800 w 154440"/>
                <a:gd name="textAreaTop" fmla="*/ 0 h 236880"/>
                <a:gd name="textAreaBottom" fmla="*/ 237240 h 236880"/>
              </a:gdLst>
              <a:ahLst/>
              <a:cxnLst/>
              <a:rect l="textAreaLeft" t="textAreaTop" r="textAreaRight" b="textAreaBottom"/>
              <a:pathLst>
                <a:path w="4796" h="7361">
                  <a:moveTo>
                    <a:pt x="4059" y="7321"/>
                  </a:moveTo>
                  <a:lnTo>
                    <a:pt x="4059" y="7321"/>
                  </a:lnTo>
                  <a:cubicBezTo>
                    <a:pt x="3960" y="7281"/>
                    <a:pt x="3880" y="7162"/>
                    <a:pt x="3880" y="7022"/>
                  </a:cubicBezTo>
                  <a:lnTo>
                    <a:pt x="4417" y="1910"/>
                  </a:lnTo>
                  <a:cubicBezTo>
                    <a:pt x="3383" y="1552"/>
                    <a:pt x="2348" y="1154"/>
                    <a:pt x="1234" y="637"/>
                  </a:cubicBezTo>
                  <a:lnTo>
                    <a:pt x="379" y="5550"/>
                  </a:lnTo>
                  <a:cubicBezTo>
                    <a:pt x="359" y="5690"/>
                    <a:pt x="260" y="5749"/>
                    <a:pt x="160" y="5709"/>
                  </a:cubicBezTo>
                  <a:cubicBezTo>
                    <a:pt x="61" y="5650"/>
                    <a:pt x="1" y="5510"/>
                    <a:pt x="41" y="5391"/>
                  </a:cubicBezTo>
                  <a:lnTo>
                    <a:pt x="956" y="0"/>
                  </a:lnTo>
                  <a:lnTo>
                    <a:pt x="1115" y="60"/>
                  </a:lnTo>
                  <a:cubicBezTo>
                    <a:pt x="2368" y="637"/>
                    <a:pt x="3502" y="1074"/>
                    <a:pt x="4636" y="1432"/>
                  </a:cubicBezTo>
                  <a:lnTo>
                    <a:pt x="4795" y="1492"/>
                  </a:lnTo>
                  <a:lnTo>
                    <a:pt x="4238" y="7102"/>
                  </a:lnTo>
                  <a:cubicBezTo>
                    <a:pt x="4258" y="7281"/>
                    <a:pt x="4159" y="7361"/>
                    <a:pt x="4059" y="732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1" name="Google Shape;119;p2"/>
            <p:cNvSpPr/>
            <p:nvPr/>
          </p:nvSpPr>
          <p:spPr>
            <a:xfrm>
              <a:off x="563400" y="5113440"/>
              <a:ext cx="63720" cy="75240"/>
            </a:xfrm>
            <a:custGeom>
              <a:avLst/>
              <a:gdLst>
                <a:gd name="textAreaLeft" fmla="*/ 0 w 63720"/>
                <a:gd name="textAreaRight" fmla="*/ 64080 w 63720"/>
                <a:gd name="textAreaTop" fmla="*/ 0 h 75240"/>
                <a:gd name="textAreaBottom" fmla="*/ 75600 h 75240"/>
              </a:gdLst>
              <a:ahLst/>
              <a:cxnLst/>
              <a:rect l="textAreaLeft" t="textAreaTop" r="textAreaRight" b="textAreaBottom"/>
              <a:pathLst>
                <a:path w="1990" h="2349">
                  <a:moveTo>
                    <a:pt x="1930" y="1652"/>
                  </a:moveTo>
                  <a:cubicBezTo>
                    <a:pt x="1890" y="1931"/>
                    <a:pt x="1731" y="2149"/>
                    <a:pt x="1532" y="2249"/>
                  </a:cubicBezTo>
                  <a:cubicBezTo>
                    <a:pt x="1333" y="2348"/>
                    <a:pt x="1074" y="2348"/>
                    <a:pt x="816" y="2189"/>
                  </a:cubicBezTo>
                  <a:cubicBezTo>
                    <a:pt x="537" y="2050"/>
                    <a:pt x="338" y="1831"/>
                    <a:pt x="199" y="1553"/>
                  </a:cubicBezTo>
                  <a:cubicBezTo>
                    <a:pt x="80" y="1274"/>
                    <a:pt x="0" y="956"/>
                    <a:pt x="80" y="677"/>
                  </a:cubicBezTo>
                  <a:cubicBezTo>
                    <a:pt x="120" y="399"/>
                    <a:pt x="299" y="200"/>
                    <a:pt x="498" y="100"/>
                  </a:cubicBezTo>
                  <a:cubicBezTo>
                    <a:pt x="696" y="1"/>
                    <a:pt x="935" y="1"/>
                    <a:pt x="1214" y="160"/>
                  </a:cubicBezTo>
                  <a:cubicBezTo>
                    <a:pt x="1472" y="279"/>
                    <a:pt x="1691" y="538"/>
                    <a:pt x="1810" y="777"/>
                  </a:cubicBezTo>
                  <a:cubicBezTo>
                    <a:pt x="1930" y="1055"/>
                    <a:pt x="1989" y="1354"/>
                    <a:pt x="1930" y="1652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7800" bIns="37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2" name="Google Shape;120;p2"/>
            <p:cNvSpPr/>
            <p:nvPr/>
          </p:nvSpPr>
          <p:spPr>
            <a:xfrm>
              <a:off x="688680" y="5166360"/>
              <a:ext cx="64440" cy="80640"/>
            </a:xfrm>
            <a:custGeom>
              <a:avLst/>
              <a:gdLst>
                <a:gd name="textAreaLeft" fmla="*/ 0 w 64440"/>
                <a:gd name="textAreaRight" fmla="*/ 64800 w 64440"/>
                <a:gd name="textAreaTop" fmla="*/ 0 h 80640"/>
                <a:gd name="textAreaBottom" fmla="*/ 81000 h 80640"/>
              </a:gdLst>
              <a:ahLst/>
              <a:cxnLst/>
              <a:rect l="textAreaLeft" t="textAreaTop" r="textAreaRight" b="textAreaBottom"/>
              <a:pathLst>
                <a:path w="2010" h="2507">
                  <a:moveTo>
                    <a:pt x="1970" y="1592"/>
                  </a:moveTo>
                  <a:cubicBezTo>
                    <a:pt x="1910" y="2188"/>
                    <a:pt x="1433" y="2507"/>
                    <a:pt x="895" y="2308"/>
                  </a:cubicBezTo>
                  <a:cubicBezTo>
                    <a:pt x="338" y="2109"/>
                    <a:pt x="0" y="1452"/>
                    <a:pt x="80" y="856"/>
                  </a:cubicBezTo>
                  <a:cubicBezTo>
                    <a:pt x="140" y="259"/>
                    <a:pt x="617" y="0"/>
                    <a:pt x="1134" y="159"/>
                  </a:cubicBezTo>
                  <a:cubicBezTo>
                    <a:pt x="1631" y="358"/>
                    <a:pt x="2009" y="1015"/>
                    <a:pt x="1970" y="1592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0320" bIns="403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3" name="Google Shape;121;p2"/>
            <p:cNvSpPr/>
            <p:nvPr/>
          </p:nvSpPr>
          <p:spPr>
            <a:xfrm>
              <a:off x="-363240" y="3999240"/>
              <a:ext cx="112680" cy="132480"/>
            </a:xfrm>
            <a:custGeom>
              <a:avLst/>
              <a:gdLst>
                <a:gd name="textAreaLeft" fmla="*/ 0 w 112680"/>
                <a:gd name="textAreaRight" fmla="*/ 113040 w 112680"/>
                <a:gd name="textAreaTop" fmla="*/ 0 h 132480"/>
                <a:gd name="textAreaBottom" fmla="*/ 132840 h 132480"/>
              </a:gdLst>
              <a:ahLst/>
              <a:cxnLst/>
              <a:rect l="textAreaLeft" t="textAreaTop" r="textAreaRight" b="textAreaBottom"/>
              <a:pathLst>
                <a:path w="3502" h="4119">
                  <a:moveTo>
                    <a:pt x="219" y="4118"/>
                  </a:moveTo>
                  <a:cubicBezTo>
                    <a:pt x="199" y="4118"/>
                    <a:pt x="140" y="4098"/>
                    <a:pt x="120" y="4078"/>
                  </a:cubicBezTo>
                  <a:cubicBezTo>
                    <a:pt x="20" y="3999"/>
                    <a:pt x="0" y="3859"/>
                    <a:pt x="40" y="3760"/>
                  </a:cubicBezTo>
                  <a:lnTo>
                    <a:pt x="2268" y="0"/>
                  </a:lnTo>
                  <a:lnTo>
                    <a:pt x="2427" y="179"/>
                  </a:lnTo>
                  <a:cubicBezTo>
                    <a:pt x="2467" y="199"/>
                    <a:pt x="2825" y="597"/>
                    <a:pt x="3123" y="1194"/>
                  </a:cubicBezTo>
                  <a:cubicBezTo>
                    <a:pt x="3302" y="1532"/>
                    <a:pt x="3402" y="1830"/>
                    <a:pt x="3462" y="2129"/>
                  </a:cubicBezTo>
                  <a:cubicBezTo>
                    <a:pt x="3501" y="2507"/>
                    <a:pt x="3422" y="2825"/>
                    <a:pt x="3263" y="3104"/>
                  </a:cubicBezTo>
                  <a:cubicBezTo>
                    <a:pt x="3203" y="3203"/>
                    <a:pt x="3084" y="3203"/>
                    <a:pt x="2984" y="3104"/>
                  </a:cubicBezTo>
                  <a:cubicBezTo>
                    <a:pt x="2905" y="3004"/>
                    <a:pt x="2885" y="2885"/>
                    <a:pt x="2924" y="2785"/>
                  </a:cubicBezTo>
                  <a:cubicBezTo>
                    <a:pt x="3084" y="2566"/>
                    <a:pt x="3084" y="2308"/>
                    <a:pt x="3064" y="2129"/>
                  </a:cubicBezTo>
                  <a:cubicBezTo>
                    <a:pt x="3024" y="1910"/>
                    <a:pt x="2924" y="1671"/>
                    <a:pt x="2785" y="1373"/>
                  </a:cubicBezTo>
                  <a:cubicBezTo>
                    <a:pt x="2626" y="1074"/>
                    <a:pt x="2467" y="816"/>
                    <a:pt x="2328" y="677"/>
                  </a:cubicBezTo>
                  <a:lnTo>
                    <a:pt x="338" y="4019"/>
                  </a:lnTo>
                  <a:cubicBezTo>
                    <a:pt x="338" y="4098"/>
                    <a:pt x="279" y="4118"/>
                    <a:pt x="219" y="411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6240" bIns="66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4" name="Google Shape;122;p2"/>
            <p:cNvSpPr/>
            <p:nvPr/>
          </p:nvSpPr>
          <p:spPr>
            <a:xfrm>
              <a:off x="-411480" y="4068000"/>
              <a:ext cx="68400" cy="7596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75960"/>
                <a:gd name="textAreaBottom" fmla="*/ 76320 h 75960"/>
              </a:gdLst>
              <a:ahLst/>
              <a:cxnLst/>
              <a:rect l="textAreaLeft" t="textAreaTop" r="textAreaRight" b="textAreaBottom"/>
              <a:pathLst>
                <a:path w="2129" h="2369">
                  <a:moveTo>
                    <a:pt x="1870" y="1930"/>
                  </a:moveTo>
                  <a:cubicBezTo>
                    <a:pt x="1612" y="2348"/>
                    <a:pt x="1035" y="2368"/>
                    <a:pt x="617" y="1990"/>
                  </a:cubicBezTo>
                  <a:cubicBezTo>
                    <a:pt x="179" y="1632"/>
                    <a:pt x="0" y="976"/>
                    <a:pt x="219" y="498"/>
                  </a:cubicBezTo>
                  <a:cubicBezTo>
                    <a:pt x="438" y="60"/>
                    <a:pt x="995" y="1"/>
                    <a:pt x="1492" y="399"/>
                  </a:cubicBezTo>
                  <a:cubicBezTo>
                    <a:pt x="1970" y="797"/>
                    <a:pt x="2129" y="1493"/>
                    <a:pt x="1870" y="193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8160" bIns="381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5" name="Google Shape;123;p2"/>
            <p:cNvSpPr/>
            <p:nvPr/>
          </p:nvSpPr>
          <p:spPr>
            <a:xfrm>
              <a:off x="938160" y="5225040"/>
              <a:ext cx="68400" cy="19260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192600"/>
                <a:gd name="textAreaBottom" fmla="*/ 192960 h 192600"/>
              </a:gdLst>
              <a:ahLst/>
              <a:cxnLst/>
              <a:rect l="textAreaLeft" t="textAreaTop" r="textAreaRight" b="textAreaBottom"/>
              <a:pathLst>
                <a:path w="2130" h="5988">
                  <a:moveTo>
                    <a:pt x="160" y="5968"/>
                  </a:moveTo>
                  <a:cubicBezTo>
                    <a:pt x="60" y="5948"/>
                    <a:pt x="1" y="5829"/>
                    <a:pt x="1" y="5690"/>
                  </a:cubicBezTo>
                  <a:lnTo>
                    <a:pt x="60" y="0"/>
                  </a:lnTo>
                  <a:lnTo>
                    <a:pt x="259" y="80"/>
                  </a:lnTo>
                  <a:cubicBezTo>
                    <a:pt x="299" y="80"/>
                    <a:pt x="717" y="219"/>
                    <a:pt x="1154" y="557"/>
                  </a:cubicBezTo>
                  <a:cubicBezTo>
                    <a:pt x="1791" y="995"/>
                    <a:pt x="2109" y="1612"/>
                    <a:pt x="2129" y="2348"/>
                  </a:cubicBezTo>
                  <a:cubicBezTo>
                    <a:pt x="2129" y="2487"/>
                    <a:pt x="2049" y="2586"/>
                    <a:pt x="1950" y="2586"/>
                  </a:cubicBezTo>
                  <a:cubicBezTo>
                    <a:pt x="1851" y="2586"/>
                    <a:pt x="1791" y="2467"/>
                    <a:pt x="1791" y="2308"/>
                  </a:cubicBezTo>
                  <a:cubicBezTo>
                    <a:pt x="1791" y="1811"/>
                    <a:pt x="1532" y="1373"/>
                    <a:pt x="1035" y="1015"/>
                  </a:cubicBezTo>
                  <a:cubicBezTo>
                    <a:pt x="816" y="836"/>
                    <a:pt x="597" y="736"/>
                    <a:pt x="438" y="677"/>
                  </a:cubicBezTo>
                  <a:lnTo>
                    <a:pt x="398" y="5769"/>
                  </a:lnTo>
                  <a:cubicBezTo>
                    <a:pt x="339" y="5889"/>
                    <a:pt x="259" y="5988"/>
                    <a:pt x="160" y="596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6" name="Google Shape;124;p2"/>
            <p:cNvSpPr/>
            <p:nvPr/>
          </p:nvSpPr>
          <p:spPr>
            <a:xfrm>
              <a:off x="880920" y="5363280"/>
              <a:ext cx="69480" cy="83160"/>
            </a:xfrm>
            <a:custGeom>
              <a:avLst/>
              <a:gdLst>
                <a:gd name="textAreaLeft" fmla="*/ 0 w 69480"/>
                <a:gd name="textAreaRight" fmla="*/ 69840 w 69480"/>
                <a:gd name="textAreaTop" fmla="*/ 0 h 83160"/>
                <a:gd name="textAreaBottom" fmla="*/ 83520 h 83160"/>
              </a:gdLst>
              <a:ahLst/>
              <a:cxnLst/>
              <a:rect l="textAreaLeft" t="textAreaTop" r="textAreaRight" b="textAreaBottom"/>
              <a:pathLst>
                <a:path w="2169" h="2587">
                  <a:moveTo>
                    <a:pt x="2168" y="1472"/>
                  </a:moveTo>
                  <a:cubicBezTo>
                    <a:pt x="2168" y="2109"/>
                    <a:pt x="1671" y="2586"/>
                    <a:pt x="1074" y="2487"/>
                  </a:cubicBezTo>
                  <a:cubicBezTo>
                    <a:pt x="458" y="2367"/>
                    <a:pt x="0" y="1751"/>
                    <a:pt x="20" y="1094"/>
                  </a:cubicBezTo>
                  <a:cubicBezTo>
                    <a:pt x="40" y="458"/>
                    <a:pt x="517" y="0"/>
                    <a:pt x="1114" y="120"/>
                  </a:cubicBezTo>
                  <a:cubicBezTo>
                    <a:pt x="1711" y="219"/>
                    <a:pt x="2168" y="816"/>
                    <a:pt x="2168" y="1472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1760" bIns="41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7" name="Google Shape;125;p2"/>
            <p:cNvSpPr/>
            <p:nvPr/>
          </p:nvSpPr>
          <p:spPr>
            <a:xfrm>
              <a:off x="371520" y="4781160"/>
              <a:ext cx="101160" cy="156960"/>
            </a:xfrm>
            <a:custGeom>
              <a:avLst/>
              <a:gdLst>
                <a:gd name="textAreaLeft" fmla="*/ 0 w 101160"/>
                <a:gd name="textAreaRight" fmla="*/ 101520 w 101160"/>
                <a:gd name="textAreaTop" fmla="*/ 0 h 156960"/>
                <a:gd name="textAreaBottom" fmla="*/ 157320 h 156960"/>
              </a:gdLst>
              <a:ahLst/>
              <a:cxnLst/>
              <a:rect l="textAreaLeft" t="textAreaTop" r="textAreaRight" b="textAreaBottom"/>
              <a:pathLst>
                <a:path w="3144" h="4875">
                  <a:moveTo>
                    <a:pt x="199" y="4834"/>
                  </a:moveTo>
                  <a:cubicBezTo>
                    <a:pt x="179" y="4834"/>
                    <a:pt x="159" y="4815"/>
                    <a:pt x="120" y="4795"/>
                  </a:cubicBezTo>
                  <a:cubicBezTo>
                    <a:pt x="20" y="4715"/>
                    <a:pt x="0" y="4576"/>
                    <a:pt x="60" y="4437"/>
                  </a:cubicBezTo>
                  <a:lnTo>
                    <a:pt x="1910" y="1"/>
                  </a:lnTo>
                  <a:lnTo>
                    <a:pt x="2089" y="199"/>
                  </a:lnTo>
                  <a:cubicBezTo>
                    <a:pt x="2089" y="199"/>
                    <a:pt x="2169" y="299"/>
                    <a:pt x="2288" y="438"/>
                  </a:cubicBezTo>
                  <a:cubicBezTo>
                    <a:pt x="2368" y="538"/>
                    <a:pt x="2507" y="756"/>
                    <a:pt x="2666" y="1035"/>
                  </a:cubicBezTo>
                  <a:cubicBezTo>
                    <a:pt x="3044" y="1731"/>
                    <a:pt x="3143" y="2427"/>
                    <a:pt x="2944" y="3004"/>
                  </a:cubicBezTo>
                  <a:cubicBezTo>
                    <a:pt x="2885" y="3124"/>
                    <a:pt x="2785" y="3144"/>
                    <a:pt x="2686" y="3064"/>
                  </a:cubicBezTo>
                  <a:cubicBezTo>
                    <a:pt x="2586" y="3004"/>
                    <a:pt x="2566" y="2845"/>
                    <a:pt x="2586" y="2726"/>
                  </a:cubicBezTo>
                  <a:cubicBezTo>
                    <a:pt x="2726" y="2308"/>
                    <a:pt x="2666" y="1831"/>
                    <a:pt x="2368" y="1294"/>
                  </a:cubicBezTo>
                  <a:cubicBezTo>
                    <a:pt x="2228" y="1035"/>
                    <a:pt x="2089" y="836"/>
                    <a:pt x="2009" y="737"/>
                  </a:cubicBezTo>
                  <a:lnTo>
                    <a:pt x="338" y="4715"/>
                  </a:lnTo>
                  <a:cubicBezTo>
                    <a:pt x="319" y="4815"/>
                    <a:pt x="259" y="4874"/>
                    <a:pt x="199" y="4834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8480" bIns="78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8" name="Google Shape;126;p2"/>
            <p:cNvSpPr/>
            <p:nvPr/>
          </p:nvSpPr>
          <p:spPr>
            <a:xfrm>
              <a:off x="320400" y="4866480"/>
              <a:ext cx="69480" cy="86400"/>
            </a:xfrm>
            <a:custGeom>
              <a:avLst/>
              <a:gdLst>
                <a:gd name="textAreaLeft" fmla="*/ 0 w 69480"/>
                <a:gd name="textAreaRight" fmla="*/ 69840 w 69480"/>
                <a:gd name="textAreaTop" fmla="*/ 0 h 86400"/>
                <a:gd name="textAreaBottom" fmla="*/ 86760 h 86400"/>
              </a:gdLst>
              <a:ahLst/>
              <a:cxnLst/>
              <a:rect l="textAreaLeft" t="textAreaTop" r="textAreaRight" b="textAreaBottom"/>
              <a:pathLst>
                <a:path w="2170" h="2686">
                  <a:moveTo>
                    <a:pt x="1970" y="2129"/>
                  </a:moveTo>
                  <a:cubicBezTo>
                    <a:pt x="1771" y="2646"/>
                    <a:pt x="1194" y="2686"/>
                    <a:pt x="697" y="2248"/>
                  </a:cubicBezTo>
                  <a:cubicBezTo>
                    <a:pt x="200" y="1771"/>
                    <a:pt x="1" y="1035"/>
                    <a:pt x="259" y="537"/>
                  </a:cubicBezTo>
                  <a:cubicBezTo>
                    <a:pt x="498" y="60"/>
                    <a:pt x="1055" y="0"/>
                    <a:pt x="1513" y="438"/>
                  </a:cubicBezTo>
                  <a:cubicBezTo>
                    <a:pt x="1970" y="856"/>
                    <a:pt x="2169" y="1592"/>
                    <a:pt x="1970" y="2129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3200" bIns="43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9" name="Google Shape;127;p2"/>
            <p:cNvSpPr/>
            <p:nvPr/>
          </p:nvSpPr>
          <p:spPr>
            <a:xfrm>
              <a:off x="75240" y="4696560"/>
              <a:ext cx="96480" cy="116280"/>
            </a:xfrm>
            <a:custGeom>
              <a:avLst/>
              <a:gdLst>
                <a:gd name="textAreaLeft" fmla="*/ 0 w 96480"/>
                <a:gd name="textAreaRight" fmla="*/ 96840 w 96480"/>
                <a:gd name="textAreaTop" fmla="*/ 0 h 116280"/>
                <a:gd name="textAreaBottom" fmla="*/ 116640 h 116280"/>
              </a:gdLst>
              <a:ahLst/>
              <a:cxnLst/>
              <a:rect l="textAreaLeft" t="textAreaTop" r="textAreaRight" b="textAreaBottom"/>
              <a:pathLst>
                <a:path w="3005" h="3622">
                  <a:moveTo>
                    <a:pt x="200" y="3581"/>
                  </a:moveTo>
                  <a:cubicBezTo>
                    <a:pt x="140" y="3581"/>
                    <a:pt x="120" y="3542"/>
                    <a:pt x="61" y="3482"/>
                  </a:cubicBezTo>
                  <a:cubicBezTo>
                    <a:pt x="1" y="3382"/>
                    <a:pt x="1" y="3243"/>
                    <a:pt x="61" y="3164"/>
                  </a:cubicBezTo>
                  <a:lnTo>
                    <a:pt x="2686" y="80"/>
                  </a:lnTo>
                  <a:cubicBezTo>
                    <a:pt x="2746" y="1"/>
                    <a:pt x="2846" y="1"/>
                    <a:pt x="2925" y="140"/>
                  </a:cubicBezTo>
                  <a:cubicBezTo>
                    <a:pt x="3005" y="239"/>
                    <a:pt x="3005" y="379"/>
                    <a:pt x="2925" y="458"/>
                  </a:cubicBezTo>
                  <a:lnTo>
                    <a:pt x="319" y="3542"/>
                  </a:lnTo>
                  <a:cubicBezTo>
                    <a:pt x="279" y="3581"/>
                    <a:pt x="240" y="3621"/>
                    <a:pt x="200" y="358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0" name="Google Shape;128;p2"/>
            <p:cNvSpPr/>
            <p:nvPr/>
          </p:nvSpPr>
          <p:spPr>
            <a:xfrm>
              <a:off x="154080" y="4691520"/>
              <a:ext cx="65160" cy="84960"/>
            </a:xfrm>
            <a:custGeom>
              <a:avLst/>
              <a:gdLst>
                <a:gd name="textAreaLeft" fmla="*/ 0 w 65160"/>
                <a:gd name="textAreaRight" fmla="*/ 65520 w 65160"/>
                <a:gd name="textAreaTop" fmla="*/ 0 h 84960"/>
                <a:gd name="textAreaBottom" fmla="*/ 85320 h 84960"/>
              </a:gdLst>
              <a:ahLst/>
              <a:cxnLst/>
              <a:rect l="textAreaLeft" t="textAreaTop" r="textAreaRight" b="textAreaBottom"/>
              <a:pathLst>
                <a:path w="2030" h="2647">
                  <a:moveTo>
                    <a:pt x="239" y="239"/>
                  </a:moveTo>
                  <a:cubicBezTo>
                    <a:pt x="379" y="60"/>
                    <a:pt x="637" y="1"/>
                    <a:pt x="856" y="40"/>
                  </a:cubicBezTo>
                  <a:cubicBezTo>
                    <a:pt x="1095" y="100"/>
                    <a:pt x="1333" y="259"/>
                    <a:pt x="1532" y="538"/>
                  </a:cubicBezTo>
                  <a:cubicBezTo>
                    <a:pt x="1930" y="1055"/>
                    <a:pt x="2030" y="1811"/>
                    <a:pt x="1731" y="2229"/>
                  </a:cubicBezTo>
                  <a:cubicBezTo>
                    <a:pt x="1433" y="2646"/>
                    <a:pt x="836" y="2527"/>
                    <a:pt x="399" y="1950"/>
                  </a:cubicBezTo>
                  <a:cubicBezTo>
                    <a:pt x="180" y="1691"/>
                    <a:pt x="60" y="1333"/>
                    <a:pt x="40" y="1015"/>
                  </a:cubicBezTo>
                  <a:cubicBezTo>
                    <a:pt x="1" y="717"/>
                    <a:pt x="60" y="418"/>
                    <a:pt x="239" y="239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2480" bIns="42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1" name="Google Shape;129;p2"/>
            <p:cNvSpPr/>
            <p:nvPr/>
          </p:nvSpPr>
          <p:spPr>
            <a:xfrm>
              <a:off x="-272880" y="4296960"/>
              <a:ext cx="268920" cy="358920"/>
            </a:xfrm>
            <a:custGeom>
              <a:avLst/>
              <a:gdLst>
                <a:gd name="textAreaLeft" fmla="*/ 0 w 268920"/>
                <a:gd name="textAreaRight" fmla="*/ 269280 w 268920"/>
                <a:gd name="textAreaTop" fmla="*/ 0 h 358920"/>
                <a:gd name="textAreaBottom" fmla="*/ 359280 h 358920"/>
              </a:gdLst>
              <a:ahLst/>
              <a:cxnLst/>
              <a:rect l="textAreaLeft" t="textAreaTop" r="textAreaRight" b="textAreaBottom"/>
              <a:pathLst>
                <a:path w="8356" h="11141">
                  <a:moveTo>
                    <a:pt x="5053" y="11140"/>
                  </a:moveTo>
                  <a:cubicBezTo>
                    <a:pt x="4993" y="11140"/>
                    <a:pt x="4953" y="11081"/>
                    <a:pt x="4894" y="11041"/>
                  </a:cubicBezTo>
                  <a:cubicBezTo>
                    <a:pt x="4834" y="10942"/>
                    <a:pt x="4854" y="10782"/>
                    <a:pt x="4934" y="10703"/>
                  </a:cubicBezTo>
                  <a:lnTo>
                    <a:pt x="7858" y="8216"/>
                  </a:lnTo>
                  <a:cubicBezTo>
                    <a:pt x="7360" y="7401"/>
                    <a:pt x="6863" y="6585"/>
                    <a:pt x="6386" y="5789"/>
                  </a:cubicBezTo>
                  <a:cubicBezTo>
                    <a:pt x="5292" y="3979"/>
                    <a:pt x="4277" y="2288"/>
                    <a:pt x="3183" y="637"/>
                  </a:cubicBezTo>
                  <a:lnTo>
                    <a:pt x="358" y="3283"/>
                  </a:lnTo>
                  <a:cubicBezTo>
                    <a:pt x="279" y="3342"/>
                    <a:pt x="159" y="3323"/>
                    <a:pt x="80" y="3203"/>
                  </a:cubicBezTo>
                  <a:cubicBezTo>
                    <a:pt x="0" y="3104"/>
                    <a:pt x="0" y="2945"/>
                    <a:pt x="80" y="2885"/>
                  </a:cubicBezTo>
                  <a:lnTo>
                    <a:pt x="3183" y="1"/>
                  </a:lnTo>
                  <a:lnTo>
                    <a:pt x="3302" y="199"/>
                  </a:lnTo>
                  <a:cubicBezTo>
                    <a:pt x="4456" y="1910"/>
                    <a:pt x="5530" y="3681"/>
                    <a:pt x="6664" y="5531"/>
                  </a:cubicBezTo>
                  <a:cubicBezTo>
                    <a:pt x="7181" y="6406"/>
                    <a:pt x="7718" y="7301"/>
                    <a:pt x="8236" y="8176"/>
                  </a:cubicBezTo>
                  <a:lnTo>
                    <a:pt x="8355" y="8375"/>
                  </a:lnTo>
                  <a:lnTo>
                    <a:pt x="5152" y="11081"/>
                  </a:lnTo>
                  <a:cubicBezTo>
                    <a:pt x="5132" y="11140"/>
                    <a:pt x="5073" y="11140"/>
                    <a:pt x="5053" y="1114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2" name="Google Shape;130;p2"/>
            <p:cNvSpPr/>
            <p:nvPr/>
          </p:nvSpPr>
          <p:spPr>
            <a:xfrm>
              <a:off x="-308160" y="4341960"/>
              <a:ext cx="56160" cy="68760"/>
            </a:xfrm>
            <a:custGeom>
              <a:avLst/>
              <a:gdLst>
                <a:gd name="textAreaLeft" fmla="*/ 0 w 56160"/>
                <a:gd name="textAreaRight" fmla="*/ 56520 w 56160"/>
                <a:gd name="textAreaTop" fmla="*/ 0 h 68760"/>
                <a:gd name="textAreaBottom" fmla="*/ 69120 h 68760"/>
              </a:gdLst>
              <a:ahLst/>
              <a:cxnLst/>
              <a:rect l="textAreaLeft" t="textAreaTop" r="textAreaRight" b="textAreaBottom"/>
              <a:pathLst>
                <a:path w="1751" h="2149">
                  <a:moveTo>
                    <a:pt x="1492" y="1989"/>
                  </a:moveTo>
                  <a:cubicBezTo>
                    <a:pt x="1313" y="2129"/>
                    <a:pt x="1114" y="2148"/>
                    <a:pt x="895" y="2109"/>
                  </a:cubicBezTo>
                  <a:cubicBezTo>
                    <a:pt x="676" y="2049"/>
                    <a:pt x="477" y="1910"/>
                    <a:pt x="318" y="1671"/>
                  </a:cubicBezTo>
                  <a:cubicBezTo>
                    <a:pt x="0" y="1213"/>
                    <a:pt x="0" y="637"/>
                    <a:pt x="318" y="318"/>
                  </a:cubicBezTo>
                  <a:cubicBezTo>
                    <a:pt x="656" y="0"/>
                    <a:pt x="1174" y="99"/>
                    <a:pt x="1492" y="597"/>
                  </a:cubicBezTo>
                  <a:cubicBezTo>
                    <a:pt x="1671" y="835"/>
                    <a:pt x="1751" y="1114"/>
                    <a:pt x="1751" y="1353"/>
                  </a:cubicBezTo>
                  <a:cubicBezTo>
                    <a:pt x="1751" y="1591"/>
                    <a:pt x="1671" y="1830"/>
                    <a:pt x="1492" y="1989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4560" bIns="345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3" name="Google Shape;131;p2"/>
            <p:cNvSpPr/>
            <p:nvPr/>
          </p:nvSpPr>
          <p:spPr>
            <a:xfrm>
              <a:off x="-157680" y="4580640"/>
              <a:ext cx="63720" cy="88200"/>
            </a:xfrm>
            <a:custGeom>
              <a:avLst/>
              <a:gdLst>
                <a:gd name="textAreaLeft" fmla="*/ 0 w 63720"/>
                <a:gd name="textAreaRight" fmla="*/ 64080 w 63720"/>
                <a:gd name="textAreaTop" fmla="*/ 0 h 88200"/>
                <a:gd name="textAreaBottom" fmla="*/ 88560 h 88200"/>
              </a:gdLst>
              <a:ahLst/>
              <a:cxnLst/>
              <a:rect l="textAreaLeft" t="textAreaTop" r="textAreaRight" b="textAreaBottom"/>
              <a:pathLst>
                <a:path w="1991" h="2746">
                  <a:moveTo>
                    <a:pt x="1672" y="2467"/>
                  </a:moveTo>
                  <a:cubicBezTo>
                    <a:pt x="1354" y="2745"/>
                    <a:pt x="757" y="2467"/>
                    <a:pt x="379" y="1870"/>
                  </a:cubicBezTo>
                  <a:cubicBezTo>
                    <a:pt x="21" y="1273"/>
                    <a:pt x="1" y="557"/>
                    <a:pt x="359" y="279"/>
                  </a:cubicBezTo>
                  <a:cubicBezTo>
                    <a:pt x="697" y="0"/>
                    <a:pt x="1254" y="259"/>
                    <a:pt x="1612" y="855"/>
                  </a:cubicBezTo>
                  <a:cubicBezTo>
                    <a:pt x="1970" y="1452"/>
                    <a:pt x="1990" y="2168"/>
                    <a:pt x="1672" y="2467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4280" bIns="442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4" name="Google Shape;132;p2"/>
            <p:cNvSpPr/>
            <p:nvPr/>
          </p:nvSpPr>
          <p:spPr>
            <a:xfrm>
              <a:off x="-235080" y="4452120"/>
              <a:ext cx="61200" cy="77400"/>
            </a:xfrm>
            <a:custGeom>
              <a:avLst/>
              <a:gdLst>
                <a:gd name="textAreaLeft" fmla="*/ 0 w 61200"/>
                <a:gd name="textAreaRight" fmla="*/ 61560 w 61200"/>
                <a:gd name="textAreaTop" fmla="*/ 0 h 77400"/>
                <a:gd name="textAreaBottom" fmla="*/ 77760 h 77400"/>
              </a:gdLst>
              <a:ahLst/>
              <a:cxnLst/>
              <a:rect l="textAreaLeft" t="textAreaTop" r="textAreaRight" b="textAreaBottom"/>
              <a:pathLst>
                <a:path w="1911" h="2408">
                  <a:moveTo>
                    <a:pt x="1572" y="2268"/>
                  </a:moveTo>
                  <a:cubicBezTo>
                    <a:pt x="1393" y="2408"/>
                    <a:pt x="1174" y="2408"/>
                    <a:pt x="936" y="2308"/>
                  </a:cubicBezTo>
                  <a:cubicBezTo>
                    <a:pt x="717" y="2209"/>
                    <a:pt x="498" y="2010"/>
                    <a:pt x="319" y="1771"/>
                  </a:cubicBezTo>
                  <a:cubicBezTo>
                    <a:pt x="1" y="1214"/>
                    <a:pt x="1" y="577"/>
                    <a:pt x="319" y="299"/>
                  </a:cubicBezTo>
                  <a:cubicBezTo>
                    <a:pt x="677" y="1"/>
                    <a:pt x="1214" y="219"/>
                    <a:pt x="1533" y="776"/>
                  </a:cubicBezTo>
                  <a:cubicBezTo>
                    <a:pt x="1910" y="1294"/>
                    <a:pt x="1910" y="1990"/>
                    <a:pt x="1572" y="226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8880" bIns="38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5" name="Google Shape;133;p2"/>
            <p:cNvSpPr/>
            <p:nvPr/>
          </p:nvSpPr>
          <p:spPr>
            <a:xfrm>
              <a:off x="-194040" y="4424040"/>
              <a:ext cx="109440" cy="97200"/>
            </a:xfrm>
            <a:custGeom>
              <a:avLst/>
              <a:gdLst>
                <a:gd name="textAreaLeft" fmla="*/ 0 w 109440"/>
                <a:gd name="textAreaRight" fmla="*/ 109800 w 109440"/>
                <a:gd name="textAreaTop" fmla="*/ 0 h 97200"/>
                <a:gd name="textAreaBottom" fmla="*/ 97560 h 97200"/>
              </a:gdLst>
              <a:ahLst/>
              <a:cxnLst/>
              <a:rect l="textAreaLeft" t="textAreaTop" r="textAreaRight" b="textAreaBottom"/>
              <a:pathLst>
                <a:path w="3403" h="3024">
                  <a:moveTo>
                    <a:pt x="220" y="3024"/>
                  </a:moveTo>
                  <a:lnTo>
                    <a:pt x="1" y="2626"/>
                  </a:lnTo>
                  <a:lnTo>
                    <a:pt x="3144" y="0"/>
                  </a:lnTo>
                  <a:lnTo>
                    <a:pt x="3403" y="398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8600" bIns="48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6" name="Google Shape;134;p2"/>
            <p:cNvSpPr/>
            <p:nvPr/>
          </p:nvSpPr>
          <p:spPr>
            <a:xfrm>
              <a:off x="-198720" y="4319640"/>
              <a:ext cx="171720" cy="271080"/>
            </a:xfrm>
            <a:custGeom>
              <a:avLst/>
              <a:gdLst>
                <a:gd name="textAreaLeft" fmla="*/ 0 w 171720"/>
                <a:gd name="textAreaRight" fmla="*/ 172080 w 171720"/>
                <a:gd name="textAreaTop" fmla="*/ 0 h 271080"/>
                <a:gd name="textAreaBottom" fmla="*/ 271440 h 271080"/>
              </a:gdLst>
              <a:ahLst/>
              <a:cxnLst/>
              <a:rect l="textAreaLeft" t="textAreaTop" r="textAreaRight" b="textAreaBottom"/>
              <a:pathLst>
                <a:path w="5332" h="8416">
                  <a:moveTo>
                    <a:pt x="5133" y="8415"/>
                  </a:moveTo>
                  <a:cubicBezTo>
                    <a:pt x="5073" y="8415"/>
                    <a:pt x="5034" y="8376"/>
                    <a:pt x="4974" y="8316"/>
                  </a:cubicBezTo>
                  <a:cubicBezTo>
                    <a:pt x="4437" y="7421"/>
                    <a:pt x="3920" y="6526"/>
                    <a:pt x="3382" y="5670"/>
                  </a:cubicBezTo>
                  <a:cubicBezTo>
                    <a:pt x="2268" y="3800"/>
                    <a:pt x="1194" y="2030"/>
                    <a:pt x="80" y="379"/>
                  </a:cubicBezTo>
                  <a:cubicBezTo>
                    <a:pt x="1" y="299"/>
                    <a:pt x="1" y="140"/>
                    <a:pt x="80" y="60"/>
                  </a:cubicBezTo>
                  <a:cubicBezTo>
                    <a:pt x="160" y="1"/>
                    <a:pt x="279" y="21"/>
                    <a:pt x="359" y="140"/>
                  </a:cubicBezTo>
                  <a:cubicBezTo>
                    <a:pt x="1473" y="1811"/>
                    <a:pt x="2547" y="3562"/>
                    <a:pt x="3661" y="5431"/>
                  </a:cubicBezTo>
                  <a:cubicBezTo>
                    <a:pt x="4178" y="6307"/>
                    <a:pt x="4715" y="7202"/>
                    <a:pt x="5252" y="8097"/>
                  </a:cubicBezTo>
                  <a:cubicBezTo>
                    <a:pt x="5332" y="8197"/>
                    <a:pt x="5312" y="8336"/>
                    <a:pt x="5232" y="841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7" name="Google Shape;135;p2"/>
            <p:cNvSpPr/>
            <p:nvPr/>
          </p:nvSpPr>
          <p:spPr>
            <a:xfrm>
              <a:off x="1251720" y="5122080"/>
              <a:ext cx="156240" cy="226800"/>
            </a:xfrm>
            <a:custGeom>
              <a:avLst/>
              <a:gdLst>
                <a:gd name="textAreaLeft" fmla="*/ 0 w 156240"/>
                <a:gd name="textAreaRight" fmla="*/ 156600 w 156240"/>
                <a:gd name="textAreaTop" fmla="*/ 0 h 226800"/>
                <a:gd name="textAreaBottom" fmla="*/ 227160 h 226800"/>
              </a:gdLst>
              <a:ahLst/>
              <a:cxnLst/>
              <a:rect l="textAreaLeft" t="textAreaTop" r="textAreaRight" b="textAreaBottom"/>
              <a:pathLst>
                <a:path w="4854" h="7043">
                  <a:moveTo>
                    <a:pt x="657" y="7043"/>
                  </a:moveTo>
                  <a:cubicBezTo>
                    <a:pt x="577" y="7003"/>
                    <a:pt x="497" y="6903"/>
                    <a:pt x="497" y="6784"/>
                  </a:cubicBezTo>
                  <a:lnTo>
                    <a:pt x="0" y="776"/>
                  </a:lnTo>
                  <a:lnTo>
                    <a:pt x="179" y="737"/>
                  </a:lnTo>
                  <a:cubicBezTo>
                    <a:pt x="637" y="697"/>
                    <a:pt x="1074" y="617"/>
                    <a:pt x="1532" y="538"/>
                  </a:cubicBezTo>
                  <a:cubicBezTo>
                    <a:pt x="1691" y="518"/>
                    <a:pt x="1890" y="478"/>
                    <a:pt x="2069" y="438"/>
                  </a:cubicBezTo>
                  <a:lnTo>
                    <a:pt x="3481" y="140"/>
                  </a:lnTo>
                  <a:lnTo>
                    <a:pt x="4138" y="1"/>
                  </a:lnTo>
                  <a:lnTo>
                    <a:pt x="4834" y="6008"/>
                  </a:lnTo>
                  <a:cubicBezTo>
                    <a:pt x="4854" y="6167"/>
                    <a:pt x="4774" y="6287"/>
                    <a:pt x="4675" y="6307"/>
                  </a:cubicBezTo>
                  <a:cubicBezTo>
                    <a:pt x="4575" y="6346"/>
                    <a:pt x="4476" y="6247"/>
                    <a:pt x="4476" y="6088"/>
                  </a:cubicBezTo>
                  <a:lnTo>
                    <a:pt x="3839" y="597"/>
                  </a:lnTo>
                  <a:lnTo>
                    <a:pt x="3541" y="677"/>
                  </a:lnTo>
                  <a:lnTo>
                    <a:pt x="2129" y="975"/>
                  </a:lnTo>
                  <a:cubicBezTo>
                    <a:pt x="1950" y="995"/>
                    <a:pt x="1751" y="1035"/>
                    <a:pt x="1572" y="1075"/>
                  </a:cubicBezTo>
                  <a:cubicBezTo>
                    <a:pt x="1194" y="1134"/>
                    <a:pt x="796" y="1194"/>
                    <a:pt x="398" y="1234"/>
                  </a:cubicBezTo>
                  <a:lnTo>
                    <a:pt x="855" y="6744"/>
                  </a:lnTo>
                  <a:cubicBezTo>
                    <a:pt x="855" y="6883"/>
                    <a:pt x="796" y="7003"/>
                    <a:pt x="696" y="7003"/>
                  </a:cubicBezTo>
                  <a:cubicBezTo>
                    <a:pt x="676" y="7043"/>
                    <a:pt x="657" y="7043"/>
                    <a:pt x="657" y="704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8" name="Google Shape;136;p2"/>
            <p:cNvSpPr/>
            <p:nvPr/>
          </p:nvSpPr>
          <p:spPr>
            <a:xfrm>
              <a:off x="1215720" y="5304240"/>
              <a:ext cx="65880" cy="77760"/>
            </a:xfrm>
            <a:custGeom>
              <a:avLst/>
              <a:gdLst>
                <a:gd name="textAreaLeft" fmla="*/ 0 w 65880"/>
                <a:gd name="textAreaRight" fmla="*/ 66240 w 65880"/>
                <a:gd name="textAreaTop" fmla="*/ 0 h 77760"/>
                <a:gd name="textAreaBottom" fmla="*/ 78120 h 77760"/>
              </a:gdLst>
              <a:ahLst/>
              <a:cxnLst/>
              <a:rect l="textAreaLeft" t="textAreaTop" r="textAreaRight" b="textAreaBottom"/>
              <a:pathLst>
                <a:path w="2049" h="2427">
                  <a:moveTo>
                    <a:pt x="1989" y="1114"/>
                  </a:moveTo>
                  <a:cubicBezTo>
                    <a:pt x="2049" y="1751"/>
                    <a:pt x="1651" y="2328"/>
                    <a:pt x="1134" y="2387"/>
                  </a:cubicBezTo>
                  <a:cubicBezTo>
                    <a:pt x="577" y="2427"/>
                    <a:pt x="100" y="1950"/>
                    <a:pt x="60" y="1313"/>
                  </a:cubicBezTo>
                  <a:cubicBezTo>
                    <a:pt x="0" y="657"/>
                    <a:pt x="398" y="119"/>
                    <a:pt x="935" y="60"/>
                  </a:cubicBezTo>
                  <a:cubicBezTo>
                    <a:pt x="1472" y="0"/>
                    <a:pt x="1950" y="458"/>
                    <a:pt x="1989" y="1114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8880" bIns="38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9" name="Google Shape;137;p2"/>
            <p:cNvSpPr/>
            <p:nvPr/>
          </p:nvSpPr>
          <p:spPr>
            <a:xfrm>
              <a:off x="1343520" y="5282280"/>
              <a:ext cx="66960" cy="81000"/>
            </a:xfrm>
            <a:custGeom>
              <a:avLst/>
              <a:gdLst>
                <a:gd name="textAreaLeft" fmla="*/ 0 w 66960"/>
                <a:gd name="textAreaRight" fmla="*/ 67320 w 66960"/>
                <a:gd name="textAreaTop" fmla="*/ 0 h 81000"/>
                <a:gd name="textAreaBottom" fmla="*/ 81360 h 81000"/>
              </a:gdLst>
              <a:ahLst/>
              <a:cxnLst/>
              <a:rect l="textAreaLeft" t="textAreaTop" r="textAreaRight" b="textAreaBottom"/>
              <a:pathLst>
                <a:path w="2090" h="2528">
                  <a:moveTo>
                    <a:pt x="2010" y="1075"/>
                  </a:moveTo>
                  <a:cubicBezTo>
                    <a:pt x="2089" y="1712"/>
                    <a:pt x="1711" y="2328"/>
                    <a:pt x="1174" y="2428"/>
                  </a:cubicBezTo>
                  <a:cubicBezTo>
                    <a:pt x="617" y="2527"/>
                    <a:pt x="160" y="2109"/>
                    <a:pt x="80" y="1473"/>
                  </a:cubicBezTo>
                  <a:cubicBezTo>
                    <a:pt x="1" y="816"/>
                    <a:pt x="399" y="220"/>
                    <a:pt x="916" y="120"/>
                  </a:cubicBezTo>
                  <a:cubicBezTo>
                    <a:pt x="1453" y="1"/>
                    <a:pt x="1950" y="418"/>
                    <a:pt x="2010" y="107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0680" bIns="40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0" name="Google Shape;138;p2"/>
            <p:cNvSpPr/>
            <p:nvPr/>
          </p:nvSpPr>
          <p:spPr>
            <a:xfrm>
              <a:off x="1554480" y="4996080"/>
              <a:ext cx="75960" cy="19404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194040"/>
                <a:gd name="textAreaBottom" fmla="*/ 194400 h 194040"/>
              </a:gdLst>
              <a:ahLst/>
              <a:cxnLst/>
              <a:rect l="textAreaLeft" t="textAreaTop" r="textAreaRight" b="textAreaBottom"/>
              <a:pathLst>
                <a:path w="2368" h="6029">
                  <a:moveTo>
                    <a:pt x="1075" y="6028"/>
                  </a:moveTo>
                  <a:cubicBezTo>
                    <a:pt x="995" y="6008"/>
                    <a:pt x="935" y="5929"/>
                    <a:pt x="915" y="5829"/>
                  </a:cubicBezTo>
                  <a:lnTo>
                    <a:pt x="0" y="40"/>
                  </a:lnTo>
                  <a:lnTo>
                    <a:pt x="219" y="20"/>
                  </a:lnTo>
                  <a:cubicBezTo>
                    <a:pt x="219" y="20"/>
                    <a:pt x="319" y="1"/>
                    <a:pt x="498" y="1"/>
                  </a:cubicBezTo>
                  <a:cubicBezTo>
                    <a:pt x="637" y="1"/>
                    <a:pt x="896" y="1"/>
                    <a:pt x="1134" y="40"/>
                  </a:cubicBezTo>
                  <a:cubicBezTo>
                    <a:pt x="1811" y="200"/>
                    <a:pt x="2228" y="657"/>
                    <a:pt x="2328" y="1393"/>
                  </a:cubicBezTo>
                  <a:cubicBezTo>
                    <a:pt x="2368" y="1532"/>
                    <a:pt x="2288" y="1691"/>
                    <a:pt x="2208" y="1711"/>
                  </a:cubicBezTo>
                  <a:cubicBezTo>
                    <a:pt x="2109" y="1751"/>
                    <a:pt x="2010" y="1652"/>
                    <a:pt x="1990" y="1512"/>
                  </a:cubicBezTo>
                  <a:cubicBezTo>
                    <a:pt x="1910" y="995"/>
                    <a:pt x="1592" y="657"/>
                    <a:pt x="1075" y="558"/>
                  </a:cubicBezTo>
                  <a:cubicBezTo>
                    <a:pt x="836" y="518"/>
                    <a:pt x="637" y="518"/>
                    <a:pt x="498" y="518"/>
                  </a:cubicBezTo>
                  <a:lnTo>
                    <a:pt x="438" y="518"/>
                  </a:lnTo>
                  <a:lnTo>
                    <a:pt x="1234" y="5710"/>
                  </a:lnTo>
                  <a:cubicBezTo>
                    <a:pt x="1274" y="5869"/>
                    <a:pt x="1194" y="6008"/>
                    <a:pt x="1114" y="602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1" name="Google Shape;139;p2"/>
            <p:cNvSpPr/>
            <p:nvPr/>
          </p:nvSpPr>
          <p:spPr>
            <a:xfrm>
              <a:off x="1529640" y="5145840"/>
              <a:ext cx="69480" cy="90000"/>
            </a:xfrm>
            <a:custGeom>
              <a:avLst/>
              <a:gdLst>
                <a:gd name="textAreaLeft" fmla="*/ 0 w 69480"/>
                <a:gd name="textAreaRight" fmla="*/ 69840 w 69480"/>
                <a:gd name="textAreaTop" fmla="*/ 0 h 90000"/>
                <a:gd name="textAreaBottom" fmla="*/ 90360 h 90000"/>
              </a:gdLst>
              <a:ahLst/>
              <a:cxnLst/>
              <a:rect l="textAreaLeft" t="textAreaTop" r="textAreaRight" b="textAreaBottom"/>
              <a:pathLst>
                <a:path w="2169" h="2806">
                  <a:moveTo>
                    <a:pt x="2069" y="1055"/>
                  </a:moveTo>
                  <a:cubicBezTo>
                    <a:pt x="2169" y="1731"/>
                    <a:pt x="1811" y="2428"/>
                    <a:pt x="1274" y="2607"/>
                  </a:cubicBezTo>
                  <a:cubicBezTo>
                    <a:pt x="717" y="2805"/>
                    <a:pt x="200" y="2428"/>
                    <a:pt x="100" y="1751"/>
                  </a:cubicBezTo>
                  <a:cubicBezTo>
                    <a:pt x="1" y="1075"/>
                    <a:pt x="379" y="379"/>
                    <a:pt x="896" y="200"/>
                  </a:cubicBezTo>
                  <a:cubicBezTo>
                    <a:pt x="1453" y="1"/>
                    <a:pt x="1970" y="379"/>
                    <a:pt x="2069" y="105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5000" bIns="45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2" name="Google Shape;140;p2"/>
            <p:cNvSpPr/>
            <p:nvPr/>
          </p:nvSpPr>
          <p:spPr>
            <a:xfrm>
              <a:off x="2458440" y="4392000"/>
              <a:ext cx="79920" cy="220320"/>
            </a:xfrm>
            <a:custGeom>
              <a:avLst/>
              <a:gdLst>
                <a:gd name="textAreaLeft" fmla="*/ 0 w 79920"/>
                <a:gd name="textAreaRight" fmla="*/ 80280 w 79920"/>
                <a:gd name="textAreaTop" fmla="*/ 0 h 220320"/>
                <a:gd name="textAreaBottom" fmla="*/ 220680 h 220320"/>
              </a:gdLst>
              <a:ahLst/>
              <a:cxnLst/>
              <a:rect l="textAreaLeft" t="textAreaTop" r="textAreaRight" b="textAreaBottom"/>
              <a:pathLst>
                <a:path w="2487" h="6844">
                  <a:moveTo>
                    <a:pt x="716" y="6824"/>
                  </a:moveTo>
                  <a:cubicBezTo>
                    <a:pt x="637" y="6824"/>
                    <a:pt x="557" y="6744"/>
                    <a:pt x="557" y="6625"/>
                  </a:cubicBezTo>
                  <a:lnTo>
                    <a:pt x="0" y="637"/>
                  </a:lnTo>
                  <a:lnTo>
                    <a:pt x="219" y="578"/>
                  </a:lnTo>
                  <a:cubicBezTo>
                    <a:pt x="299" y="558"/>
                    <a:pt x="2348" y="1"/>
                    <a:pt x="2487" y="1831"/>
                  </a:cubicBezTo>
                  <a:cubicBezTo>
                    <a:pt x="2487" y="1970"/>
                    <a:pt x="2407" y="2129"/>
                    <a:pt x="2308" y="2169"/>
                  </a:cubicBezTo>
                  <a:cubicBezTo>
                    <a:pt x="2208" y="2229"/>
                    <a:pt x="2109" y="2109"/>
                    <a:pt x="2089" y="1970"/>
                  </a:cubicBezTo>
                  <a:cubicBezTo>
                    <a:pt x="2009" y="936"/>
                    <a:pt x="915" y="995"/>
                    <a:pt x="438" y="1075"/>
                  </a:cubicBezTo>
                  <a:lnTo>
                    <a:pt x="935" y="6446"/>
                  </a:lnTo>
                  <a:cubicBezTo>
                    <a:pt x="955" y="6605"/>
                    <a:pt x="895" y="6744"/>
                    <a:pt x="756" y="6804"/>
                  </a:cubicBezTo>
                  <a:cubicBezTo>
                    <a:pt x="756" y="6824"/>
                    <a:pt x="736" y="6844"/>
                    <a:pt x="716" y="6824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3" name="Google Shape;141;p2"/>
            <p:cNvSpPr/>
            <p:nvPr/>
          </p:nvSpPr>
          <p:spPr>
            <a:xfrm>
              <a:off x="2418480" y="4566600"/>
              <a:ext cx="73440" cy="97200"/>
            </a:xfrm>
            <a:custGeom>
              <a:avLst/>
              <a:gdLst>
                <a:gd name="textAreaLeft" fmla="*/ 0 w 73440"/>
                <a:gd name="textAreaRight" fmla="*/ 73800 w 73440"/>
                <a:gd name="textAreaTop" fmla="*/ 0 h 97200"/>
                <a:gd name="textAreaBottom" fmla="*/ 97560 h 97200"/>
              </a:gdLst>
              <a:ahLst/>
              <a:cxnLst/>
              <a:rect l="textAreaLeft" t="textAreaTop" r="textAreaRight" b="textAreaBottom"/>
              <a:pathLst>
                <a:path w="2289" h="3025">
                  <a:moveTo>
                    <a:pt x="2229" y="1035"/>
                  </a:moveTo>
                  <a:cubicBezTo>
                    <a:pt x="2288" y="1731"/>
                    <a:pt x="1851" y="2507"/>
                    <a:pt x="1274" y="2746"/>
                  </a:cubicBezTo>
                  <a:cubicBezTo>
                    <a:pt x="677" y="3024"/>
                    <a:pt x="160" y="2686"/>
                    <a:pt x="80" y="2010"/>
                  </a:cubicBezTo>
                  <a:cubicBezTo>
                    <a:pt x="1" y="1313"/>
                    <a:pt x="419" y="538"/>
                    <a:pt x="1035" y="259"/>
                  </a:cubicBezTo>
                  <a:cubicBezTo>
                    <a:pt x="1592" y="0"/>
                    <a:pt x="2149" y="339"/>
                    <a:pt x="2229" y="103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8600" bIns="48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4" name="Google Shape;142;p2"/>
            <p:cNvSpPr/>
            <p:nvPr/>
          </p:nvSpPr>
          <p:spPr>
            <a:xfrm>
              <a:off x="2205000" y="4731120"/>
              <a:ext cx="39600" cy="200520"/>
            </a:xfrm>
            <a:custGeom>
              <a:avLst/>
              <a:gdLst>
                <a:gd name="textAreaLeft" fmla="*/ 0 w 39600"/>
                <a:gd name="textAreaRight" fmla="*/ 39960 w 39600"/>
                <a:gd name="textAreaTop" fmla="*/ 0 h 200520"/>
                <a:gd name="textAreaBottom" fmla="*/ 200880 h 200520"/>
              </a:gdLst>
              <a:ahLst/>
              <a:cxnLst/>
              <a:rect l="textAreaLeft" t="textAreaTop" r="textAreaRight" b="textAreaBottom"/>
              <a:pathLst>
                <a:path w="1234" h="6228">
                  <a:moveTo>
                    <a:pt x="995" y="6188"/>
                  </a:moveTo>
                  <a:cubicBezTo>
                    <a:pt x="916" y="6188"/>
                    <a:pt x="856" y="6128"/>
                    <a:pt x="836" y="5989"/>
                  </a:cubicBezTo>
                  <a:lnTo>
                    <a:pt x="20" y="399"/>
                  </a:lnTo>
                  <a:cubicBezTo>
                    <a:pt x="1" y="259"/>
                    <a:pt x="60" y="100"/>
                    <a:pt x="160" y="61"/>
                  </a:cubicBezTo>
                  <a:cubicBezTo>
                    <a:pt x="259" y="1"/>
                    <a:pt x="359" y="80"/>
                    <a:pt x="398" y="220"/>
                  </a:cubicBezTo>
                  <a:lnTo>
                    <a:pt x="1214" y="5829"/>
                  </a:lnTo>
                  <a:cubicBezTo>
                    <a:pt x="1234" y="5969"/>
                    <a:pt x="1154" y="6128"/>
                    <a:pt x="1055" y="6168"/>
                  </a:cubicBezTo>
                  <a:cubicBezTo>
                    <a:pt x="1035" y="6188"/>
                    <a:pt x="1015" y="6227"/>
                    <a:pt x="995" y="618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5" name="Google Shape;143;p2"/>
            <p:cNvSpPr/>
            <p:nvPr/>
          </p:nvSpPr>
          <p:spPr>
            <a:xfrm>
              <a:off x="2201760" y="4680000"/>
              <a:ext cx="73440" cy="97920"/>
            </a:xfrm>
            <a:custGeom>
              <a:avLst/>
              <a:gdLst>
                <a:gd name="textAreaLeft" fmla="*/ 0 w 73440"/>
                <a:gd name="textAreaRight" fmla="*/ 73800 w 73440"/>
                <a:gd name="textAreaTop" fmla="*/ 0 h 97920"/>
                <a:gd name="textAreaBottom" fmla="*/ 98280 h 97920"/>
              </a:gdLst>
              <a:ahLst/>
              <a:cxnLst/>
              <a:rect l="textAreaLeft" t="textAreaTop" r="textAreaRight" b="textAreaBottom"/>
              <a:pathLst>
                <a:path w="2288" h="3045">
                  <a:moveTo>
                    <a:pt x="100" y="2049"/>
                  </a:moveTo>
                  <a:cubicBezTo>
                    <a:pt x="0" y="1373"/>
                    <a:pt x="358" y="597"/>
                    <a:pt x="955" y="299"/>
                  </a:cubicBezTo>
                  <a:cubicBezTo>
                    <a:pt x="1532" y="0"/>
                    <a:pt x="2089" y="319"/>
                    <a:pt x="2188" y="995"/>
                  </a:cubicBezTo>
                  <a:cubicBezTo>
                    <a:pt x="2288" y="1671"/>
                    <a:pt x="1890" y="2467"/>
                    <a:pt x="1313" y="2746"/>
                  </a:cubicBezTo>
                  <a:cubicBezTo>
                    <a:pt x="736" y="3044"/>
                    <a:pt x="199" y="2706"/>
                    <a:pt x="100" y="2049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8960" bIns="489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6" name="Google Shape;144;p2"/>
            <p:cNvSpPr/>
            <p:nvPr/>
          </p:nvSpPr>
          <p:spPr>
            <a:xfrm>
              <a:off x="1804680" y="4925520"/>
              <a:ext cx="280800" cy="320400"/>
            </a:xfrm>
            <a:custGeom>
              <a:avLst/>
              <a:gdLst>
                <a:gd name="textAreaLeft" fmla="*/ 0 w 280800"/>
                <a:gd name="textAreaRight" fmla="*/ 281160 w 280800"/>
                <a:gd name="textAreaTop" fmla="*/ 0 h 320400"/>
                <a:gd name="textAreaBottom" fmla="*/ 320760 h 320400"/>
              </a:gdLst>
              <a:ahLst/>
              <a:cxnLst/>
              <a:rect l="textAreaLeft" t="textAreaTop" r="textAreaRight" b="textAreaBottom"/>
              <a:pathLst>
                <a:path w="8714" h="9947">
                  <a:moveTo>
                    <a:pt x="1174" y="9947"/>
                  </a:moveTo>
                  <a:cubicBezTo>
                    <a:pt x="1095" y="9947"/>
                    <a:pt x="1035" y="9867"/>
                    <a:pt x="1015" y="9748"/>
                  </a:cubicBezTo>
                  <a:lnTo>
                    <a:pt x="1" y="3720"/>
                  </a:lnTo>
                  <a:lnTo>
                    <a:pt x="160" y="3641"/>
                  </a:lnTo>
                  <a:cubicBezTo>
                    <a:pt x="2149" y="2726"/>
                    <a:pt x="4138" y="1751"/>
                    <a:pt x="6108" y="796"/>
                  </a:cubicBezTo>
                  <a:lnTo>
                    <a:pt x="7699" y="0"/>
                  </a:lnTo>
                  <a:lnTo>
                    <a:pt x="8694" y="6028"/>
                  </a:lnTo>
                  <a:cubicBezTo>
                    <a:pt x="8714" y="6187"/>
                    <a:pt x="8654" y="6326"/>
                    <a:pt x="8574" y="6386"/>
                  </a:cubicBezTo>
                  <a:cubicBezTo>
                    <a:pt x="8475" y="6426"/>
                    <a:pt x="8375" y="6366"/>
                    <a:pt x="8355" y="6207"/>
                  </a:cubicBezTo>
                  <a:lnTo>
                    <a:pt x="7421" y="677"/>
                  </a:lnTo>
                  <a:lnTo>
                    <a:pt x="6207" y="1313"/>
                  </a:lnTo>
                  <a:cubicBezTo>
                    <a:pt x="4317" y="2248"/>
                    <a:pt x="2348" y="3203"/>
                    <a:pt x="438" y="4098"/>
                  </a:cubicBezTo>
                  <a:lnTo>
                    <a:pt x="1393" y="9589"/>
                  </a:lnTo>
                  <a:cubicBezTo>
                    <a:pt x="1413" y="9748"/>
                    <a:pt x="1353" y="9887"/>
                    <a:pt x="1254" y="9927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7" name="Google Shape;145;p2"/>
            <p:cNvSpPr/>
            <p:nvPr/>
          </p:nvSpPr>
          <p:spPr>
            <a:xfrm>
              <a:off x="1788480" y="5202000"/>
              <a:ext cx="66960" cy="88920"/>
            </a:xfrm>
            <a:custGeom>
              <a:avLst/>
              <a:gdLst>
                <a:gd name="textAreaLeft" fmla="*/ 0 w 66960"/>
                <a:gd name="textAreaRight" fmla="*/ 67320 w 66960"/>
                <a:gd name="textAreaTop" fmla="*/ 0 h 88920"/>
                <a:gd name="textAreaBottom" fmla="*/ 89280 h 88920"/>
              </a:gdLst>
              <a:ahLst/>
              <a:cxnLst/>
              <a:rect l="textAreaLeft" t="textAreaTop" r="textAreaRight" b="textAreaBottom"/>
              <a:pathLst>
                <a:path w="2089" h="2766">
                  <a:moveTo>
                    <a:pt x="1989" y="935"/>
                  </a:moveTo>
                  <a:cubicBezTo>
                    <a:pt x="2089" y="1592"/>
                    <a:pt x="1771" y="2288"/>
                    <a:pt x="1234" y="2527"/>
                  </a:cubicBezTo>
                  <a:cubicBezTo>
                    <a:pt x="716" y="2765"/>
                    <a:pt x="219" y="2427"/>
                    <a:pt x="100" y="1810"/>
                  </a:cubicBezTo>
                  <a:cubicBezTo>
                    <a:pt x="0" y="1174"/>
                    <a:pt x="319" y="478"/>
                    <a:pt x="836" y="219"/>
                  </a:cubicBezTo>
                  <a:cubicBezTo>
                    <a:pt x="1393" y="0"/>
                    <a:pt x="1890" y="318"/>
                    <a:pt x="1989" y="93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4640" bIns="446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8" name="Google Shape;146;p2"/>
            <p:cNvSpPr/>
            <p:nvPr/>
          </p:nvSpPr>
          <p:spPr>
            <a:xfrm>
              <a:off x="2025360" y="5087880"/>
              <a:ext cx="65880" cy="91440"/>
            </a:xfrm>
            <a:custGeom>
              <a:avLst/>
              <a:gdLst>
                <a:gd name="textAreaLeft" fmla="*/ 0 w 65880"/>
                <a:gd name="textAreaRight" fmla="*/ 66240 w 6588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050" h="2845">
                  <a:moveTo>
                    <a:pt x="1950" y="955"/>
                  </a:moveTo>
                  <a:cubicBezTo>
                    <a:pt x="2050" y="1592"/>
                    <a:pt x="1731" y="2328"/>
                    <a:pt x="1214" y="2586"/>
                  </a:cubicBezTo>
                  <a:cubicBezTo>
                    <a:pt x="697" y="2845"/>
                    <a:pt x="200" y="2547"/>
                    <a:pt x="100" y="1890"/>
                  </a:cubicBezTo>
                  <a:cubicBezTo>
                    <a:pt x="1" y="1253"/>
                    <a:pt x="319" y="537"/>
                    <a:pt x="836" y="279"/>
                  </a:cubicBezTo>
                  <a:cubicBezTo>
                    <a:pt x="1333" y="0"/>
                    <a:pt x="1851" y="299"/>
                    <a:pt x="1950" y="95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9" name="Google Shape;147;p2"/>
            <p:cNvSpPr/>
            <p:nvPr/>
          </p:nvSpPr>
          <p:spPr>
            <a:xfrm>
              <a:off x="1906560" y="5145840"/>
              <a:ext cx="66240" cy="90720"/>
            </a:xfrm>
            <a:custGeom>
              <a:avLst/>
              <a:gdLst>
                <a:gd name="textAreaLeft" fmla="*/ 0 w 66240"/>
                <a:gd name="textAreaRight" fmla="*/ 66600 w 66240"/>
                <a:gd name="textAreaTop" fmla="*/ 0 h 90720"/>
                <a:gd name="textAreaBottom" fmla="*/ 91080 h 90720"/>
              </a:gdLst>
              <a:ahLst/>
              <a:cxnLst/>
              <a:rect l="textAreaLeft" t="textAreaTop" r="textAreaRight" b="textAreaBottom"/>
              <a:pathLst>
                <a:path w="2070" h="2826">
                  <a:moveTo>
                    <a:pt x="1990" y="955"/>
                  </a:moveTo>
                  <a:cubicBezTo>
                    <a:pt x="2069" y="1592"/>
                    <a:pt x="1751" y="2328"/>
                    <a:pt x="1234" y="2567"/>
                  </a:cubicBezTo>
                  <a:cubicBezTo>
                    <a:pt x="717" y="2825"/>
                    <a:pt x="219" y="2487"/>
                    <a:pt x="80" y="1851"/>
                  </a:cubicBezTo>
                  <a:cubicBezTo>
                    <a:pt x="0" y="1194"/>
                    <a:pt x="319" y="478"/>
                    <a:pt x="836" y="239"/>
                  </a:cubicBezTo>
                  <a:cubicBezTo>
                    <a:pt x="1393" y="1"/>
                    <a:pt x="1890" y="339"/>
                    <a:pt x="1990" y="95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5360" bIns="45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0" name="Google Shape;148;p2"/>
            <p:cNvSpPr/>
            <p:nvPr/>
          </p:nvSpPr>
          <p:spPr>
            <a:xfrm>
              <a:off x="1923480" y="4988520"/>
              <a:ext cx="42480" cy="195480"/>
            </a:xfrm>
            <a:custGeom>
              <a:avLst/>
              <a:gdLst>
                <a:gd name="textAreaLeft" fmla="*/ 0 w 42480"/>
                <a:gd name="textAreaRight" fmla="*/ 42840 w 42480"/>
                <a:gd name="textAreaTop" fmla="*/ 0 h 195480"/>
                <a:gd name="textAreaBottom" fmla="*/ 195840 h 195480"/>
              </a:gdLst>
              <a:ahLst/>
              <a:cxnLst/>
              <a:rect l="textAreaLeft" t="textAreaTop" r="textAreaRight" b="textAreaBottom"/>
              <a:pathLst>
                <a:path w="1334" h="6069">
                  <a:moveTo>
                    <a:pt x="995" y="6068"/>
                  </a:moveTo>
                  <a:lnTo>
                    <a:pt x="1" y="180"/>
                  </a:lnTo>
                  <a:lnTo>
                    <a:pt x="339" y="1"/>
                  </a:lnTo>
                  <a:lnTo>
                    <a:pt x="1333" y="5909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1" name="Google Shape;149;p2"/>
            <p:cNvSpPr/>
            <p:nvPr/>
          </p:nvSpPr>
          <p:spPr>
            <a:xfrm>
              <a:off x="1811880" y="4967280"/>
              <a:ext cx="249120" cy="133200"/>
            </a:xfrm>
            <a:custGeom>
              <a:avLst/>
              <a:gdLst>
                <a:gd name="textAreaLeft" fmla="*/ 0 w 249120"/>
                <a:gd name="textAreaRight" fmla="*/ 249480 w 249120"/>
                <a:gd name="textAreaTop" fmla="*/ 0 h 133200"/>
                <a:gd name="textAreaBottom" fmla="*/ 133560 h 133200"/>
              </a:gdLst>
              <a:ahLst/>
              <a:cxnLst/>
              <a:rect l="textAreaLeft" t="textAreaTop" r="textAreaRight" b="textAreaBottom"/>
              <a:pathLst>
                <a:path w="7739" h="4139">
                  <a:moveTo>
                    <a:pt x="179" y="4138"/>
                  </a:moveTo>
                  <a:cubicBezTo>
                    <a:pt x="100" y="4138"/>
                    <a:pt x="60" y="4078"/>
                    <a:pt x="20" y="3939"/>
                  </a:cubicBezTo>
                  <a:cubicBezTo>
                    <a:pt x="0" y="3800"/>
                    <a:pt x="60" y="3641"/>
                    <a:pt x="159" y="3601"/>
                  </a:cubicBezTo>
                  <a:cubicBezTo>
                    <a:pt x="2109" y="2706"/>
                    <a:pt x="4138" y="1711"/>
                    <a:pt x="6068" y="756"/>
                  </a:cubicBezTo>
                  <a:lnTo>
                    <a:pt x="7480" y="40"/>
                  </a:lnTo>
                  <a:cubicBezTo>
                    <a:pt x="7579" y="0"/>
                    <a:pt x="7679" y="60"/>
                    <a:pt x="7719" y="219"/>
                  </a:cubicBezTo>
                  <a:cubicBezTo>
                    <a:pt x="7739" y="358"/>
                    <a:pt x="7659" y="518"/>
                    <a:pt x="7560" y="557"/>
                  </a:cubicBezTo>
                  <a:lnTo>
                    <a:pt x="6147" y="1293"/>
                  </a:lnTo>
                  <a:cubicBezTo>
                    <a:pt x="4198" y="2248"/>
                    <a:pt x="2189" y="3223"/>
                    <a:pt x="219" y="4118"/>
                  </a:cubicBezTo>
                  <a:cubicBezTo>
                    <a:pt x="219" y="4138"/>
                    <a:pt x="199" y="4138"/>
                    <a:pt x="179" y="413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6600" bIns="66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2" name="Google Shape;150;p2"/>
            <p:cNvSpPr/>
            <p:nvPr/>
          </p:nvSpPr>
          <p:spPr>
            <a:xfrm>
              <a:off x="2646360" y="4598640"/>
              <a:ext cx="146520" cy="263880"/>
            </a:xfrm>
            <a:custGeom>
              <a:avLst/>
              <a:gdLst>
                <a:gd name="textAreaLeft" fmla="*/ 0 w 146520"/>
                <a:gd name="textAreaRight" fmla="*/ 146880 w 146520"/>
                <a:gd name="textAreaTop" fmla="*/ 0 h 263880"/>
                <a:gd name="textAreaBottom" fmla="*/ 264240 h 263880"/>
              </a:gdLst>
              <a:ahLst/>
              <a:cxnLst/>
              <a:rect l="textAreaLeft" t="textAreaTop" r="textAreaRight" b="textAreaBottom"/>
              <a:pathLst>
                <a:path w="4557" h="8196">
                  <a:moveTo>
                    <a:pt x="458" y="8196"/>
                  </a:moveTo>
                  <a:cubicBezTo>
                    <a:pt x="379" y="8196"/>
                    <a:pt x="299" y="8096"/>
                    <a:pt x="299" y="7977"/>
                  </a:cubicBezTo>
                  <a:lnTo>
                    <a:pt x="1" y="1552"/>
                  </a:lnTo>
                  <a:lnTo>
                    <a:pt x="200" y="1492"/>
                  </a:lnTo>
                  <a:cubicBezTo>
                    <a:pt x="657" y="1313"/>
                    <a:pt x="1095" y="1154"/>
                    <a:pt x="1552" y="1015"/>
                  </a:cubicBezTo>
                  <a:cubicBezTo>
                    <a:pt x="1791" y="935"/>
                    <a:pt x="2050" y="836"/>
                    <a:pt x="2269" y="736"/>
                  </a:cubicBezTo>
                  <a:cubicBezTo>
                    <a:pt x="2388" y="696"/>
                    <a:pt x="2507" y="637"/>
                    <a:pt x="2646" y="617"/>
                  </a:cubicBezTo>
                  <a:cubicBezTo>
                    <a:pt x="2865" y="537"/>
                    <a:pt x="3084" y="438"/>
                    <a:pt x="3303" y="358"/>
                  </a:cubicBezTo>
                  <a:lnTo>
                    <a:pt x="4556" y="0"/>
                  </a:lnTo>
                  <a:lnTo>
                    <a:pt x="4556" y="6525"/>
                  </a:lnTo>
                  <a:cubicBezTo>
                    <a:pt x="4556" y="6684"/>
                    <a:pt x="4477" y="6863"/>
                    <a:pt x="4357" y="6883"/>
                  </a:cubicBezTo>
                  <a:cubicBezTo>
                    <a:pt x="4258" y="6903"/>
                    <a:pt x="4158" y="6803"/>
                    <a:pt x="4158" y="6664"/>
                  </a:cubicBezTo>
                  <a:lnTo>
                    <a:pt x="4158" y="696"/>
                  </a:lnTo>
                  <a:lnTo>
                    <a:pt x="3303" y="935"/>
                  </a:lnTo>
                  <a:lnTo>
                    <a:pt x="2646" y="1154"/>
                  </a:lnTo>
                  <a:cubicBezTo>
                    <a:pt x="2507" y="1214"/>
                    <a:pt x="2388" y="1253"/>
                    <a:pt x="2269" y="1293"/>
                  </a:cubicBezTo>
                  <a:cubicBezTo>
                    <a:pt x="2010" y="1393"/>
                    <a:pt x="1771" y="1452"/>
                    <a:pt x="1552" y="1532"/>
                  </a:cubicBezTo>
                  <a:cubicBezTo>
                    <a:pt x="1174" y="1651"/>
                    <a:pt x="777" y="1810"/>
                    <a:pt x="399" y="1930"/>
                  </a:cubicBezTo>
                  <a:lnTo>
                    <a:pt x="677" y="7798"/>
                  </a:lnTo>
                  <a:cubicBezTo>
                    <a:pt x="677" y="7957"/>
                    <a:pt x="598" y="8116"/>
                    <a:pt x="498" y="8156"/>
                  </a:cubicBezTo>
                  <a:cubicBezTo>
                    <a:pt x="478" y="8196"/>
                    <a:pt x="458" y="8196"/>
                    <a:pt x="458" y="8196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3" name="Google Shape;151;p2"/>
            <p:cNvSpPr/>
            <p:nvPr/>
          </p:nvSpPr>
          <p:spPr>
            <a:xfrm>
              <a:off x="2605680" y="4816440"/>
              <a:ext cx="63720" cy="91440"/>
            </a:xfrm>
            <a:custGeom>
              <a:avLst/>
              <a:gdLst>
                <a:gd name="textAreaLeft" fmla="*/ 0 w 63720"/>
                <a:gd name="textAreaRight" fmla="*/ 64080 w 6372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1990" h="2846">
                  <a:moveTo>
                    <a:pt x="1950" y="1055"/>
                  </a:moveTo>
                  <a:cubicBezTo>
                    <a:pt x="1990" y="1731"/>
                    <a:pt x="1592" y="2447"/>
                    <a:pt x="1055" y="2646"/>
                  </a:cubicBezTo>
                  <a:cubicBezTo>
                    <a:pt x="538" y="2845"/>
                    <a:pt x="100" y="2467"/>
                    <a:pt x="40" y="1811"/>
                  </a:cubicBezTo>
                  <a:cubicBezTo>
                    <a:pt x="1" y="1135"/>
                    <a:pt x="378" y="418"/>
                    <a:pt x="935" y="219"/>
                  </a:cubicBezTo>
                  <a:cubicBezTo>
                    <a:pt x="1453" y="1"/>
                    <a:pt x="1930" y="398"/>
                    <a:pt x="1950" y="105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4" name="Google Shape;152;p2"/>
            <p:cNvSpPr/>
            <p:nvPr/>
          </p:nvSpPr>
          <p:spPr>
            <a:xfrm>
              <a:off x="2732760" y="4772880"/>
              <a:ext cx="61920" cy="86760"/>
            </a:xfrm>
            <a:custGeom>
              <a:avLst/>
              <a:gdLst>
                <a:gd name="textAreaLeft" fmla="*/ 0 w 61920"/>
                <a:gd name="textAreaRight" fmla="*/ 62280 w 61920"/>
                <a:gd name="textAreaTop" fmla="*/ 0 h 86760"/>
                <a:gd name="textAreaBottom" fmla="*/ 87120 h 86760"/>
              </a:gdLst>
              <a:ahLst/>
              <a:cxnLst/>
              <a:rect l="textAreaLeft" t="textAreaTop" r="textAreaRight" b="textAreaBottom"/>
              <a:pathLst>
                <a:path w="1930" h="2707">
                  <a:moveTo>
                    <a:pt x="1930" y="1115"/>
                  </a:moveTo>
                  <a:cubicBezTo>
                    <a:pt x="1930" y="1811"/>
                    <a:pt x="1492" y="2507"/>
                    <a:pt x="975" y="2667"/>
                  </a:cubicBezTo>
                  <a:cubicBezTo>
                    <a:pt x="856" y="2706"/>
                    <a:pt x="736" y="2706"/>
                    <a:pt x="597" y="2667"/>
                  </a:cubicBezTo>
                  <a:cubicBezTo>
                    <a:pt x="478" y="2647"/>
                    <a:pt x="378" y="2587"/>
                    <a:pt x="299" y="2488"/>
                  </a:cubicBezTo>
                  <a:cubicBezTo>
                    <a:pt x="140" y="2308"/>
                    <a:pt x="0" y="2050"/>
                    <a:pt x="0" y="1692"/>
                  </a:cubicBezTo>
                  <a:cubicBezTo>
                    <a:pt x="0" y="1354"/>
                    <a:pt x="100" y="996"/>
                    <a:pt x="279" y="717"/>
                  </a:cubicBezTo>
                  <a:cubicBezTo>
                    <a:pt x="358" y="578"/>
                    <a:pt x="478" y="458"/>
                    <a:pt x="577" y="359"/>
                  </a:cubicBezTo>
                  <a:cubicBezTo>
                    <a:pt x="696" y="260"/>
                    <a:pt x="836" y="180"/>
                    <a:pt x="955" y="160"/>
                  </a:cubicBezTo>
                  <a:cubicBezTo>
                    <a:pt x="1492" y="1"/>
                    <a:pt x="1930" y="419"/>
                    <a:pt x="1930" y="111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3560" bIns="435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5" name="Google Shape;153;p2"/>
            <p:cNvSpPr/>
            <p:nvPr/>
          </p:nvSpPr>
          <p:spPr>
            <a:xfrm>
              <a:off x="3983760" y="5028120"/>
              <a:ext cx="210240" cy="311400"/>
            </a:xfrm>
            <a:custGeom>
              <a:avLst/>
              <a:gdLst>
                <a:gd name="textAreaLeft" fmla="*/ 0 w 210240"/>
                <a:gd name="textAreaRight" fmla="*/ 210600 w 210240"/>
                <a:gd name="textAreaTop" fmla="*/ 0 h 311400"/>
                <a:gd name="textAreaBottom" fmla="*/ 311760 h 311400"/>
              </a:gdLst>
              <a:ahLst/>
              <a:cxnLst/>
              <a:rect l="textAreaLeft" t="textAreaTop" r="textAreaRight" b="textAreaBottom"/>
              <a:pathLst>
                <a:path w="6526" h="9669">
                  <a:moveTo>
                    <a:pt x="3542" y="9668"/>
                  </a:moveTo>
                  <a:cubicBezTo>
                    <a:pt x="3522" y="9668"/>
                    <a:pt x="3522" y="9668"/>
                    <a:pt x="3482" y="9648"/>
                  </a:cubicBezTo>
                  <a:cubicBezTo>
                    <a:pt x="3383" y="9589"/>
                    <a:pt x="3383" y="9409"/>
                    <a:pt x="3442" y="9230"/>
                  </a:cubicBezTo>
                  <a:lnTo>
                    <a:pt x="5949" y="2686"/>
                  </a:lnTo>
                  <a:cubicBezTo>
                    <a:pt x="5571" y="2487"/>
                    <a:pt x="5233" y="2248"/>
                    <a:pt x="4875" y="2029"/>
                  </a:cubicBezTo>
                  <a:cubicBezTo>
                    <a:pt x="4775" y="1950"/>
                    <a:pt x="4656" y="1870"/>
                    <a:pt x="4556" y="1830"/>
                  </a:cubicBezTo>
                  <a:lnTo>
                    <a:pt x="4238" y="1612"/>
                  </a:lnTo>
                  <a:cubicBezTo>
                    <a:pt x="3880" y="1353"/>
                    <a:pt x="3542" y="1114"/>
                    <a:pt x="3184" y="836"/>
                  </a:cubicBezTo>
                  <a:lnTo>
                    <a:pt x="379" y="7102"/>
                  </a:lnTo>
                  <a:cubicBezTo>
                    <a:pt x="299" y="7281"/>
                    <a:pt x="180" y="7361"/>
                    <a:pt x="100" y="7281"/>
                  </a:cubicBezTo>
                  <a:cubicBezTo>
                    <a:pt x="41" y="7201"/>
                    <a:pt x="1" y="7022"/>
                    <a:pt x="81" y="6863"/>
                  </a:cubicBezTo>
                  <a:lnTo>
                    <a:pt x="3164" y="0"/>
                  </a:lnTo>
                  <a:lnTo>
                    <a:pt x="3303" y="120"/>
                  </a:lnTo>
                  <a:cubicBezTo>
                    <a:pt x="3681" y="438"/>
                    <a:pt x="4119" y="716"/>
                    <a:pt x="4477" y="1015"/>
                  </a:cubicBezTo>
                  <a:lnTo>
                    <a:pt x="4795" y="1234"/>
                  </a:lnTo>
                  <a:cubicBezTo>
                    <a:pt x="4895" y="1313"/>
                    <a:pt x="5034" y="1353"/>
                    <a:pt x="5133" y="1433"/>
                  </a:cubicBezTo>
                  <a:cubicBezTo>
                    <a:pt x="5531" y="1691"/>
                    <a:pt x="5929" y="1950"/>
                    <a:pt x="6347" y="2149"/>
                  </a:cubicBezTo>
                  <a:lnTo>
                    <a:pt x="6526" y="2228"/>
                  </a:lnTo>
                  <a:lnTo>
                    <a:pt x="3761" y="9429"/>
                  </a:lnTo>
                  <a:cubicBezTo>
                    <a:pt x="3721" y="9589"/>
                    <a:pt x="3621" y="9668"/>
                    <a:pt x="3542" y="966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6" name="Google Shape;154;p2"/>
            <p:cNvSpPr/>
            <p:nvPr/>
          </p:nvSpPr>
          <p:spPr>
            <a:xfrm>
              <a:off x="3935520" y="5182200"/>
              <a:ext cx="71640" cy="108720"/>
            </a:xfrm>
            <a:custGeom>
              <a:avLst/>
              <a:gdLst>
                <a:gd name="textAreaLeft" fmla="*/ 0 w 71640"/>
                <a:gd name="textAreaRight" fmla="*/ 72000 w 71640"/>
                <a:gd name="textAreaTop" fmla="*/ 0 h 108720"/>
                <a:gd name="textAreaBottom" fmla="*/ 109080 h 108720"/>
              </a:gdLst>
              <a:ahLst/>
              <a:cxnLst/>
              <a:rect l="textAreaLeft" t="textAreaTop" r="textAreaRight" b="textAreaBottom"/>
              <a:pathLst>
                <a:path w="2229" h="3383">
                  <a:moveTo>
                    <a:pt x="1890" y="2348"/>
                  </a:moveTo>
                  <a:cubicBezTo>
                    <a:pt x="1572" y="3084"/>
                    <a:pt x="955" y="3382"/>
                    <a:pt x="537" y="2984"/>
                  </a:cubicBezTo>
                  <a:cubicBezTo>
                    <a:pt x="100" y="2587"/>
                    <a:pt x="0" y="1691"/>
                    <a:pt x="358" y="955"/>
                  </a:cubicBezTo>
                  <a:cubicBezTo>
                    <a:pt x="696" y="259"/>
                    <a:pt x="1293" y="0"/>
                    <a:pt x="1731" y="359"/>
                  </a:cubicBezTo>
                  <a:cubicBezTo>
                    <a:pt x="2129" y="756"/>
                    <a:pt x="2228" y="1632"/>
                    <a:pt x="1890" y="234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4360" bIns="54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7" name="Google Shape;155;p2"/>
            <p:cNvSpPr/>
            <p:nvPr/>
          </p:nvSpPr>
          <p:spPr>
            <a:xfrm>
              <a:off x="4042080" y="5263560"/>
              <a:ext cx="74160" cy="106200"/>
            </a:xfrm>
            <a:custGeom>
              <a:avLst/>
              <a:gdLst>
                <a:gd name="textAreaLeft" fmla="*/ 0 w 74160"/>
                <a:gd name="textAreaRight" fmla="*/ 74520 w 74160"/>
                <a:gd name="textAreaTop" fmla="*/ 0 h 106200"/>
                <a:gd name="textAreaBottom" fmla="*/ 106560 h 106200"/>
              </a:gdLst>
              <a:ahLst/>
              <a:cxnLst/>
              <a:rect l="textAreaLeft" t="textAreaTop" r="textAreaRight" b="textAreaBottom"/>
              <a:pathLst>
                <a:path w="2308" h="3304">
                  <a:moveTo>
                    <a:pt x="1989" y="2169"/>
                  </a:moveTo>
                  <a:cubicBezTo>
                    <a:pt x="1731" y="2945"/>
                    <a:pt x="1094" y="3303"/>
                    <a:pt x="597" y="3044"/>
                  </a:cubicBezTo>
                  <a:cubicBezTo>
                    <a:pt x="139" y="2706"/>
                    <a:pt x="0" y="1871"/>
                    <a:pt x="299" y="1115"/>
                  </a:cubicBezTo>
                  <a:cubicBezTo>
                    <a:pt x="597" y="379"/>
                    <a:pt x="1234" y="1"/>
                    <a:pt x="1671" y="299"/>
                  </a:cubicBezTo>
                  <a:cubicBezTo>
                    <a:pt x="2149" y="578"/>
                    <a:pt x="2308" y="1393"/>
                    <a:pt x="1989" y="2169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3280" bIns="532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8" name="Google Shape;156;p2"/>
            <p:cNvSpPr/>
            <p:nvPr/>
          </p:nvSpPr>
          <p:spPr>
            <a:xfrm>
              <a:off x="2985480" y="4468320"/>
              <a:ext cx="85680" cy="218520"/>
            </a:xfrm>
            <a:custGeom>
              <a:avLst/>
              <a:gdLst>
                <a:gd name="textAreaLeft" fmla="*/ 0 w 85680"/>
                <a:gd name="textAreaRight" fmla="*/ 86040 w 85680"/>
                <a:gd name="textAreaTop" fmla="*/ 0 h 218520"/>
                <a:gd name="textAreaBottom" fmla="*/ 218880 h 218520"/>
              </a:gdLst>
              <a:ahLst/>
              <a:cxnLst/>
              <a:rect l="textAreaLeft" t="textAreaTop" r="textAreaRight" b="textAreaBottom"/>
              <a:pathLst>
                <a:path w="2667" h="6785">
                  <a:moveTo>
                    <a:pt x="160" y="6784"/>
                  </a:moveTo>
                  <a:cubicBezTo>
                    <a:pt x="61" y="6784"/>
                    <a:pt x="1" y="6665"/>
                    <a:pt x="1" y="6526"/>
                  </a:cubicBezTo>
                  <a:lnTo>
                    <a:pt x="518" y="1"/>
                  </a:lnTo>
                  <a:lnTo>
                    <a:pt x="757" y="1"/>
                  </a:lnTo>
                  <a:cubicBezTo>
                    <a:pt x="757" y="1"/>
                    <a:pt x="876" y="1"/>
                    <a:pt x="1075" y="21"/>
                  </a:cubicBezTo>
                  <a:cubicBezTo>
                    <a:pt x="1314" y="80"/>
                    <a:pt x="1513" y="120"/>
                    <a:pt x="1712" y="220"/>
                  </a:cubicBezTo>
                  <a:cubicBezTo>
                    <a:pt x="2368" y="538"/>
                    <a:pt x="2667" y="1175"/>
                    <a:pt x="2567" y="2010"/>
                  </a:cubicBezTo>
                  <a:cubicBezTo>
                    <a:pt x="2547" y="2189"/>
                    <a:pt x="2448" y="2308"/>
                    <a:pt x="2348" y="2328"/>
                  </a:cubicBezTo>
                  <a:cubicBezTo>
                    <a:pt x="2249" y="2328"/>
                    <a:pt x="2169" y="2229"/>
                    <a:pt x="2169" y="2070"/>
                  </a:cubicBezTo>
                  <a:cubicBezTo>
                    <a:pt x="2249" y="1314"/>
                    <a:pt x="1851" y="976"/>
                    <a:pt x="1493" y="797"/>
                  </a:cubicBezTo>
                  <a:cubicBezTo>
                    <a:pt x="1274" y="697"/>
                    <a:pt x="1055" y="637"/>
                    <a:pt x="896" y="618"/>
                  </a:cubicBezTo>
                  <a:lnTo>
                    <a:pt x="856" y="618"/>
                  </a:lnTo>
                  <a:lnTo>
                    <a:pt x="379" y="6466"/>
                  </a:lnTo>
                  <a:cubicBezTo>
                    <a:pt x="359" y="6645"/>
                    <a:pt x="279" y="6764"/>
                    <a:pt x="160" y="6784"/>
                  </a:cubicBezTo>
                  <a:cubicBezTo>
                    <a:pt x="180" y="6784"/>
                    <a:pt x="180" y="6784"/>
                    <a:pt x="160" y="6784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9" name="Google Shape;157;p2"/>
            <p:cNvSpPr/>
            <p:nvPr/>
          </p:nvSpPr>
          <p:spPr>
            <a:xfrm>
              <a:off x="2931480" y="4635000"/>
              <a:ext cx="69120" cy="93240"/>
            </a:xfrm>
            <a:custGeom>
              <a:avLst/>
              <a:gdLst>
                <a:gd name="textAreaLeft" fmla="*/ 0 w 69120"/>
                <a:gd name="textAreaRight" fmla="*/ 69480 w 69120"/>
                <a:gd name="textAreaTop" fmla="*/ 0 h 93240"/>
                <a:gd name="textAreaBottom" fmla="*/ 93600 h 93240"/>
              </a:gdLst>
              <a:ahLst/>
              <a:cxnLst/>
              <a:rect l="textAreaLeft" t="textAreaTop" r="textAreaRight" b="textAreaBottom"/>
              <a:pathLst>
                <a:path w="2150" h="2906">
                  <a:moveTo>
                    <a:pt x="2090" y="1274"/>
                  </a:moveTo>
                  <a:cubicBezTo>
                    <a:pt x="2030" y="2010"/>
                    <a:pt x="1533" y="2706"/>
                    <a:pt x="976" y="2806"/>
                  </a:cubicBezTo>
                  <a:cubicBezTo>
                    <a:pt x="439" y="2905"/>
                    <a:pt x="1" y="2408"/>
                    <a:pt x="61" y="1672"/>
                  </a:cubicBezTo>
                  <a:cubicBezTo>
                    <a:pt x="100" y="916"/>
                    <a:pt x="598" y="220"/>
                    <a:pt x="1175" y="100"/>
                  </a:cubicBezTo>
                  <a:cubicBezTo>
                    <a:pt x="1752" y="1"/>
                    <a:pt x="2149" y="518"/>
                    <a:pt x="2090" y="1274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0" bIns="46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0" name="Google Shape;158;p2"/>
            <p:cNvSpPr/>
            <p:nvPr/>
          </p:nvSpPr>
          <p:spPr>
            <a:xfrm>
              <a:off x="4229280" y="5352840"/>
              <a:ext cx="118440" cy="247320"/>
            </a:xfrm>
            <a:custGeom>
              <a:avLst/>
              <a:gdLst>
                <a:gd name="textAreaLeft" fmla="*/ 0 w 118440"/>
                <a:gd name="textAreaRight" fmla="*/ 118800 w 118440"/>
                <a:gd name="textAreaTop" fmla="*/ 0 h 247320"/>
                <a:gd name="textAreaBottom" fmla="*/ 247680 h 247320"/>
              </a:gdLst>
              <a:ahLst/>
              <a:cxnLst/>
              <a:rect l="textAreaLeft" t="textAreaTop" r="textAreaRight" b="textAreaBottom"/>
              <a:pathLst>
                <a:path w="3682" h="7680">
                  <a:moveTo>
                    <a:pt x="140" y="7680"/>
                  </a:moveTo>
                  <a:lnTo>
                    <a:pt x="140" y="7680"/>
                  </a:lnTo>
                  <a:cubicBezTo>
                    <a:pt x="21" y="7660"/>
                    <a:pt x="1" y="7481"/>
                    <a:pt x="41" y="7302"/>
                  </a:cubicBezTo>
                  <a:lnTo>
                    <a:pt x="2110" y="1"/>
                  </a:lnTo>
                  <a:lnTo>
                    <a:pt x="2289" y="81"/>
                  </a:lnTo>
                  <a:cubicBezTo>
                    <a:pt x="2289" y="81"/>
                    <a:pt x="2388" y="120"/>
                    <a:pt x="2527" y="220"/>
                  </a:cubicBezTo>
                  <a:cubicBezTo>
                    <a:pt x="2607" y="279"/>
                    <a:pt x="2706" y="339"/>
                    <a:pt x="2786" y="419"/>
                  </a:cubicBezTo>
                  <a:cubicBezTo>
                    <a:pt x="2885" y="498"/>
                    <a:pt x="2965" y="598"/>
                    <a:pt x="3064" y="697"/>
                  </a:cubicBezTo>
                  <a:cubicBezTo>
                    <a:pt x="3562" y="1294"/>
                    <a:pt x="3681" y="2090"/>
                    <a:pt x="3422" y="3005"/>
                  </a:cubicBezTo>
                  <a:cubicBezTo>
                    <a:pt x="3383" y="3184"/>
                    <a:pt x="3263" y="3323"/>
                    <a:pt x="3164" y="3323"/>
                  </a:cubicBezTo>
                  <a:cubicBezTo>
                    <a:pt x="3064" y="3323"/>
                    <a:pt x="3005" y="3144"/>
                    <a:pt x="3064" y="2985"/>
                  </a:cubicBezTo>
                  <a:cubicBezTo>
                    <a:pt x="3224" y="2328"/>
                    <a:pt x="3104" y="1752"/>
                    <a:pt x="2726" y="1294"/>
                  </a:cubicBezTo>
                  <a:lnTo>
                    <a:pt x="2487" y="1035"/>
                  </a:lnTo>
                  <a:cubicBezTo>
                    <a:pt x="2408" y="976"/>
                    <a:pt x="2328" y="916"/>
                    <a:pt x="2269" y="856"/>
                  </a:cubicBezTo>
                  <a:cubicBezTo>
                    <a:pt x="2229" y="856"/>
                    <a:pt x="2229" y="836"/>
                    <a:pt x="2209" y="836"/>
                  </a:cubicBezTo>
                  <a:lnTo>
                    <a:pt x="339" y="7401"/>
                  </a:lnTo>
                  <a:cubicBezTo>
                    <a:pt x="339" y="7560"/>
                    <a:pt x="240" y="7680"/>
                    <a:pt x="140" y="768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1" name="Google Shape;159;p2"/>
            <p:cNvSpPr/>
            <p:nvPr/>
          </p:nvSpPr>
          <p:spPr>
            <a:xfrm>
              <a:off x="4166280" y="5529240"/>
              <a:ext cx="84240" cy="10800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108000"/>
                <a:gd name="textAreaBottom" fmla="*/ 108360 h 108000"/>
              </a:gdLst>
              <a:ahLst/>
              <a:cxnLst/>
              <a:rect l="textAreaLeft" t="textAreaTop" r="textAreaRight" b="textAreaBottom"/>
              <a:pathLst>
                <a:path w="2627" h="3363">
                  <a:moveTo>
                    <a:pt x="2388" y="1930"/>
                  </a:moveTo>
                  <a:cubicBezTo>
                    <a:pt x="2169" y="2785"/>
                    <a:pt x="1472" y="3362"/>
                    <a:pt x="876" y="3203"/>
                  </a:cubicBezTo>
                  <a:cubicBezTo>
                    <a:pt x="279" y="3024"/>
                    <a:pt x="0" y="2209"/>
                    <a:pt x="279" y="1373"/>
                  </a:cubicBezTo>
                  <a:cubicBezTo>
                    <a:pt x="538" y="538"/>
                    <a:pt x="1194" y="0"/>
                    <a:pt x="1771" y="179"/>
                  </a:cubicBezTo>
                  <a:cubicBezTo>
                    <a:pt x="2348" y="299"/>
                    <a:pt x="2626" y="1095"/>
                    <a:pt x="2388" y="193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4000" bIns="54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2" name="Google Shape;160;p2"/>
            <p:cNvSpPr/>
            <p:nvPr/>
          </p:nvSpPr>
          <p:spPr>
            <a:xfrm>
              <a:off x="3819960" y="4744800"/>
              <a:ext cx="138960" cy="208080"/>
            </a:xfrm>
            <a:custGeom>
              <a:avLst/>
              <a:gdLst>
                <a:gd name="textAreaLeft" fmla="*/ 0 w 138960"/>
                <a:gd name="textAreaRight" fmla="*/ 139320 w 138960"/>
                <a:gd name="textAreaTop" fmla="*/ 0 h 208080"/>
                <a:gd name="textAreaBottom" fmla="*/ 208440 h 208080"/>
              </a:gdLst>
              <a:ahLst/>
              <a:cxnLst/>
              <a:rect l="textAreaLeft" t="textAreaTop" r="textAreaRight" b="textAreaBottom"/>
              <a:pathLst>
                <a:path w="4318" h="6466">
                  <a:moveTo>
                    <a:pt x="179" y="6466"/>
                  </a:moveTo>
                  <a:cubicBezTo>
                    <a:pt x="159" y="6466"/>
                    <a:pt x="100" y="6446"/>
                    <a:pt x="80" y="6426"/>
                  </a:cubicBezTo>
                  <a:cubicBezTo>
                    <a:pt x="0" y="6327"/>
                    <a:pt x="20" y="6128"/>
                    <a:pt x="100" y="5968"/>
                  </a:cubicBezTo>
                  <a:lnTo>
                    <a:pt x="3621" y="1"/>
                  </a:lnTo>
                  <a:lnTo>
                    <a:pt x="3740" y="239"/>
                  </a:lnTo>
                  <a:cubicBezTo>
                    <a:pt x="3740" y="239"/>
                    <a:pt x="3820" y="359"/>
                    <a:pt x="3879" y="558"/>
                  </a:cubicBezTo>
                  <a:cubicBezTo>
                    <a:pt x="3979" y="836"/>
                    <a:pt x="4078" y="1095"/>
                    <a:pt x="4138" y="1393"/>
                  </a:cubicBezTo>
                  <a:cubicBezTo>
                    <a:pt x="4317" y="2348"/>
                    <a:pt x="4178" y="3263"/>
                    <a:pt x="3740" y="4039"/>
                  </a:cubicBezTo>
                  <a:cubicBezTo>
                    <a:pt x="3661" y="4178"/>
                    <a:pt x="3521" y="4238"/>
                    <a:pt x="3462" y="4138"/>
                  </a:cubicBezTo>
                  <a:cubicBezTo>
                    <a:pt x="3382" y="4039"/>
                    <a:pt x="3402" y="3860"/>
                    <a:pt x="3482" y="3681"/>
                  </a:cubicBezTo>
                  <a:cubicBezTo>
                    <a:pt x="3780" y="3144"/>
                    <a:pt x="3879" y="2487"/>
                    <a:pt x="3740" y="1751"/>
                  </a:cubicBezTo>
                  <a:cubicBezTo>
                    <a:pt x="3681" y="1493"/>
                    <a:pt x="3621" y="1254"/>
                    <a:pt x="3521" y="995"/>
                  </a:cubicBezTo>
                  <a:cubicBezTo>
                    <a:pt x="3521" y="975"/>
                    <a:pt x="3521" y="975"/>
                    <a:pt x="3482" y="955"/>
                  </a:cubicBezTo>
                  <a:lnTo>
                    <a:pt x="358" y="6307"/>
                  </a:lnTo>
                  <a:cubicBezTo>
                    <a:pt x="299" y="6426"/>
                    <a:pt x="239" y="6466"/>
                    <a:pt x="179" y="6466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3" name="Google Shape;161;p2"/>
            <p:cNvSpPr/>
            <p:nvPr/>
          </p:nvSpPr>
          <p:spPr>
            <a:xfrm>
              <a:off x="3774600" y="4862880"/>
              <a:ext cx="70920" cy="112680"/>
            </a:xfrm>
            <a:custGeom>
              <a:avLst/>
              <a:gdLst>
                <a:gd name="textAreaLeft" fmla="*/ 0 w 70920"/>
                <a:gd name="textAreaRight" fmla="*/ 71280 w 70920"/>
                <a:gd name="textAreaTop" fmla="*/ 0 h 112680"/>
                <a:gd name="textAreaBottom" fmla="*/ 113040 h 112680"/>
              </a:gdLst>
              <a:ahLst/>
              <a:cxnLst/>
              <a:rect l="textAreaLeft" t="textAreaTop" r="textAreaRight" b="textAreaBottom"/>
              <a:pathLst>
                <a:path w="2210" h="3503">
                  <a:moveTo>
                    <a:pt x="1791" y="2686"/>
                  </a:moveTo>
                  <a:cubicBezTo>
                    <a:pt x="1393" y="3383"/>
                    <a:pt x="777" y="3502"/>
                    <a:pt x="379" y="2985"/>
                  </a:cubicBezTo>
                  <a:cubicBezTo>
                    <a:pt x="1" y="2468"/>
                    <a:pt x="1" y="1493"/>
                    <a:pt x="399" y="817"/>
                  </a:cubicBezTo>
                  <a:cubicBezTo>
                    <a:pt x="797" y="160"/>
                    <a:pt x="1453" y="1"/>
                    <a:pt x="1811" y="518"/>
                  </a:cubicBezTo>
                  <a:cubicBezTo>
                    <a:pt x="2209" y="1015"/>
                    <a:pt x="2189" y="1990"/>
                    <a:pt x="1791" y="2686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6520" bIns="56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4" name="Google Shape;162;p2"/>
            <p:cNvSpPr/>
            <p:nvPr/>
          </p:nvSpPr>
          <p:spPr>
            <a:xfrm>
              <a:off x="3534120" y="4704480"/>
              <a:ext cx="111960" cy="204840"/>
            </a:xfrm>
            <a:custGeom>
              <a:avLst/>
              <a:gdLst>
                <a:gd name="textAreaLeft" fmla="*/ 0 w 111960"/>
                <a:gd name="textAreaRight" fmla="*/ 112320 w 111960"/>
                <a:gd name="textAreaTop" fmla="*/ 0 h 204840"/>
                <a:gd name="textAreaBottom" fmla="*/ 205200 h 204840"/>
              </a:gdLst>
              <a:ahLst/>
              <a:cxnLst/>
              <a:rect l="textAreaLeft" t="textAreaTop" r="textAreaRight" b="textAreaBottom"/>
              <a:pathLst>
                <a:path w="3482" h="6367">
                  <a:moveTo>
                    <a:pt x="159" y="6366"/>
                  </a:moveTo>
                  <a:cubicBezTo>
                    <a:pt x="120" y="6366"/>
                    <a:pt x="100" y="6326"/>
                    <a:pt x="80" y="6306"/>
                  </a:cubicBezTo>
                  <a:cubicBezTo>
                    <a:pt x="0" y="6227"/>
                    <a:pt x="0" y="6028"/>
                    <a:pt x="80" y="5889"/>
                  </a:cubicBezTo>
                  <a:lnTo>
                    <a:pt x="3143" y="199"/>
                  </a:lnTo>
                  <a:cubicBezTo>
                    <a:pt x="3203" y="40"/>
                    <a:pt x="3322" y="0"/>
                    <a:pt x="3402" y="60"/>
                  </a:cubicBezTo>
                  <a:cubicBezTo>
                    <a:pt x="3481" y="140"/>
                    <a:pt x="3481" y="339"/>
                    <a:pt x="3402" y="498"/>
                  </a:cubicBezTo>
                  <a:lnTo>
                    <a:pt x="338" y="6207"/>
                  </a:lnTo>
                  <a:cubicBezTo>
                    <a:pt x="299" y="6306"/>
                    <a:pt x="219" y="6366"/>
                    <a:pt x="159" y="6366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5" name="Google Shape;163;p2"/>
            <p:cNvSpPr/>
            <p:nvPr/>
          </p:nvSpPr>
          <p:spPr>
            <a:xfrm>
              <a:off x="3623040" y="4682520"/>
              <a:ext cx="70920" cy="110160"/>
            </a:xfrm>
            <a:custGeom>
              <a:avLst/>
              <a:gdLst>
                <a:gd name="textAreaLeft" fmla="*/ 0 w 70920"/>
                <a:gd name="textAreaRight" fmla="*/ 71280 w 70920"/>
                <a:gd name="textAreaTop" fmla="*/ 0 h 110160"/>
                <a:gd name="textAreaBottom" fmla="*/ 110520 h 110160"/>
              </a:gdLst>
              <a:ahLst/>
              <a:cxnLst/>
              <a:rect l="textAreaLeft" t="textAreaTop" r="textAreaRight" b="textAreaBottom"/>
              <a:pathLst>
                <a:path w="2209" h="3422">
                  <a:moveTo>
                    <a:pt x="338" y="875"/>
                  </a:moveTo>
                  <a:cubicBezTo>
                    <a:pt x="716" y="179"/>
                    <a:pt x="1373" y="0"/>
                    <a:pt x="1791" y="477"/>
                  </a:cubicBezTo>
                  <a:cubicBezTo>
                    <a:pt x="2208" y="975"/>
                    <a:pt x="2208" y="1930"/>
                    <a:pt x="1830" y="2606"/>
                  </a:cubicBezTo>
                  <a:cubicBezTo>
                    <a:pt x="1433" y="3302"/>
                    <a:pt x="816" y="3422"/>
                    <a:pt x="418" y="2964"/>
                  </a:cubicBezTo>
                  <a:cubicBezTo>
                    <a:pt x="20" y="2507"/>
                    <a:pt x="0" y="1572"/>
                    <a:pt x="338" y="87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5080" bIns="55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6" name="Google Shape;164;p2"/>
            <p:cNvSpPr/>
            <p:nvPr/>
          </p:nvSpPr>
          <p:spPr>
            <a:xfrm>
              <a:off x="3177360" y="4615920"/>
              <a:ext cx="276840" cy="298440"/>
            </a:xfrm>
            <a:custGeom>
              <a:avLst/>
              <a:gdLst>
                <a:gd name="textAreaLeft" fmla="*/ 0 w 276840"/>
                <a:gd name="textAreaRight" fmla="*/ 277200 w 276840"/>
                <a:gd name="textAreaTop" fmla="*/ 0 h 298440"/>
                <a:gd name="textAreaBottom" fmla="*/ 298800 h 298440"/>
              </a:gdLst>
              <a:ahLst/>
              <a:cxnLst/>
              <a:rect l="textAreaLeft" t="textAreaTop" r="textAreaRight" b="textAreaBottom"/>
              <a:pathLst>
                <a:path w="8595" h="9271">
                  <a:moveTo>
                    <a:pt x="5690" y="9250"/>
                  </a:moveTo>
                  <a:cubicBezTo>
                    <a:pt x="5670" y="9250"/>
                    <a:pt x="5631" y="9250"/>
                    <a:pt x="5631" y="9230"/>
                  </a:cubicBezTo>
                  <a:cubicBezTo>
                    <a:pt x="5531" y="9171"/>
                    <a:pt x="5531" y="9012"/>
                    <a:pt x="5591" y="8833"/>
                  </a:cubicBezTo>
                  <a:lnTo>
                    <a:pt x="8018" y="2805"/>
                  </a:lnTo>
                  <a:cubicBezTo>
                    <a:pt x="6227" y="1671"/>
                    <a:pt x="4119" y="955"/>
                    <a:pt x="1732" y="637"/>
                  </a:cubicBezTo>
                  <a:lnTo>
                    <a:pt x="399" y="6943"/>
                  </a:lnTo>
                  <a:cubicBezTo>
                    <a:pt x="359" y="7102"/>
                    <a:pt x="240" y="7241"/>
                    <a:pt x="140" y="7201"/>
                  </a:cubicBezTo>
                  <a:cubicBezTo>
                    <a:pt x="41" y="7181"/>
                    <a:pt x="1" y="7062"/>
                    <a:pt x="21" y="6883"/>
                  </a:cubicBezTo>
                  <a:lnTo>
                    <a:pt x="1493" y="0"/>
                  </a:lnTo>
                  <a:lnTo>
                    <a:pt x="1692" y="20"/>
                  </a:lnTo>
                  <a:cubicBezTo>
                    <a:pt x="4278" y="299"/>
                    <a:pt x="6565" y="1074"/>
                    <a:pt x="8455" y="2328"/>
                  </a:cubicBezTo>
                  <a:lnTo>
                    <a:pt x="8595" y="2427"/>
                  </a:lnTo>
                  <a:lnTo>
                    <a:pt x="5909" y="9031"/>
                  </a:lnTo>
                  <a:cubicBezTo>
                    <a:pt x="5869" y="9171"/>
                    <a:pt x="5770" y="9270"/>
                    <a:pt x="5690" y="925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7" name="Google Shape;165;p2"/>
            <p:cNvSpPr/>
            <p:nvPr/>
          </p:nvSpPr>
          <p:spPr>
            <a:xfrm>
              <a:off x="3139560" y="4794120"/>
              <a:ext cx="54720" cy="86400"/>
            </a:xfrm>
            <a:custGeom>
              <a:avLst/>
              <a:gdLst>
                <a:gd name="textAreaLeft" fmla="*/ 0 w 54720"/>
                <a:gd name="textAreaRight" fmla="*/ 55080 w 54720"/>
                <a:gd name="textAreaTop" fmla="*/ 0 h 86400"/>
                <a:gd name="textAreaBottom" fmla="*/ 86760 h 86400"/>
              </a:gdLst>
              <a:ahLst/>
              <a:cxnLst/>
              <a:rect l="textAreaLeft" t="textAreaTop" r="textAreaRight" b="textAreaBottom"/>
              <a:pathLst>
                <a:path w="1711" h="2686">
                  <a:moveTo>
                    <a:pt x="1631" y="1453"/>
                  </a:moveTo>
                  <a:cubicBezTo>
                    <a:pt x="1572" y="1831"/>
                    <a:pt x="1393" y="2129"/>
                    <a:pt x="1214" y="2348"/>
                  </a:cubicBezTo>
                  <a:cubicBezTo>
                    <a:pt x="1114" y="2447"/>
                    <a:pt x="1015" y="2547"/>
                    <a:pt x="915" y="2606"/>
                  </a:cubicBezTo>
                  <a:cubicBezTo>
                    <a:pt x="816" y="2646"/>
                    <a:pt x="696" y="2686"/>
                    <a:pt x="597" y="2686"/>
                  </a:cubicBezTo>
                  <a:cubicBezTo>
                    <a:pt x="378" y="2646"/>
                    <a:pt x="219" y="2487"/>
                    <a:pt x="120" y="2248"/>
                  </a:cubicBezTo>
                  <a:cubicBezTo>
                    <a:pt x="20" y="2010"/>
                    <a:pt x="0" y="1691"/>
                    <a:pt x="60" y="1313"/>
                  </a:cubicBezTo>
                  <a:cubicBezTo>
                    <a:pt x="179" y="597"/>
                    <a:pt x="677" y="0"/>
                    <a:pt x="1114" y="40"/>
                  </a:cubicBezTo>
                  <a:cubicBezTo>
                    <a:pt x="1234" y="40"/>
                    <a:pt x="1333" y="100"/>
                    <a:pt x="1413" y="160"/>
                  </a:cubicBezTo>
                  <a:cubicBezTo>
                    <a:pt x="1492" y="239"/>
                    <a:pt x="1572" y="358"/>
                    <a:pt x="1612" y="498"/>
                  </a:cubicBezTo>
                  <a:cubicBezTo>
                    <a:pt x="1711" y="736"/>
                    <a:pt x="1711" y="1094"/>
                    <a:pt x="1631" y="145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3200" bIns="43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8" name="Google Shape;166;p2"/>
            <p:cNvSpPr/>
            <p:nvPr/>
          </p:nvSpPr>
          <p:spPr>
            <a:xfrm>
              <a:off x="3322440" y="4849920"/>
              <a:ext cx="56160" cy="92520"/>
            </a:xfrm>
            <a:custGeom>
              <a:avLst/>
              <a:gdLst>
                <a:gd name="textAreaLeft" fmla="*/ 0 w 56160"/>
                <a:gd name="textAreaRight" fmla="*/ 56520 w 56160"/>
                <a:gd name="textAreaTop" fmla="*/ 0 h 92520"/>
                <a:gd name="textAreaBottom" fmla="*/ 92880 h 92520"/>
              </a:gdLst>
              <a:ahLst/>
              <a:cxnLst/>
              <a:rect l="textAreaLeft" t="textAreaTop" r="textAreaRight" b="textAreaBottom"/>
              <a:pathLst>
                <a:path w="1752" h="2885">
                  <a:moveTo>
                    <a:pt x="1433" y="1810"/>
                  </a:moveTo>
                  <a:cubicBezTo>
                    <a:pt x="1135" y="2507"/>
                    <a:pt x="637" y="2884"/>
                    <a:pt x="319" y="2666"/>
                  </a:cubicBezTo>
                  <a:cubicBezTo>
                    <a:pt x="140" y="2546"/>
                    <a:pt x="40" y="2347"/>
                    <a:pt x="21" y="2049"/>
                  </a:cubicBezTo>
                  <a:cubicBezTo>
                    <a:pt x="1" y="1751"/>
                    <a:pt x="21" y="1393"/>
                    <a:pt x="180" y="1015"/>
                  </a:cubicBezTo>
                  <a:cubicBezTo>
                    <a:pt x="299" y="676"/>
                    <a:pt x="498" y="378"/>
                    <a:pt x="697" y="219"/>
                  </a:cubicBezTo>
                  <a:cubicBezTo>
                    <a:pt x="896" y="80"/>
                    <a:pt x="1135" y="0"/>
                    <a:pt x="1314" y="119"/>
                  </a:cubicBezTo>
                  <a:cubicBezTo>
                    <a:pt x="1672" y="378"/>
                    <a:pt x="1751" y="1114"/>
                    <a:pt x="1433" y="181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440" bIns="46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9" name="Google Shape;167;p2"/>
            <p:cNvSpPr/>
            <p:nvPr/>
          </p:nvSpPr>
          <p:spPr>
            <a:xfrm>
              <a:off x="3236400" y="4812120"/>
              <a:ext cx="53640" cy="88200"/>
            </a:xfrm>
            <a:custGeom>
              <a:avLst/>
              <a:gdLst>
                <a:gd name="textAreaLeft" fmla="*/ 0 w 53640"/>
                <a:gd name="textAreaRight" fmla="*/ 54000 w 53640"/>
                <a:gd name="textAreaTop" fmla="*/ 0 h 88200"/>
                <a:gd name="textAreaBottom" fmla="*/ 88560 h 88200"/>
              </a:gdLst>
              <a:ahLst/>
              <a:cxnLst/>
              <a:rect l="textAreaLeft" t="textAreaTop" r="textAreaRight" b="textAreaBottom"/>
              <a:pathLst>
                <a:path w="1671" h="2746">
                  <a:moveTo>
                    <a:pt x="1552" y="1632"/>
                  </a:moveTo>
                  <a:cubicBezTo>
                    <a:pt x="1452" y="1970"/>
                    <a:pt x="1253" y="2268"/>
                    <a:pt x="1074" y="2467"/>
                  </a:cubicBezTo>
                  <a:cubicBezTo>
                    <a:pt x="875" y="2646"/>
                    <a:pt x="656" y="2746"/>
                    <a:pt x="477" y="2686"/>
                  </a:cubicBezTo>
                  <a:cubicBezTo>
                    <a:pt x="378" y="2666"/>
                    <a:pt x="298" y="2586"/>
                    <a:pt x="239" y="2487"/>
                  </a:cubicBezTo>
                  <a:cubicBezTo>
                    <a:pt x="159" y="2388"/>
                    <a:pt x="99" y="2288"/>
                    <a:pt x="80" y="2149"/>
                  </a:cubicBezTo>
                  <a:cubicBezTo>
                    <a:pt x="0" y="1870"/>
                    <a:pt x="0" y="1532"/>
                    <a:pt x="99" y="1154"/>
                  </a:cubicBezTo>
                  <a:cubicBezTo>
                    <a:pt x="199" y="776"/>
                    <a:pt x="378" y="478"/>
                    <a:pt x="577" y="279"/>
                  </a:cubicBezTo>
                  <a:cubicBezTo>
                    <a:pt x="676" y="179"/>
                    <a:pt x="776" y="100"/>
                    <a:pt x="895" y="60"/>
                  </a:cubicBezTo>
                  <a:cubicBezTo>
                    <a:pt x="995" y="0"/>
                    <a:pt x="1114" y="0"/>
                    <a:pt x="1213" y="60"/>
                  </a:cubicBezTo>
                  <a:cubicBezTo>
                    <a:pt x="1412" y="140"/>
                    <a:pt x="1572" y="339"/>
                    <a:pt x="1651" y="597"/>
                  </a:cubicBezTo>
                  <a:cubicBezTo>
                    <a:pt x="1671" y="896"/>
                    <a:pt x="1651" y="1274"/>
                    <a:pt x="1552" y="1632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4280" bIns="442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0" name="Google Shape;168;p2"/>
            <p:cNvSpPr/>
            <p:nvPr/>
          </p:nvSpPr>
          <p:spPr>
            <a:xfrm>
              <a:off x="3273480" y="4644720"/>
              <a:ext cx="75960" cy="21852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218520"/>
                <a:gd name="textAreaBottom" fmla="*/ 218880 h 218520"/>
              </a:gdLst>
              <a:ahLst/>
              <a:cxnLst/>
              <a:rect l="textAreaLeft" t="textAreaTop" r="textAreaRight" b="textAreaBottom"/>
              <a:pathLst>
                <a:path w="2369" h="6784">
                  <a:moveTo>
                    <a:pt x="339" y="6784"/>
                  </a:moveTo>
                  <a:lnTo>
                    <a:pt x="1" y="6664"/>
                  </a:lnTo>
                  <a:lnTo>
                    <a:pt x="1990" y="0"/>
                  </a:lnTo>
                  <a:lnTo>
                    <a:pt x="2368" y="12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1" name="Google Shape;169;p2"/>
            <p:cNvSpPr/>
            <p:nvPr/>
          </p:nvSpPr>
          <p:spPr>
            <a:xfrm>
              <a:off x="3212640" y="4663800"/>
              <a:ext cx="221040" cy="92160"/>
            </a:xfrm>
            <a:custGeom>
              <a:avLst/>
              <a:gdLst>
                <a:gd name="textAreaLeft" fmla="*/ 0 w 221040"/>
                <a:gd name="textAreaRight" fmla="*/ 221400 w 221040"/>
                <a:gd name="textAreaTop" fmla="*/ 0 h 92160"/>
                <a:gd name="textAreaBottom" fmla="*/ 92520 h 92160"/>
              </a:gdLst>
              <a:ahLst/>
              <a:cxnLst/>
              <a:rect l="textAreaLeft" t="textAreaTop" r="textAreaRight" b="textAreaBottom"/>
              <a:pathLst>
                <a:path w="6864" h="2865">
                  <a:moveTo>
                    <a:pt x="6585" y="2865"/>
                  </a:moveTo>
                  <a:cubicBezTo>
                    <a:pt x="6566" y="2865"/>
                    <a:pt x="6526" y="2865"/>
                    <a:pt x="6526" y="2845"/>
                  </a:cubicBezTo>
                  <a:cubicBezTo>
                    <a:pt x="4716" y="1611"/>
                    <a:pt x="2627" y="895"/>
                    <a:pt x="140" y="617"/>
                  </a:cubicBezTo>
                  <a:cubicBezTo>
                    <a:pt x="41" y="617"/>
                    <a:pt x="1" y="478"/>
                    <a:pt x="21" y="299"/>
                  </a:cubicBezTo>
                  <a:cubicBezTo>
                    <a:pt x="41" y="120"/>
                    <a:pt x="160" y="0"/>
                    <a:pt x="260" y="20"/>
                  </a:cubicBezTo>
                  <a:cubicBezTo>
                    <a:pt x="2806" y="299"/>
                    <a:pt x="4914" y="1054"/>
                    <a:pt x="6764" y="2288"/>
                  </a:cubicBezTo>
                  <a:cubicBezTo>
                    <a:pt x="6864" y="2347"/>
                    <a:pt x="6864" y="2507"/>
                    <a:pt x="6804" y="2686"/>
                  </a:cubicBezTo>
                  <a:cubicBezTo>
                    <a:pt x="6764" y="2785"/>
                    <a:pt x="6665" y="2865"/>
                    <a:pt x="6585" y="286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080" bIns="46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2" name="Google Shape;170;p2"/>
            <p:cNvSpPr/>
            <p:nvPr/>
          </p:nvSpPr>
          <p:spPr>
            <a:xfrm>
              <a:off x="57960" y="372816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1" h="1">
                  <a:moveTo>
                    <a:pt x="1" y="1"/>
                  </a:moveTo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pic>
        <p:nvPicPr>
          <p:cNvPr id="163" name="Google Shape;171;p2" descr=""/>
          <p:cNvPicPr/>
          <p:nvPr/>
        </p:nvPicPr>
        <p:blipFill>
          <a:blip r:embed="rId6"/>
          <a:stretch/>
        </p:blipFill>
        <p:spPr>
          <a:xfrm rot="20292000">
            <a:off x="-116640" y="1919880"/>
            <a:ext cx="1670760" cy="4020120"/>
          </a:xfrm>
          <a:prstGeom prst="rect">
            <a:avLst/>
          </a:prstGeom>
          <a:noFill/>
          <a:ln w="0">
            <a:noFill/>
          </a:ln>
          <a:effectLst>
            <a:outerShdw algn="bl" blurRad="57240" dir="5400000" dist="19080" rotWithShape="0">
              <a:srgbClr val="000000">
                <a:alpha val="50000"/>
              </a:srgbClr>
            </a:outerShdw>
          </a:effectLst>
        </p:spPr>
      </p:pic>
      <p:grpSp>
        <p:nvGrpSpPr>
          <p:cNvPr id="164" name="Google Shape;172;p2"/>
          <p:cNvGrpSpPr/>
          <p:nvPr/>
        </p:nvGrpSpPr>
        <p:grpSpPr>
          <a:xfrm>
            <a:off x="1504440" y="4030560"/>
            <a:ext cx="140400" cy="140400"/>
            <a:chOff x="1504440" y="4030560"/>
            <a:chExt cx="140400" cy="140400"/>
          </a:xfrm>
        </p:grpSpPr>
        <p:sp>
          <p:nvSpPr>
            <p:cNvPr id="165" name="Google Shape;173;p2"/>
            <p:cNvSpPr/>
            <p:nvPr/>
          </p:nvSpPr>
          <p:spPr>
            <a:xfrm>
              <a:off x="1571040" y="4030560"/>
              <a:ext cx="8280" cy="58320"/>
            </a:xfrm>
            <a:custGeom>
              <a:avLst/>
              <a:gdLst>
                <a:gd name="textAreaLeft" fmla="*/ 0 w 8280"/>
                <a:gd name="textAreaRight" fmla="*/ 8640 w 8280"/>
                <a:gd name="textAreaTop" fmla="*/ 0 h 58320"/>
                <a:gd name="textAreaBottom" fmla="*/ 58680 h 58320"/>
              </a:gdLst>
              <a:ahLst/>
              <a:cxnLst/>
              <a:rect l="textAreaLeft" t="textAreaTop" r="textAreaRight" b="textAreaBottom"/>
              <a:pathLst>
                <a:path w="339" h="2348">
                  <a:moveTo>
                    <a:pt x="180" y="0"/>
                  </a:moveTo>
                  <a:cubicBezTo>
                    <a:pt x="80" y="0"/>
                    <a:pt x="1" y="80"/>
                    <a:pt x="1" y="179"/>
                  </a:cubicBezTo>
                  <a:lnTo>
                    <a:pt x="1" y="2169"/>
                  </a:lnTo>
                  <a:cubicBezTo>
                    <a:pt x="1" y="2268"/>
                    <a:pt x="80" y="2348"/>
                    <a:pt x="180" y="2348"/>
                  </a:cubicBezTo>
                  <a:cubicBezTo>
                    <a:pt x="239" y="2348"/>
                    <a:pt x="319" y="2268"/>
                    <a:pt x="339" y="2169"/>
                  </a:cubicBezTo>
                  <a:lnTo>
                    <a:pt x="339" y="179"/>
                  </a:lnTo>
                  <a:cubicBezTo>
                    <a:pt x="339" y="80"/>
                    <a:pt x="279" y="0"/>
                    <a:pt x="18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9160" bIns="291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6" name="Google Shape;174;p2"/>
            <p:cNvSpPr/>
            <p:nvPr/>
          </p:nvSpPr>
          <p:spPr>
            <a:xfrm>
              <a:off x="1571040" y="4112640"/>
              <a:ext cx="8280" cy="58320"/>
            </a:xfrm>
            <a:custGeom>
              <a:avLst/>
              <a:gdLst>
                <a:gd name="textAreaLeft" fmla="*/ 0 w 8280"/>
                <a:gd name="textAreaRight" fmla="*/ 8640 w 8280"/>
                <a:gd name="textAreaTop" fmla="*/ 0 h 58320"/>
                <a:gd name="textAreaBottom" fmla="*/ 58680 h 58320"/>
              </a:gdLst>
              <a:ahLst/>
              <a:cxnLst/>
              <a:rect l="textAreaLeft" t="textAreaTop" r="textAreaRight" b="textAreaBottom"/>
              <a:pathLst>
                <a:path w="339" h="2349">
                  <a:moveTo>
                    <a:pt x="180" y="1"/>
                  </a:moveTo>
                  <a:cubicBezTo>
                    <a:pt x="80" y="1"/>
                    <a:pt x="1" y="80"/>
                    <a:pt x="1" y="180"/>
                  </a:cubicBezTo>
                  <a:lnTo>
                    <a:pt x="1" y="2169"/>
                  </a:lnTo>
                  <a:cubicBezTo>
                    <a:pt x="1" y="2269"/>
                    <a:pt x="80" y="2348"/>
                    <a:pt x="180" y="2348"/>
                  </a:cubicBezTo>
                  <a:cubicBezTo>
                    <a:pt x="239" y="2348"/>
                    <a:pt x="319" y="2269"/>
                    <a:pt x="339" y="2169"/>
                  </a:cubicBezTo>
                  <a:lnTo>
                    <a:pt x="339" y="180"/>
                  </a:lnTo>
                  <a:cubicBezTo>
                    <a:pt x="339" y="80"/>
                    <a:pt x="279" y="1"/>
                    <a:pt x="18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9160" bIns="291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7" name="Google Shape;175;p2"/>
            <p:cNvSpPr/>
            <p:nvPr/>
          </p:nvSpPr>
          <p:spPr>
            <a:xfrm>
              <a:off x="1586520" y="4096800"/>
              <a:ext cx="58320" cy="8280"/>
            </a:xfrm>
            <a:custGeom>
              <a:avLst/>
              <a:gdLst>
                <a:gd name="textAreaLeft" fmla="*/ 0 w 58320"/>
                <a:gd name="textAreaRight" fmla="*/ 58680 w 58320"/>
                <a:gd name="textAreaTop" fmla="*/ 0 h 8280"/>
                <a:gd name="textAreaBottom" fmla="*/ 8640 h 8280"/>
              </a:gdLst>
              <a:ahLst/>
              <a:cxnLst/>
              <a:rect l="textAreaLeft" t="textAreaTop" r="textAreaRight" b="textAreaBottom"/>
              <a:pathLst>
                <a:path w="2348" h="339">
                  <a:moveTo>
                    <a:pt x="179" y="0"/>
                  </a:moveTo>
                  <a:cubicBezTo>
                    <a:pt x="80" y="0"/>
                    <a:pt x="0" y="60"/>
                    <a:pt x="0" y="159"/>
                  </a:cubicBezTo>
                  <a:cubicBezTo>
                    <a:pt x="0" y="279"/>
                    <a:pt x="80" y="338"/>
                    <a:pt x="179" y="338"/>
                  </a:cubicBezTo>
                  <a:lnTo>
                    <a:pt x="2168" y="338"/>
                  </a:lnTo>
                  <a:cubicBezTo>
                    <a:pt x="2268" y="338"/>
                    <a:pt x="2348" y="279"/>
                    <a:pt x="2348" y="159"/>
                  </a:cubicBezTo>
                  <a:cubicBezTo>
                    <a:pt x="2348" y="60"/>
                    <a:pt x="2268" y="0"/>
                    <a:pt x="216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320" bIns="43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8" name="Google Shape;176;p2"/>
            <p:cNvSpPr/>
            <p:nvPr/>
          </p:nvSpPr>
          <p:spPr>
            <a:xfrm>
              <a:off x="1504440" y="4096800"/>
              <a:ext cx="58320" cy="8280"/>
            </a:xfrm>
            <a:custGeom>
              <a:avLst/>
              <a:gdLst>
                <a:gd name="textAreaLeft" fmla="*/ 0 w 58320"/>
                <a:gd name="textAreaRight" fmla="*/ 58680 w 58320"/>
                <a:gd name="textAreaTop" fmla="*/ 0 h 8280"/>
                <a:gd name="textAreaBottom" fmla="*/ 8640 h 8280"/>
              </a:gdLst>
              <a:ahLst/>
              <a:cxnLst/>
              <a:rect l="textAreaLeft" t="textAreaTop" r="textAreaRight" b="textAreaBottom"/>
              <a:pathLst>
                <a:path w="2349" h="339">
                  <a:moveTo>
                    <a:pt x="180" y="0"/>
                  </a:moveTo>
                  <a:cubicBezTo>
                    <a:pt x="80" y="0"/>
                    <a:pt x="1" y="60"/>
                    <a:pt x="1" y="159"/>
                  </a:cubicBezTo>
                  <a:cubicBezTo>
                    <a:pt x="1" y="279"/>
                    <a:pt x="80" y="338"/>
                    <a:pt x="180" y="338"/>
                  </a:cubicBezTo>
                  <a:lnTo>
                    <a:pt x="2169" y="338"/>
                  </a:lnTo>
                  <a:cubicBezTo>
                    <a:pt x="2269" y="338"/>
                    <a:pt x="2348" y="279"/>
                    <a:pt x="2348" y="159"/>
                  </a:cubicBezTo>
                  <a:cubicBezTo>
                    <a:pt x="2348" y="60"/>
                    <a:pt x="2269" y="0"/>
                    <a:pt x="2169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320" bIns="43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9" name="Google Shape;177;p2"/>
            <p:cNvSpPr/>
            <p:nvPr/>
          </p:nvSpPr>
          <p:spPr>
            <a:xfrm>
              <a:off x="1581480" y="4060800"/>
              <a:ext cx="33840" cy="33120"/>
            </a:xfrm>
            <a:custGeom>
              <a:avLst/>
              <a:gdLst>
                <a:gd name="textAreaLeft" fmla="*/ 0 w 33840"/>
                <a:gd name="textAreaRight" fmla="*/ 34200 w 33840"/>
                <a:gd name="textAreaTop" fmla="*/ 0 h 33120"/>
                <a:gd name="textAreaBottom" fmla="*/ 33480 h 33120"/>
              </a:gdLst>
              <a:ahLst/>
              <a:cxnLst/>
              <a:rect l="textAreaLeft" t="textAreaTop" r="textAreaRight" b="textAreaBottom"/>
              <a:pathLst>
                <a:path w="1373" h="1334">
                  <a:moveTo>
                    <a:pt x="1166" y="1"/>
                  </a:moveTo>
                  <a:cubicBezTo>
                    <a:pt x="1124" y="1"/>
                    <a:pt x="1084" y="21"/>
                    <a:pt x="1055" y="61"/>
                  </a:cubicBezTo>
                  <a:lnTo>
                    <a:pt x="80" y="1035"/>
                  </a:lnTo>
                  <a:cubicBezTo>
                    <a:pt x="0" y="1095"/>
                    <a:pt x="0" y="1214"/>
                    <a:pt x="80" y="1274"/>
                  </a:cubicBezTo>
                  <a:cubicBezTo>
                    <a:pt x="100" y="1314"/>
                    <a:pt x="159" y="1334"/>
                    <a:pt x="199" y="1334"/>
                  </a:cubicBezTo>
                  <a:cubicBezTo>
                    <a:pt x="259" y="1334"/>
                    <a:pt x="299" y="1314"/>
                    <a:pt x="319" y="1274"/>
                  </a:cubicBezTo>
                  <a:lnTo>
                    <a:pt x="1293" y="319"/>
                  </a:lnTo>
                  <a:cubicBezTo>
                    <a:pt x="1373" y="240"/>
                    <a:pt x="1373" y="140"/>
                    <a:pt x="1293" y="61"/>
                  </a:cubicBezTo>
                  <a:cubicBezTo>
                    <a:pt x="1254" y="21"/>
                    <a:pt x="1209" y="1"/>
                    <a:pt x="1166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6560" bIns="165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0" name="Google Shape;178;p2"/>
            <p:cNvSpPr/>
            <p:nvPr/>
          </p:nvSpPr>
          <p:spPr>
            <a:xfrm>
              <a:off x="1534320" y="4108320"/>
              <a:ext cx="33840" cy="33120"/>
            </a:xfrm>
            <a:custGeom>
              <a:avLst/>
              <a:gdLst>
                <a:gd name="textAreaLeft" fmla="*/ 0 w 33840"/>
                <a:gd name="textAreaRight" fmla="*/ 34200 w 33840"/>
                <a:gd name="textAreaTop" fmla="*/ 0 h 33120"/>
                <a:gd name="textAreaBottom" fmla="*/ 33480 h 33120"/>
              </a:gdLst>
              <a:ahLst/>
              <a:cxnLst/>
              <a:rect l="textAreaLeft" t="textAreaTop" r="textAreaRight" b="textAreaBottom"/>
              <a:pathLst>
                <a:path w="1374" h="1334">
                  <a:moveTo>
                    <a:pt x="1167" y="1"/>
                  </a:moveTo>
                  <a:cubicBezTo>
                    <a:pt x="1124" y="1"/>
                    <a:pt x="1085" y="21"/>
                    <a:pt x="1055" y="60"/>
                  </a:cubicBezTo>
                  <a:lnTo>
                    <a:pt x="80" y="1035"/>
                  </a:lnTo>
                  <a:cubicBezTo>
                    <a:pt x="0" y="1095"/>
                    <a:pt x="0" y="1194"/>
                    <a:pt x="80" y="1274"/>
                  </a:cubicBezTo>
                  <a:cubicBezTo>
                    <a:pt x="100" y="1294"/>
                    <a:pt x="160" y="1334"/>
                    <a:pt x="199" y="1334"/>
                  </a:cubicBezTo>
                  <a:cubicBezTo>
                    <a:pt x="259" y="1334"/>
                    <a:pt x="279" y="1314"/>
                    <a:pt x="319" y="1274"/>
                  </a:cubicBezTo>
                  <a:lnTo>
                    <a:pt x="1293" y="299"/>
                  </a:lnTo>
                  <a:cubicBezTo>
                    <a:pt x="1373" y="239"/>
                    <a:pt x="1373" y="140"/>
                    <a:pt x="1293" y="60"/>
                  </a:cubicBezTo>
                  <a:cubicBezTo>
                    <a:pt x="1254" y="21"/>
                    <a:pt x="1209" y="1"/>
                    <a:pt x="1167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6560" bIns="165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1" name="Google Shape;179;p2"/>
            <p:cNvSpPr/>
            <p:nvPr/>
          </p:nvSpPr>
          <p:spPr>
            <a:xfrm>
              <a:off x="1581480" y="4108320"/>
              <a:ext cx="33840" cy="33120"/>
            </a:xfrm>
            <a:custGeom>
              <a:avLst/>
              <a:gdLst>
                <a:gd name="textAreaLeft" fmla="*/ 0 w 33840"/>
                <a:gd name="textAreaRight" fmla="*/ 34200 w 33840"/>
                <a:gd name="textAreaTop" fmla="*/ 0 h 33120"/>
                <a:gd name="textAreaBottom" fmla="*/ 33480 h 33120"/>
              </a:gdLst>
              <a:ahLst/>
              <a:cxnLst/>
              <a:rect l="textAreaLeft" t="textAreaTop" r="textAreaRight" b="textAreaBottom"/>
              <a:pathLst>
                <a:path w="1373" h="1334">
                  <a:moveTo>
                    <a:pt x="207" y="1"/>
                  </a:moveTo>
                  <a:cubicBezTo>
                    <a:pt x="164" y="1"/>
                    <a:pt x="120" y="21"/>
                    <a:pt x="80" y="60"/>
                  </a:cubicBezTo>
                  <a:cubicBezTo>
                    <a:pt x="0" y="140"/>
                    <a:pt x="0" y="239"/>
                    <a:pt x="80" y="299"/>
                  </a:cubicBezTo>
                  <a:lnTo>
                    <a:pt x="1055" y="1274"/>
                  </a:lnTo>
                  <a:cubicBezTo>
                    <a:pt x="1074" y="1294"/>
                    <a:pt x="1114" y="1334"/>
                    <a:pt x="1174" y="1334"/>
                  </a:cubicBezTo>
                  <a:cubicBezTo>
                    <a:pt x="1214" y="1334"/>
                    <a:pt x="1273" y="1314"/>
                    <a:pt x="1293" y="1274"/>
                  </a:cubicBezTo>
                  <a:cubicBezTo>
                    <a:pt x="1373" y="1194"/>
                    <a:pt x="1373" y="1095"/>
                    <a:pt x="1293" y="1035"/>
                  </a:cubicBezTo>
                  <a:lnTo>
                    <a:pt x="319" y="60"/>
                  </a:lnTo>
                  <a:cubicBezTo>
                    <a:pt x="289" y="21"/>
                    <a:pt x="249" y="1"/>
                    <a:pt x="207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6560" bIns="165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2" name="Google Shape;180;p2"/>
            <p:cNvSpPr/>
            <p:nvPr/>
          </p:nvSpPr>
          <p:spPr>
            <a:xfrm>
              <a:off x="1534320" y="4060800"/>
              <a:ext cx="33840" cy="33120"/>
            </a:xfrm>
            <a:custGeom>
              <a:avLst/>
              <a:gdLst>
                <a:gd name="textAreaLeft" fmla="*/ 0 w 33840"/>
                <a:gd name="textAreaRight" fmla="*/ 34200 w 33840"/>
                <a:gd name="textAreaTop" fmla="*/ 0 h 33120"/>
                <a:gd name="textAreaBottom" fmla="*/ 33480 h 33120"/>
              </a:gdLst>
              <a:ahLst/>
              <a:cxnLst/>
              <a:rect l="textAreaLeft" t="textAreaTop" r="textAreaRight" b="textAreaBottom"/>
              <a:pathLst>
                <a:path w="1374" h="1334">
                  <a:moveTo>
                    <a:pt x="207" y="1"/>
                  </a:moveTo>
                  <a:cubicBezTo>
                    <a:pt x="165" y="1"/>
                    <a:pt x="120" y="21"/>
                    <a:pt x="80" y="61"/>
                  </a:cubicBezTo>
                  <a:cubicBezTo>
                    <a:pt x="0" y="140"/>
                    <a:pt x="0" y="240"/>
                    <a:pt x="80" y="319"/>
                  </a:cubicBezTo>
                  <a:lnTo>
                    <a:pt x="1055" y="1274"/>
                  </a:lnTo>
                  <a:cubicBezTo>
                    <a:pt x="1075" y="1314"/>
                    <a:pt x="1114" y="1334"/>
                    <a:pt x="1174" y="1334"/>
                  </a:cubicBezTo>
                  <a:cubicBezTo>
                    <a:pt x="1214" y="1334"/>
                    <a:pt x="1254" y="1314"/>
                    <a:pt x="1293" y="1274"/>
                  </a:cubicBezTo>
                  <a:cubicBezTo>
                    <a:pt x="1373" y="1214"/>
                    <a:pt x="1373" y="1095"/>
                    <a:pt x="1293" y="1035"/>
                  </a:cubicBezTo>
                  <a:lnTo>
                    <a:pt x="319" y="61"/>
                  </a:lnTo>
                  <a:cubicBezTo>
                    <a:pt x="289" y="21"/>
                    <a:pt x="249" y="1"/>
                    <a:pt x="207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6560" bIns="165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73" name="Google Shape;181;p2"/>
          <p:cNvGrpSpPr/>
          <p:nvPr/>
        </p:nvGrpSpPr>
        <p:grpSpPr>
          <a:xfrm>
            <a:off x="1706760" y="3522240"/>
            <a:ext cx="226440" cy="226440"/>
            <a:chOff x="1706760" y="3522240"/>
            <a:chExt cx="226440" cy="226440"/>
          </a:xfrm>
        </p:grpSpPr>
        <p:sp>
          <p:nvSpPr>
            <p:cNvPr id="174" name="Google Shape;182;p2"/>
            <p:cNvSpPr/>
            <p:nvPr/>
          </p:nvSpPr>
          <p:spPr>
            <a:xfrm>
              <a:off x="1814040" y="3522240"/>
              <a:ext cx="13320" cy="94320"/>
            </a:xfrm>
            <a:custGeom>
              <a:avLst/>
              <a:gdLst>
                <a:gd name="textAreaLeft" fmla="*/ 0 w 13320"/>
                <a:gd name="textAreaRight" fmla="*/ 13680 w 13320"/>
                <a:gd name="textAreaTop" fmla="*/ 0 h 94320"/>
                <a:gd name="textAreaBottom" fmla="*/ 94680 h 94320"/>
              </a:gdLst>
              <a:ahLst/>
              <a:cxnLst/>
              <a:rect l="textAreaLeft" t="textAreaTop" r="textAreaRight" b="textAreaBottom"/>
              <a:pathLst>
                <a:path w="339" h="2348">
                  <a:moveTo>
                    <a:pt x="180" y="0"/>
                  </a:moveTo>
                  <a:cubicBezTo>
                    <a:pt x="80" y="0"/>
                    <a:pt x="1" y="80"/>
                    <a:pt x="1" y="179"/>
                  </a:cubicBezTo>
                  <a:lnTo>
                    <a:pt x="1" y="2169"/>
                  </a:lnTo>
                  <a:cubicBezTo>
                    <a:pt x="1" y="2268"/>
                    <a:pt x="80" y="2348"/>
                    <a:pt x="180" y="2348"/>
                  </a:cubicBezTo>
                  <a:cubicBezTo>
                    <a:pt x="239" y="2348"/>
                    <a:pt x="319" y="2268"/>
                    <a:pt x="339" y="2169"/>
                  </a:cubicBezTo>
                  <a:lnTo>
                    <a:pt x="339" y="179"/>
                  </a:lnTo>
                  <a:cubicBezTo>
                    <a:pt x="339" y="80"/>
                    <a:pt x="279" y="0"/>
                    <a:pt x="18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7160" bIns="471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5" name="Google Shape;183;p2"/>
            <p:cNvSpPr/>
            <p:nvPr/>
          </p:nvSpPr>
          <p:spPr>
            <a:xfrm>
              <a:off x="1814040" y="3654360"/>
              <a:ext cx="13320" cy="94320"/>
            </a:xfrm>
            <a:custGeom>
              <a:avLst/>
              <a:gdLst>
                <a:gd name="textAreaLeft" fmla="*/ 0 w 13320"/>
                <a:gd name="textAreaRight" fmla="*/ 13680 w 13320"/>
                <a:gd name="textAreaTop" fmla="*/ 0 h 94320"/>
                <a:gd name="textAreaBottom" fmla="*/ 94680 h 94320"/>
              </a:gdLst>
              <a:ahLst/>
              <a:cxnLst/>
              <a:rect l="textAreaLeft" t="textAreaTop" r="textAreaRight" b="textAreaBottom"/>
              <a:pathLst>
                <a:path w="339" h="2349">
                  <a:moveTo>
                    <a:pt x="180" y="1"/>
                  </a:moveTo>
                  <a:cubicBezTo>
                    <a:pt x="80" y="1"/>
                    <a:pt x="1" y="80"/>
                    <a:pt x="1" y="180"/>
                  </a:cubicBezTo>
                  <a:lnTo>
                    <a:pt x="1" y="2169"/>
                  </a:lnTo>
                  <a:cubicBezTo>
                    <a:pt x="1" y="2269"/>
                    <a:pt x="80" y="2348"/>
                    <a:pt x="180" y="2348"/>
                  </a:cubicBezTo>
                  <a:cubicBezTo>
                    <a:pt x="239" y="2348"/>
                    <a:pt x="319" y="2269"/>
                    <a:pt x="339" y="2169"/>
                  </a:cubicBezTo>
                  <a:lnTo>
                    <a:pt x="339" y="180"/>
                  </a:lnTo>
                  <a:cubicBezTo>
                    <a:pt x="339" y="80"/>
                    <a:pt x="279" y="1"/>
                    <a:pt x="18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7160" bIns="471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6" name="Google Shape;184;p2"/>
            <p:cNvSpPr/>
            <p:nvPr/>
          </p:nvSpPr>
          <p:spPr>
            <a:xfrm>
              <a:off x="1838880" y="3628800"/>
              <a:ext cx="94320" cy="13320"/>
            </a:xfrm>
            <a:custGeom>
              <a:avLst/>
              <a:gdLst>
                <a:gd name="textAreaLeft" fmla="*/ 0 w 94320"/>
                <a:gd name="textAreaRight" fmla="*/ 94680 w 94320"/>
                <a:gd name="textAreaTop" fmla="*/ 0 h 13320"/>
                <a:gd name="textAreaBottom" fmla="*/ 13680 h 13320"/>
              </a:gdLst>
              <a:ahLst/>
              <a:cxnLst/>
              <a:rect l="textAreaLeft" t="textAreaTop" r="textAreaRight" b="textAreaBottom"/>
              <a:pathLst>
                <a:path w="2348" h="339">
                  <a:moveTo>
                    <a:pt x="179" y="0"/>
                  </a:moveTo>
                  <a:cubicBezTo>
                    <a:pt x="80" y="0"/>
                    <a:pt x="0" y="60"/>
                    <a:pt x="0" y="159"/>
                  </a:cubicBezTo>
                  <a:cubicBezTo>
                    <a:pt x="0" y="279"/>
                    <a:pt x="80" y="338"/>
                    <a:pt x="179" y="338"/>
                  </a:cubicBezTo>
                  <a:lnTo>
                    <a:pt x="2168" y="338"/>
                  </a:lnTo>
                  <a:cubicBezTo>
                    <a:pt x="2268" y="338"/>
                    <a:pt x="2348" y="279"/>
                    <a:pt x="2348" y="159"/>
                  </a:cubicBezTo>
                  <a:cubicBezTo>
                    <a:pt x="2348" y="60"/>
                    <a:pt x="2268" y="0"/>
                    <a:pt x="216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840" bIns="68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7" name="Google Shape;185;p2"/>
            <p:cNvSpPr/>
            <p:nvPr/>
          </p:nvSpPr>
          <p:spPr>
            <a:xfrm>
              <a:off x="1706760" y="3628800"/>
              <a:ext cx="94320" cy="13320"/>
            </a:xfrm>
            <a:custGeom>
              <a:avLst/>
              <a:gdLst>
                <a:gd name="textAreaLeft" fmla="*/ 0 w 94320"/>
                <a:gd name="textAreaRight" fmla="*/ 94680 w 94320"/>
                <a:gd name="textAreaTop" fmla="*/ 0 h 13320"/>
                <a:gd name="textAreaBottom" fmla="*/ 13680 h 13320"/>
              </a:gdLst>
              <a:ahLst/>
              <a:cxnLst/>
              <a:rect l="textAreaLeft" t="textAreaTop" r="textAreaRight" b="textAreaBottom"/>
              <a:pathLst>
                <a:path w="2349" h="339">
                  <a:moveTo>
                    <a:pt x="180" y="0"/>
                  </a:moveTo>
                  <a:cubicBezTo>
                    <a:pt x="80" y="0"/>
                    <a:pt x="1" y="60"/>
                    <a:pt x="1" y="159"/>
                  </a:cubicBezTo>
                  <a:cubicBezTo>
                    <a:pt x="1" y="279"/>
                    <a:pt x="80" y="338"/>
                    <a:pt x="180" y="338"/>
                  </a:cubicBezTo>
                  <a:lnTo>
                    <a:pt x="2169" y="338"/>
                  </a:lnTo>
                  <a:cubicBezTo>
                    <a:pt x="2269" y="338"/>
                    <a:pt x="2348" y="279"/>
                    <a:pt x="2348" y="159"/>
                  </a:cubicBezTo>
                  <a:cubicBezTo>
                    <a:pt x="2348" y="60"/>
                    <a:pt x="2269" y="0"/>
                    <a:pt x="2169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840" bIns="68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8" name="Google Shape;186;p2"/>
            <p:cNvSpPr/>
            <p:nvPr/>
          </p:nvSpPr>
          <p:spPr>
            <a:xfrm>
              <a:off x="1830960" y="3570840"/>
              <a:ext cx="55080" cy="53280"/>
            </a:xfrm>
            <a:custGeom>
              <a:avLst/>
              <a:gdLst>
                <a:gd name="textAreaLeft" fmla="*/ 0 w 55080"/>
                <a:gd name="textAreaRight" fmla="*/ 55440 w 55080"/>
                <a:gd name="textAreaTop" fmla="*/ 0 h 53280"/>
                <a:gd name="textAreaBottom" fmla="*/ 53640 h 53280"/>
              </a:gdLst>
              <a:ahLst/>
              <a:cxnLst/>
              <a:rect l="textAreaLeft" t="textAreaTop" r="textAreaRight" b="textAreaBottom"/>
              <a:pathLst>
                <a:path w="1373" h="1334">
                  <a:moveTo>
                    <a:pt x="1166" y="1"/>
                  </a:moveTo>
                  <a:cubicBezTo>
                    <a:pt x="1124" y="1"/>
                    <a:pt x="1084" y="21"/>
                    <a:pt x="1055" y="61"/>
                  </a:cubicBezTo>
                  <a:lnTo>
                    <a:pt x="80" y="1035"/>
                  </a:lnTo>
                  <a:cubicBezTo>
                    <a:pt x="0" y="1095"/>
                    <a:pt x="0" y="1214"/>
                    <a:pt x="80" y="1274"/>
                  </a:cubicBezTo>
                  <a:cubicBezTo>
                    <a:pt x="100" y="1314"/>
                    <a:pt x="159" y="1334"/>
                    <a:pt x="199" y="1334"/>
                  </a:cubicBezTo>
                  <a:cubicBezTo>
                    <a:pt x="259" y="1334"/>
                    <a:pt x="299" y="1314"/>
                    <a:pt x="319" y="1274"/>
                  </a:cubicBezTo>
                  <a:lnTo>
                    <a:pt x="1293" y="319"/>
                  </a:lnTo>
                  <a:cubicBezTo>
                    <a:pt x="1373" y="240"/>
                    <a:pt x="1373" y="140"/>
                    <a:pt x="1293" y="61"/>
                  </a:cubicBezTo>
                  <a:cubicBezTo>
                    <a:pt x="1254" y="21"/>
                    <a:pt x="1209" y="1"/>
                    <a:pt x="1166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6640" bIns="266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9" name="Google Shape;187;p2"/>
            <p:cNvSpPr/>
            <p:nvPr/>
          </p:nvSpPr>
          <p:spPr>
            <a:xfrm>
              <a:off x="1754640" y="3647160"/>
              <a:ext cx="55080" cy="53280"/>
            </a:xfrm>
            <a:custGeom>
              <a:avLst/>
              <a:gdLst>
                <a:gd name="textAreaLeft" fmla="*/ 0 w 55080"/>
                <a:gd name="textAreaRight" fmla="*/ 55440 w 55080"/>
                <a:gd name="textAreaTop" fmla="*/ 0 h 53280"/>
                <a:gd name="textAreaBottom" fmla="*/ 53640 h 53280"/>
              </a:gdLst>
              <a:ahLst/>
              <a:cxnLst/>
              <a:rect l="textAreaLeft" t="textAreaTop" r="textAreaRight" b="textAreaBottom"/>
              <a:pathLst>
                <a:path w="1374" h="1334">
                  <a:moveTo>
                    <a:pt x="1167" y="1"/>
                  </a:moveTo>
                  <a:cubicBezTo>
                    <a:pt x="1124" y="1"/>
                    <a:pt x="1085" y="21"/>
                    <a:pt x="1055" y="60"/>
                  </a:cubicBezTo>
                  <a:lnTo>
                    <a:pt x="80" y="1035"/>
                  </a:lnTo>
                  <a:cubicBezTo>
                    <a:pt x="0" y="1095"/>
                    <a:pt x="0" y="1194"/>
                    <a:pt x="80" y="1274"/>
                  </a:cubicBezTo>
                  <a:cubicBezTo>
                    <a:pt x="100" y="1294"/>
                    <a:pt x="160" y="1334"/>
                    <a:pt x="199" y="1334"/>
                  </a:cubicBezTo>
                  <a:cubicBezTo>
                    <a:pt x="259" y="1334"/>
                    <a:pt x="279" y="1314"/>
                    <a:pt x="319" y="1274"/>
                  </a:cubicBezTo>
                  <a:lnTo>
                    <a:pt x="1293" y="299"/>
                  </a:lnTo>
                  <a:cubicBezTo>
                    <a:pt x="1373" y="239"/>
                    <a:pt x="1373" y="140"/>
                    <a:pt x="1293" y="60"/>
                  </a:cubicBezTo>
                  <a:cubicBezTo>
                    <a:pt x="1254" y="21"/>
                    <a:pt x="1209" y="1"/>
                    <a:pt x="1167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6640" bIns="266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0" name="Google Shape;188;p2"/>
            <p:cNvSpPr/>
            <p:nvPr/>
          </p:nvSpPr>
          <p:spPr>
            <a:xfrm>
              <a:off x="1830960" y="3647160"/>
              <a:ext cx="55080" cy="53280"/>
            </a:xfrm>
            <a:custGeom>
              <a:avLst/>
              <a:gdLst>
                <a:gd name="textAreaLeft" fmla="*/ 0 w 55080"/>
                <a:gd name="textAreaRight" fmla="*/ 55440 w 55080"/>
                <a:gd name="textAreaTop" fmla="*/ 0 h 53280"/>
                <a:gd name="textAreaBottom" fmla="*/ 53640 h 53280"/>
              </a:gdLst>
              <a:ahLst/>
              <a:cxnLst/>
              <a:rect l="textAreaLeft" t="textAreaTop" r="textAreaRight" b="textAreaBottom"/>
              <a:pathLst>
                <a:path w="1373" h="1334">
                  <a:moveTo>
                    <a:pt x="207" y="1"/>
                  </a:moveTo>
                  <a:cubicBezTo>
                    <a:pt x="164" y="1"/>
                    <a:pt x="120" y="21"/>
                    <a:pt x="80" y="60"/>
                  </a:cubicBezTo>
                  <a:cubicBezTo>
                    <a:pt x="0" y="140"/>
                    <a:pt x="0" y="239"/>
                    <a:pt x="80" y="299"/>
                  </a:cubicBezTo>
                  <a:lnTo>
                    <a:pt x="1055" y="1274"/>
                  </a:lnTo>
                  <a:cubicBezTo>
                    <a:pt x="1074" y="1294"/>
                    <a:pt x="1114" y="1334"/>
                    <a:pt x="1174" y="1334"/>
                  </a:cubicBezTo>
                  <a:cubicBezTo>
                    <a:pt x="1214" y="1334"/>
                    <a:pt x="1273" y="1314"/>
                    <a:pt x="1293" y="1274"/>
                  </a:cubicBezTo>
                  <a:cubicBezTo>
                    <a:pt x="1373" y="1194"/>
                    <a:pt x="1373" y="1095"/>
                    <a:pt x="1293" y="1035"/>
                  </a:cubicBezTo>
                  <a:lnTo>
                    <a:pt x="319" y="60"/>
                  </a:lnTo>
                  <a:cubicBezTo>
                    <a:pt x="289" y="21"/>
                    <a:pt x="249" y="1"/>
                    <a:pt x="207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6640" bIns="266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1" name="Google Shape;189;p2"/>
            <p:cNvSpPr/>
            <p:nvPr/>
          </p:nvSpPr>
          <p:spPr>
            <a:xfrm>
              <a:off x="1754640" y="3570840"/>
              <a:ext cx="55080" cy="53280"/>
            </a:xfrm>
            <a:custGeom>
              <a:avLst/>
              <a:gdLst>
                <a:gd name="textAreaLeft" fmla="*/ 0 w 55080"/>
                <a:gd name="textAreaRight" fmla="*/ 55440 w 55080"/>
                <a:gd name="textAreaTop" fmla="*/ 0 h 53280"/>
                <a:gd name="textAreaBottom" fmla="*/ 53640 h 53280"/>
              </a:gdLst>
              <a:ahLst/>
              <a:cxnLst/>
              <a:rect l="textAreaLeft" t="textAreaTop" r="textAreaRight" b="textAreaBottom"/>
              <a:pathLst>
                <a:path w="1374" h="1334">
                  <a:moveTo>
                    <a:pt x="207" y="1"/>
                  </a:moveTo>
                  <a:cubicBezTo>
                    <a:pt x="165" y="1"/>
                    <a:pt x="120" y="21"/>
                    <a:pt x="80" y="61"/>
                  </a:cubicBezTo>
                  <a:cubicBezTo>
                    <a:pt x="0" y="140"/>
                    <a:pt x="0" y="240"/>
                    <a:pt x="80" y="319"/>
                  </a:cubicBezTo>
                  <a:lnTo>
                    <a:pt x="1055" y="1274"/>
                  </a:lnTo>
                  <a:cubicBezTo>
                    <a:pt x="1075" y="1314"/>
                    <a:pt x="1114" y="1334"/>
                    <a:pt x="1174" y="1334"/>
                  </a:cubicBezTo>
                  <a:cubicBezTo>
                    <a:pt x="1214" y="1334"/>
                    <a:pt x="1254" y="1314"/>
                    <a:pt x="1293" y="1274"/>
                  </a:cubicBezTo>
                  <a:cubicBezTo>
                    <a:pt x="1373" y="1214"/>
                    <a:pt x="1373" y="1095"/>
                    <a:pt x="1293" y="1035"/>
                  </a:cubicBezTo>
                  <a:lnTo>
                    <a:pt x="319" y="61"/>
                  </a:lnTo>
                  <a:cubicBezTo>
                    <a:pt x="289" y="21"/>
                    <a:pt x="249" y="1"/>
                    <a:pt x="207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6640" bIns="266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82" name="Google Shape;190;p2"/>
          <p:cNvGrpSpPr/>
          <p:nvPr/>
        </p:nvGrpSpPr>
        <p:grpSpPr>
          <a:xfrm>
            <a:off x="5286600" y="722160"/>
            <a:ext cx="226800" cy="226440"/>
            <a:chOff x="5286600" y="722160"/>
            <a:chExt cx="226800" cy="226440"/>
          </a:xfrm>
        </p:grpSpPr>
        <p:sp>
          <p:nvSpPr>
            <p:cNvPr id="183" name="Google Shape;191;p2"/>
            <p:cNvSpPr/>
            <p:nvPr/>
          </p:nvSpPr>
          <p:spPr>
            <a:xfrm>
              <a:off x="5394240" y="722160"/>
              <a:ext cx="13320" cy="94320"/>
            </a:xfrm>
            <a:custGeom>
              <a:avLst/>
              <a:gdLst>
                <a:gd name="textAreaLeft" fmla="*/ 0 w 13320"/>
                <a:gd name="textAreaRight" fmla="*/ 13680 w 13320"/>
                <a:gd name="textAreaTop" fmla="*/ 0 h 94320"/>
                <a:gd name="textAreaBottom" fmla="*/ 94680 h 94320"/>
              </a:gdLst>
              <a:ahLst/>
              <a:cxnLst/>
              <a:rect l="textAreaLeft" t="textAreaTop" r="textAreaRight" b="textAreaBottom"/>
              <a:pathLst>
                <a:path w="339" h="2348">
                  <a:moveTo>
                    <a:pt x="180" y="0"/>
                  </a:moveTo>
                  <a:cubicBezTo>
                    <a:pt x="80" y="0"/>
                    <a:pt x="1" y="80"/>
                    <a:pt x="1" y="179"/>
                  </a:cubicBezTo>
                  <a:lnTo>
                    <a:pt x="1" y="2169"/>
                  </a:lnTo>
                  <a:cubicBezTo>
                    <a:pt x="1" y="2268"/>
                    <a:pt x="80" y="2348"/>
                    <a:pt x="180" y="2348"/>
                  </a:cubicBezTo>
                  <a:cubicBezTo>
                    <a:pt x="239" y="2348"/>
                    <a:pt x="319" y="2268"/>
                    <a:pt x="339" y="2169"/>
                  </a:cubicBezTo>
                  <a:lnTo>
                    <a:pt x="339" y="179"/>
                  </a:lnTo>
                  <a:cubicBezTo>
                    <a:pt x="339" y="80"/>
                    <a:pt x="279" y="0"/>
                    <a:pt x="18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7160" bIns="471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4" name="Google Shape;192;p2"/>
            <p:cNvSpPr/>
            <p:nvPr/>
          </p:nvSpPr>
          <p:spPr>
            <a:xfrm>
              <a:off x="5394240" y="854280"/>
              <a:ext cx="13320" cy="94320"/>
            </a:xfrm>
            <a:custGeom>
              <a:avLst/>
              <a:gdLst>
                <a:gd name="textAreaLeft" fmla="*/ 0 w 13320"/>
                <a:gd name="textAreaRight" fmla="*/ 13680 w 13320"/>
                <a:gd name="textAreaTop" fmla="*/ 0 h 94320"/>
                <a:gd name="textAreaBottom" fmla="*/ 94680 h 94320"/>
              </a:gdLst>
              <a:ahLst/>
              <a:cxnLst/>
              <a:rect l="textAreaLeft" t="textAreaTop" r="textAreaRight" b="textAreaBottom"/>
              <a:pathLst>
                <a:path w="339" h="2349">
                  <a:moveTo>
                    <a:pt x="180" y="1"/>
                  </a:moveTo>
                  <a:cubicBezTo>
                    <a:pt x="80" y="1"/>
                    <a:pt x="1" y="80"/>
                    <a:pt x="1" y="180"/>
                  </a:cubicBezTo>
                  <a:lnTo>
                    <a:pt x="1" y="2169"/>
                  </a:lnTo>
                  <a:cubicBezTo>
                    <a:pt x="1" y="2269"/>
                    <a:pt x="80" y="2348"/>
                    <a:pt x="180" y="2348"/>
                  </a:cubicBezTo>
                  <a:cubicBezTo>
                    <a:pt x="239" y="2348"/>
                    <a:pt x="319" y="2269"/>
                    <a:pt x="339" y="2169"/>
                  </a:cubicBezTo>
                  <a:lnTo>
                    <a:pt x="339" y="180"/>
                  </a:lnTo>
                  <a:cubicBezTo>
                    <a:pt x="339" y="80"/>
                    <a:pt x="279" y="1"/>
                    <a:pt x="18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7160" bIns="471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5" name="Google Shape;193;p2"/>
            <p:cNvSpPr/>
            <p:nvPr/>
          </p:nvSpPr>
          <p:spPr>
            <a:xfrm>
              <a:off x="5419080" y="828720"/>
              <a:ext cx="94320" cy="13320"/>
            </a:xfrm>
            <a:custGeom>
              <a:avLst/>
              <a:gdLst>
                <a:gd name="textAreaLeft" fmla="*/ 0 w 94320"/>
                <a:gd name="textAreaRight" fmla="*/ 94680 w 94320"/>
                <a:gd name="textAreaTop" fmla="*/ 0 h 13320"/>
                <a:gd name="textAreaBottom" fmla="*/ 13680 h 13320"/>
              </a:gdLst>
              <a:ahLst/>
              <a:cxnLst/>
              <a:rect l="textAreaLeft" t="textAreaTop" r="textAreaRight" b="textAreaBottom"/>
              <a:pathLst>
                <a:path w="2348" h="339">
                  <a:moveTo>
                    <a:pt x="179" y="0"/>
                  </a:moveTo>
                  <a:cubicBezTo>
                    <a:pt x="80" y="0"/>
                    <a:pt x="0" y="60"/>
                    <a:pt x="0" y="159"/>
                  </a:cubicBezTo>
                  <a:cubicBezTo>
                    <a:pt x="0" y="279"/>
                    <a:pt x="80" y="338"/>
                    <a:pt x="179" y="338"/>
                  </a:cubicBezTo>
                  <a:lnTo>
                    <a:pt x="2168" y="338"/>
                  </a:lnTo>
                  <a:cubicBezTo>
                    <a:pt x="2268" y="338"/>
                    <a:pt x="2348" y="279"/>
                    <a:pt x="2348" y="159"/>
                  </a:cubicBezTo>
                  <a:cubicBezTo>
                    <a:pt x="2348" y="60"/>
                    <a:pt x="2268" y="0"/>
                    <a:pt x="216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840" bIns="68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6" name="Google Shape;194;p2"/>
            <p:cNvSpPr/>
            <p:nvPr/>
          </p:nvSpPr>
          <p:spPr>
            <a:xfrm>
              <a:off x="5286600" y="828720"/>
              <a:ext cx="94320" cy="13320"/>
            </a:xfrm>
            <a:custGeom>
              <a:avLst/>
              <a:gdLst>
                <a:gd name="textAreaLeft" fmla="*/ 0 w 94320"/>
                <a:gd name="textAreaRight" fmla="*/ 94680 w 94320"/>
                <a:gd name="textAreaTop" fmla="*/ 0 h 13320"/>
                <a:gd name="textAreaBottom" fmla="*/ 13680 h 13320"/>
              </a:gdLst>
              <a:ahLst/>
              <a:cxnLst/>
              <a:rect l="textAreaLeft" t="textAreaTop" r="textAreaRight" b="textAreaBottom"/>
              <a:pathLst>
                <a:path w="2349" h="339">
                  <a:moveTo>
                    <a:pt x="180" y="0"/>
                  </a:moveTo>
                  <a:cubicBezTo>
                    <a:pt x="80" y="0"/>
                    <a:pt x="1" y="60"/>
                    <a:pt x="1" y="159"/>
                  </a:cubicBezTo>
                  <a:cubicBezTo>
                    <a:pt x="1" y="279"/>
                    <a:pt x="80" y="338"/>
                    <a:pt x="180" y="338"/>
                  </a:cubicBezTo>
                  <a:lnTo>
                    <a:pt x="2169" y="338"/>
                  </a:lnTo>
                  <a:cubicBezTo>
                    <a:pt x="2269" y="338"/>
                    <a:pt x="2348" y="279"/>
                    <a:pt x="2348" y="159"/>
                  </a:cubicBezTo>
                  <a:cubicBezTo>
                    <a:pt x="2348" y="60"/>
                    <a:pt x="2269" y="0"/>
                    <a:pt x="2169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840" bIns="68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7" name="Google Shape;195;p2"/>
            <p:cNvSpPr/>
            <p:nvPr/>
          </p:nvSpPr>
          <p:spPr>
            <a:xfrm>
              <a:off x="5410800" y="771120"/>
              <a:ext cx="55080" cy="53280"/>
            </a:xfrm>
            <a:custGeom>
              <a:avLst/>
              <a:gdLst>
                <a:gd name="textAreaLeft" fmla="*/ 0 w 55080"/>
                <a:gd name="textAreaRight" fmla="*/ 55440 w 55080"/>
                <a:gd name="textAreaTop" fmla="*/ 0 h 53280"/>
                <a:gd name="textAreaBottom" fmla="*/ 53640 h 53280"/>
              </a:gdLst>
              <a:ahLst/>
              <a:cxnLst/>
              <a:rect l="textAreaLeft" t="textAreaTop" r="textAreaRight" b="textAreaBottom"/>
              <a:pathLst>
                <a:path w="1373" h="1334">
                  <a:moveTo>
                    <a:pt x="1166" y="1"/>
                  </a:moveTo>
                  <a:cubicBezTo>
                    <a:pt x="1124" y="1"/>
                    <a:pt x="1084" y="21"/>
                    <a:pt x="1055" y="61"/>
                  </a:cubicBezTo>
                  <a:lnTo>
                    <a:pt x="80" y="1035"/>
                  </a:lnTo>
                  <a:cubicBezTo>
                    <a:pt x="0" y="1095"/>
                    <a:pt x="0" y="1214"/>
                    <a:pt x="80" y="1274"/>
                  </a:cubicBezTo>
                  <a:cubicBezTo>
                    <a:pt x="100" y="1314"/>
                    <a:pt x="159" y="1334"/>
                    <a:pt x="199" y="1334"/>
                  </a:cubicBezTo>
                  <a:cubicBezTo>
                    <a:pt x="259" y="1334"/>
                    <a:pt x="299" y="1314"/>
                    <a:pt x="319" y="1274"/>
                  </a:cubicBezTo>
                  <a:lnTo>
                    <a:pt x="1293" y="319"/>
                  </a:lnTo>
                  <a:cubicBezTo>
                    <a:pt x="1373" y="240"/>
                    <a:pt x="1373" y="140"/>
                    <a:pt x="1293" y="61"/>
                  </a:cubicBezTo>
                  <a:cubicBezTo>
                    <a:pt x="1254" y="21"/>
                    <a:pt x="1209" y="1"/>
                    <a:pt x="1166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6640" bIns="266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8" name="Google Shape;196;p2"/>
            <p:cNvSpPr/>
            <p:nvPr/>
          </p:nvSpPr>
          <p:spPr>
            <a:xfrm>
              <a:off x="5334840" y="847080"/>
              <a:ext cx="55080" cy="53280"/>
            </a:xfrm>
            <a:custGeom>
              <a:avLst/>
              <a:gdLst>
                <a:gd name="textAreaLeft" fmla="*/ 0 w 55080"/>
                <a:gd name="textAreaRight" fmla="*/ 55440 w 55080"/>
                <a:gd name="textAreaTop" fmla="*/ 0 h 53280"/>
                <a:gd name="textAreaBottom" fmla="*/ 53640 h 53280"/>
              </a:gdLst>
              <a:ahLst/>
              <a:cxnLst/>
              <a:rect l="textAreaLeft" t="textAreaTop" r="textAreaRight" b="textAreaBottom"/>
              <a:pathLst>
                <a:path w="1374" h="1334">
                  <a:moveTo>
                    <a:pt x="1167" y="1"/>
                  </a:moveTo>
                  <a:cubicBezTo>
                    <a:pt x="1124" y="1"/>
                    <a:pt x="1085" y="21"/>
                    <a:pt x="1055" y="60"/>
                  </a:cubicBezTo>
                  <a:lnTo>
                    <a:pt x="80" y="1035"/>
                  </a:lnTo>
                  <a:cubicBezTo>
                    <a:pt x="0" y="1095"/>
                    <a:pt x="0" y="1194"/>
                    <a:pt x="80" y="1274"/>
                  </a:cubicBezTo>
                  <a:cubicBezTo>
                    <a:pt x="100" y="1294"/>
                    <a:pt x="160" y="1334"/>
                    <a:pt x="199" y="1334"/>
                  </a:cubicBezTo>
                  <a:cubicBezTo>
                    <a:pt x="259" y="1334"/>
                    <a:pt x="279" y="1314"/>
                    <a:pt x="319" y="1274"/>
                  </a:cubicBezTo>
                  <a:lnTo>
                    <a:pt x="1293" y="299"/>
                  </a:lnTo>
                  <a:cubicBezTo>
                    <a:pt x="1373" y="239"/>
                    <a:pt x="1373" y="140"/>
                    <a:pt x="1293" y="60"/>
                  </a:cubicBezTo>
                  <a:cubicBezTo>
                    <a:pt x="1254" y="21"/>
                    <a:pt x="1209" y="1"/>
                    <a:pt x="1167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6640" bIns="266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9" name="Google Shape;197;p2"/>
            <p:cNvSpPr/>
            <p:nvPr/>
          </p:nvSpPr>
          <p:spPr>
            <a:xfrm>
              <a:off x="5410800" y="847080"/>
              <a:ext cx="55080" cy="53280"/>
            </a:xfrm>
            <a:custGeom>
              <a:avLst/>
              <a:gdLst>
                <a:gd name="textAreaLeft" fmla="*/ 0 w 55080"/>
                <a:gd name="textAreaRight" fmla="*/ 55440 w 55080"/>
                <a:gd name="textAreaTop" fmla="*/ 0 h 53280"/>
                <a:gd name="textAreaBottom" fmla="*/ 53640 h 53280"/>
              </a:gdLst>
              <a:ahLst/>
              <a:cxnLst/>
              <a:rect l="textAreaLeft" t="textAreaTop" r="textAreaRight" b="textAreaBottom"/>
              <a:pathLst>
                <a:path w="1373" h="1334">
                  <a:moveTo>
                    <a:pt x="207" y="1"/>
                  </a:moveTo>
                  <a:cubicBezTo>
                    <a:pt x="164" y="1"/>
                    <a:pt x="120" y="21"/>
                    <a:pt x="80" y="60"/>
                  </a:cubicBezTo>
                  <a:cubicBezTo>
                    <a:pt x="0" y="140"/>
                    <a:pt x="0" y="239"/>
                    <a:pt x="80" y="299"/>
                  </a:cubicBezTo>
                  <a:lnTo>
                    <a:pt x="1055" y="1274"/>
                  </a:lnTo>
                  <a:cubicBezTo>
                    <a:pt x="1074" y="1294"/>
                    <a:pt x="1114" y="1334"/>
                    <a:pt x="1174" y="1334"/>
                  </a:cubicBezTo>
                  <a:cubicBezTo>
                    <a:pt x="1214" y="1334"/>
                    <a:pt x="1273" y="1314"/>
                    <a:pt x="1293" y="1274"/>
                  </a:cubicBezTo>
                  <a:cubicBezTo>
                    <a:pt x="1373" y="1194"/>
                    <a:pt x="1373" y="1095"/>
                    <a:pt x="1293" y="1035"/>
                  </a:cubicBezTo>
                  <a:lnTo>
                    <a:pt x="319" y="60"/>
                  </a:lnTo>
                  <a:cubicBezTo>
                    <a:pt x="289" y="21"/>
                    <a:pt x="249" y="1"/>
                    <a:pt x="207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6640" bIns="266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0" name="Google Shape;198;p2"/>
            <p:cNvSpPr/>
            <p:nvPr/>
          </p:nvSpPr>
          <p:spPr>
            <a:xfrm>
              <a:off x="5334840" y="771120"/>
              <a:ext cx="55080" cy="53280"/>
            </a:xfrm>
            <a:custGeom>
              <a:avLst/>
              <a:gdLst>
                <a:gd name="textAreaLeft" fmla="*/ 0 w 55080"/>
                <a:gd name="textAreaRight" fmla="*/ 55440 w 55080"/>
                <a:gd name="textAreaTop" fmla="*/ 0 h 53280"/>
                <a:gd name="textAreaBottom" fmla="*/ 53640 h 53280"/>
              </a:gdLst>
              <a:ahLst/>
              <a:cxnLst/>
              <a:rect l="textAreaLeft" t="textAreaTop" r="textAreaRight" b="textAreaBottom"/>
              <a:pathLst>
                <a:path w="1374" h="1334">
                  <a:moveTo>
                    <a:pt x="207" y="1"/>
                  </a:moveTo>
                  <a:cubicBezTo>
                    <a:pt x="165" y="1"/>
                    <a:pt x="120" y="21"/>
                    <a:pt x="80" y="61"/>
                  </a:cubicBezTo>
                  <a:cubicBezTo>
                    <a:pt x="0" y="140"/>
                    <a:pt x="0" y="240"/>
                    <a:pt x="80" y="319"/>
                  </a:cubicBezTo>
                  <a:lnTo>
                    <a:pt x="1055" y="1274"/>
                  </a:lnTo>
                  <a:cubicBezTo>
                    <a:pt x="1075" y="1314"/>
                    <a:pt x="1114" y="1334"/>
                    <a:pt x="1174" y="1334"/>
                  </a:cubicBezTo>
                  <a:cubicBezTo>
                    <a:pt x="1214" y="1334"/>
                    <a:pt x="1254" y="1314"/>
                    <a:pt x="1293" y="1274"/>
                  </a:cubicBezTo>
                  <a:cubicBezTo>
                    <a:pt x="1373" y="1214"/>
                    <a:pt x="1373" y="1095"/>
                    <a:pt x="1293" y="1035"/>
                  </a:cubicBezTo>
                  <a:lnTo>
                    <a:pt x="319" y="61"/>
                  </a:lnTo>
                  <a:cubicBezTo>
                    <a:pt x="289" y="21"/>
                    <a:pt x="249" y="1"/>
                    <a:pt x="207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6640" bIns="266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91" name="Google Shape;199;p2"/>
          <p:cNvSpPr/>
          <p:nvPr/>
        </p:nvSpPr>
        <p:spPr>
          <a:xfrm>
            <a:off x="2730960" y="978120"/>
            <a:ext cx="124560" cy="124560"/>
          </a:xfrm>
          <a:custGeom>
            <a:avLst/>
            <a:gdLst>
              <a:gd name="textAreaLeft" fmla="*/ 0 w 124560"/>
              <a:gd name="textAreaRight" fmla="*/ 124920 w 124560"/>
              <a:gd name="textAreaTop" fmla="*/ 0 h 124560"/>
              <a:gd name="textAreaBottom" fmla="*/ 124920 h 124560"/>
            </a:gdLst>
            <a:ahLst/>
            <a:cxnLst/>
            <a:rect l="textAreaLeft" t="textAreaTop" r="textAreaRight" b="textAreaBottom"/>
            <a:pathLst>
              <a:path w="2687" h="2686">
                <a:moveTo>
                  <a:pt x="1334" y="2686"/>
                </a:moveTo>
                <a:cubicBezTo>
                  <a:pt x="598" y="2686"/>
                  <a:pt x="1" y="2089"/>
                  <a:pt x="1" y="1333"/>
                </a:cubicBezTo>
                <a:cubicBezTo>
                  <a:pt x="1" y="597"/>
                  <a:pt x="598" y="0"/>
                  <a:pt x="1334" y="0"/>
                </a:cubicBezTo>
                <a:cubicBezTo>
                  <a:pt x="2090" y="0"/>
                  <a:pt x="2686" y="597"/>
                  <a:pt x="2686" y="1333"/>
                </a:cubicBezTo>
                <a:cubicBezTo>
                  <a:pt x="2686" y="2089"/>
                  <a:pt x="2090" y="2686"/>
                  <a:pt x="1334" y="2686"/>
                </a:cubicBezTo>
                <a:close/>
                <a:moveTo>
                  <a:pt x="1334" y="338"/>
                </a:moveTo>
                <a:cubicBezTo>
                  <a:pt x="797" y="338"/>
                  <a:pt x="339" y="796"/>
                  <a:pt x="339" y="1333"/>
                </a:cubicBezTo>
                <a:cubicBezTo>
                  <a:pt x="339" y="1870"/>
                  <a:pt x="797" y="2328"/>
                  <a:pt x="1334" y="2328"/>
                </a:cubicBezTo>
                <a:cubicBezTo>
                  <a:pt x="1891" y="2328"/>
                  <a:pt x="2328" y="1870"/>
                  <a:pt x="2328" y="1333"/>
                </a:cubicBezTo>
                <a:cubicBezTo>
                  <a:pt x="2328" y="796"/>
                  <a:pt x="1891" y="338"/>
                  <a:pt x="1334" y="338"/>
                </a:cubicBezTo>
                <a:close/>
              </a:path>
            </a:pathLst>
          </a:cu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62280" bIns="6228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92" name="Google Shape;200;p2"/>
          <p:cNvSpPr/>
          <p:nvPr/>
        </p:nvSpPr>
        <p:spPr>
          <a:xfrm>
            <a:off x="7605000" y="3522240"/>
            <a:ext cx="124560" cy="124560"/>
          </a:xfrm>
          <a:custGeom>
            <a:avLst/>
            <a:gdLst>
              <a:gd name="textAreaLeft" fmla="*/ 0 w 124560"/>
              <a:gd name="textAreaRight" fmla="*/ 124920 w 124560"/>
              <a:gd name="textAreaTop" fmla="*/ 0 h 124560"/>
              <a:gd name="textAreaBottom" fmla="*/ 124920 h 124560"/>
            </a:gdLst>
            <a:ahLst/>
            <a:cxnLst/>
            <a:rect l="textAreaLeft" t="textAreaTop" r="textAreaRight" b="textAreaBottom"/>
            <a:pathLst>
              <a:path w="2687" h="2686">
                <a:moveTo>
                  <a:pt x="1334" y="2686"/>
                </a:moveTo>
                <a:cubicBezTo>
                  <a:pt x="598" y="2686"/>
                  <a:pt x="1" y="2089"/>
                  <a:pt x="1" y="1333"/>
                </a:cubicBezTo>
                <a:cubicBezTo>
                  <a:pt x="1" y="597"/>
                  <a:pt x="598" y="0"/>
                  <a:pt x="1334" y="0"/>
                </a:cubicBezTo>
                <a:cubicBezTo>
                  <a:pt x="2090" y="0"/>
                  <a:pt x="2686" y="597"/>
                  <a:pt x="2686" y="1333"/>
                </a:cubicBezTo>
                <a:cubicBezTo>
                  <a:pt x="2686" y="2089"/>
                  <a:pt x="2090" y="2686"/>
                  <a:pt x="1334" y="2686"/>
                </a:cubicBezTo>
                <a:close/>
                <a:moveTo>
                  <a:pt x="1334" y="338"/>
                </a:moveTo>
                <a:cubicBezTo>
                  <a:pt x="797" y="338"/>
                  <a:pt x="339" y="796"/>
                  <a:pt x="339" y="1333"/>
                </a:cubicBezTo>
                <a:cubicBezTo>
                  <a:pt x="339" y="1870"/>
                  <a:pt x="797" y="2328"/>
                  <a:pt x="1334" y="2328"/>
                </a:cubicBezTo>
                <a:cubicBezTo>
                  <a:pt x="1891" y="2328"/>
                  <a:pt x="2328" y="1870"/>
                  <a:pt x="2328" y="1333"/>
                </a:cubicBezTo>
                <a:cubicBezTo>
                  <a:pt x="2328" y="796"/>
                  <a:pt x="1891" y="338"/>
                  <a:pt x="1334" y="338"/>
                </a:cubicBezTo>
                <a:close/>
              </a:path>
            </a:pathLst>
          </a:cu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62280" bIns="6228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93" name="Google Shape;201;p2"/>
          <p:cNvSpPr/>
          <p:nvPr/>
        </p:nvSpPr>
        <p:spPr>
          <a:xfrm>
            <a:off x="6397560" y="4249440"/>
            <a:ext cx="85320" cy="85320"/>
          </a:xfrm>
          <a:custGeom>
            <a:avLst/>
            <a:gdLst>
              <a:gd name="textAreaLeft" fmla="*/ 0 w 85320"/>
              <a:gd name="textAreaRight" fmla="*/ 85680 w 85320"/>
              <a:gd name="textAreaTop" fmla="*/ 0 h 85320"/>
              <a:gd name="textAreaBottom" fmla="*/ 85680 h 85320"/>
            </a:gdLst>
            <a:ahLst/>
            <a:cxnLst/>
            <a:rect l="textAreaLeft" t="textAreaTop" r="textAreaRight" b="textAreaBottom"/>
            <a:pathLst>
              <a:path w="2687" h="2686">
                <a:moveTo>
                  <a:pt x="1334" y="2686"/>
                </a:moveTo>
                <a:cubicBezTo>
                  <a:pt x="598" y="2686"/>
                  <a:pt x="1" y="2089"/>
                  <a:pt x="1" y="1333"/>
                </a:cubicBezTo>
                <a:cubicBezTo>
                  <a:pt x="1" y="597"/>
                  <a:pt x="598" y="0"/>
                  <a:pt x="1334" y="0"/>
                </a:cubicBezTo>
                <a:cubicBezTo>
                  <a:pt x="2090" y="0"/>
                  <a:pt x="2686" y="597"/>
                  <a:pt x="2686" y="1333"/>
                </a:cubicBezTo>
                <a:cubicBezTo>
                  <a:pt x="2686" y="2089"/>
                  <a:pt x="2090" y="2686"/>
                  <a:pt x="1334" y="2686"/>
                </a:cubicBezTo>
                <a:close/>
                <a:moveTo>
                  <a:pt x="1334" y="338"/>
                </a:moveTo>
                <a:cubicBezTo>
                  <a:pt x="797" y="338"/>
                  <a:pt x="339" y="796"/>
                  <a:pt x="339" y="1333"/>
                </a:cubicBezTo>
                <a:cubicBezTo>
                  <a:pt x="339" y="1870"/>
                  <a:pt x="797" y="2328"/>
                  <a:pt x="1334" y="2328"/>
                </a:cubicBezTo>
                <a:cubicBezTo>
                  <a:pt x="1891" y="2328"/>
                  <a:pt x="2328" y="1870"/>
                  <a:pt x="2328" y="1333"/>
                </a:cubicBezTo>
                <a:cubicBezTo>
                  <a:pt x="2328" y="796"/>
                  <a:pt x="1891" y="338"/>
                  <a:pt x="1334" y="338"/>
                </a:cubicBezTo>
                <a:close/>
              </a:path>
            </a:pathLst>
          </a:cu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2840" bIns="428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9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859;p15"/>
          <p:cNvSpPr/>
          <p:nvPr/>
        </p:nvSpPr>
        <p:spPr>
          <a:xfrm>
            <a:off x="-30600" y="0"/>
            <a:ext cx="9174240" cy="514332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63000">
                <a:srgbClr val="fdf0db"/>
              </a:gs>
              <a:gs pos="100000">
                <a:srgbClr val="fdf0db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96" name="Google Shape;860;p15"/>
          <p:cNvSpPr/>
          <p:nvPr/>
        </p:nvSpPr>
        <p:spPr>
          <a:xfrm flipH="1" rot="16200000">
            <a:off x="-1182600" y="-2223360"/>
            <a:ext cx="4064400" cy="5982480"/>
          </a:xfrm>
          <a:custGeom>
            <a:avLst/>
            <a:gdLst>
              <a:gd name="textAreaLeft" fmla="*/ 360 w 4064400"/>
              <a:gd name="textAreaRight" fmla="*/ 4065120 w 4064400"/>
              <a:gd name="textAreaTop" fmla="*/ 0 h 5982480"/>
              <a:gd name="textAreaBottom" fmla="*/ 5982840 h 5982480"/>
            </a:gdLst>
            <a:ahLst/>
            <a:cxnLst/>
            <a:rect l="textAreaLeft" t="textAreaTop" r="textAreaRight" b="textAreaBottom"/>
            <a:pathLst>
              <a:path w="101593" h="149535">
                <a:moveTo>
                  <a:pt x="98250" y="0"/>
                </a:moveTo>
                <a:cubicBezTo>
                  <a:pt x="99901" y="4138"/>
                  <a:pt x="101592" y="8415"/>
                  <a:pt x="101572" y="12891"/>
                </a:cubicBezTo>
                <a:cubicBezTo>
                  <a:pt x="101552" y="17327"/>
                  <a:pt x="99424" y="22101"/>
                  <a:pt x="95326" y="23872"/>
                </a:cubicBezTo>
                <a:cubicBezTo>
                  <a:pt x="93217" y="24787"/>
                  <a:pt x="90671" y="24926"/>
                  <a:pt x="88980" y="26478"/>
                </a:cubicBezTo>
                <a:cubicBezTo>
                  <a:pt x="87230" y="28149"/>
                  <a:pt x="86991" y="30814"/>
                  <a:pt x="86295" y="33142"/>
                </a:cubicBezTo>
                <a:cubicBezTo>
                  <a:pt x="84266" y="39865"/>
                  <a:pt x="76707" y="44381"/>
                  <a:pt x="69824" y="43028"/>
                </a:cubicBezTo>
                <a:cubicBezTo>
                  <a:pt x="66303" y="42332"/>
                  <a:pt x="63179" y="40343"/>
                  <a:pt x="59698" y="39448"/>
                </a:cubicBezTo>
                <a:cubicBezTo>
                  <a:pt x="56217" y="38553"/>
                  <a:pt x="51841" y="39209"/>
                  <a:pt x="50190" y="42392"/>
                </a:cubicBezTo>
                <a:cubicBezTo>
                  <a:pt x="49294" y="44142"/>
                  <a:pt x="49454" y="46251"/>
                  <a:pt x="49792" y="48161"/>
                </a:cubicBezTo>
                <a:cubicBezTo>
                  <a:pt x="50568" y="52298"/>
                  <a:pt x="52258" y="56217"/>
                  <a:pt x="52616" y="60415"/>
                </a:cubicBezTo>
                <a:cubicBezTo>
                  <a:pt x="52955" y="64592"/>
                  <a:pt x="51483" y="69327"/>
                  <a:pt x="47743" y="71177"/>
                </a:cubicBezTo>
                <a:cubicBezTo>
                  <a:pt x="43983" y="72987"/>
                  <a:pt x="38731" y="71535"/>
                  <a:pt x="35907" y="74638"/>
                </a:cubicBezTo>
                <a:cubicBezTo>
                  <a:pt x="34574" y="76050"/>
                  <a:pt x="34216" y="78119"/>
                  <a:pt x="34335" y="80029"/>
                </a:cubicBezTo>
                <a:cubicBezTo>
                  <a:pt x="34633" y="84445"/>
                  <a:pt x="37339" y="88324"/>
                  <a:pt x="40104" y="91845"/>
                </a:cubicBezTo>
                <a:cubicBezTo>
                  <a:pt x="42869" y="95346"/>
                  <a:pt x="45853" y="98887"/>
                  <a:pt x="46848" y="103244"/>
                </a:cubicBezTo>
                <a:cubicBezTo>
                  <a:pt x="47842" y="107600"/>
                  <a:pt x="46072" y="112951"/>
                  <a:pt x="41835" y="114364"/>
                </a:cubicBezTo>
                <a:cubicBezTo>
                  <a:pt x="40203" y="114901"/>
                  <a:pt x="38353" y="114821"/>
                  <a:pt x="36901" y="115697"/>
                </a:cubicBezTo>
                <a:cubicBezTo>
                  <a:pt x="34952" y="116870"/>
                  <a:pt x="34256" y="119436"/>
                  <a:pt x="34454" y="121704"/>
                </a:cubicBezTo>
                <a:cubicBezTo>
                  <a:pt x="34653" y="123972"/>
                  <a:pt x="35509" y="126120"/>
                  <a:pt x="35927" y="128368"/>
                </a:cubicBezTo>
                <a:cubicBezTo>
                  <a:pt x="37041" y="134416"/>
                  <a:pt x="34614" y="140980"/>
                  <a:pt x="29800" y="144780"/>
                </a:cubicBezTo>
                <a:cubicBezTo>
                  <a:pt x="25005" y="148599"/>
                  <a:pt x="18063" y="149534"/>
                  <a:pt x="12433" y="147067"/>
                </a:cubicBezTo>
                <a:lnTo>
                  <a:pt x="0" y="147067"/>
                </a:lnTo>
                <a:lnTo>
                  <a:pt x="0" y="299"/>
                </a:lnTo>
                <a:close/>
              </a:path>
            </a:pathLst>
          </a:custGeom>
          <a:gradFill rotWithShape="0">
            <a:gsLst>
              <a:gs pos="0">
                <a:srgbClr val="dea2e9"/>
              </a:gs>
              <a:gs pos="100000">
                <a:srgbClr val="cbacfd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97" name="Google Shape;861;p15"/>
          <p:cNvGrpSpPr/>
          <p:nvPr/>
        </p:nvGrpSpPr>
        <p:grpSpPr>
          <a:xfrm>
            <a:off x="2831040" y="1258560"/>
            <a:ext cx="8697240" cy="6047640"/>
            <a:chOff x="2831040" y="1258560"/>
            <a:chExt cx="8697240" cy="6047640"/>
          </a:xfrm>
        </p:grpSpPr>
        <p:sp>
          <p:nvSpPr>
            <p:cNvPr id="198" name="Google Shape;862;p15"/>
            <p:cNvSpPr/>
            <p:nvPr/>
          </p:nvSpPr>
          <p:spPr>
            <a:xfrm rot="19785000">
              <a:off x="3351960" y="6158520"/>
              <a:ext cx="399960" cy="516960"/>
            </a:xfrm>
            <a:custGeom>
              <a:avLst/>
              <a:gdLst>
                <a:gd name="textAreaLeft" fmla="*/ 0 w 399960"/>
                <a:gd name="textAreaRight" fmla="*/ 400320 w 399960"/>
                <a:gd name="textAreaTop" fmla="*/ 0 h 516960"/>
                <a:gd name="textAreaBottom" fmla="*/ 517320 h 516960"/>
              </a:gdLst>
              <a:ahLst/>
              <a:cxnLst/>
              <a:rect l="textAreaLeft" t="textAreaTop" r="textAreaRight" b="textAreaBottom"/>
              <a:pathLst>
                <a:path w="9629" h="12434">
                  <a:moveTo>
                    <a:pt x="8455" y="12414"/>
                  </a:moveTo>
                  <a:cubicBezTo>
                    <a:pt x="8097" y="12354"/>
                    <a:pt x="7699" y="12155"/>
                    <a:pt x="7401" y="11837"/>
                  </a:cubicBezTo>
                  <a:cubicBezTo>
                    <a:pt x="7221" y="11638"/>
                    <a:pt x="7102" y="11379"/>
                    <a:pt x="7102" y="11181"/>
                  </a:cubicBezTo>
                  <a:cubicBezTo>
                    <a:pt x="7102" y="10942"/>
                    <a:pt x="7221" y="10743"/>
                    <a:pt x="7440" y="10643"/>
                  </a:cubicBezTo>
                  <a:cubicBezTo>
                    <a:pt x="7540" y="10584"/>
                    <a:pt x="7699" y="10663"/>
                    <a:pt x="7818" y="10763"/>
                  </a:cubicBezTo>
                  <a:cubicBezTo>
                    <a:pt x="7918" y="10882"/>
                    <a:pt x="7918" y="11002"/>
                    <a:pt x="7818" y="11061"/>
                  </a:cubicBezTo>
                  <a:cubicBezTo>
                    <a:pt x="7699" y="11121"/>
                    <a:pt x="7619" y="11240"/>
                    <a:pt x="7619" y="11360"/>
                  </a:cubicBezTo>
                  <a:cubicBezTo>
                    <a:pt x="7619" y="11439"/>
                    <a:pt x="7639" y="11539"/>
                    <a:pt x="7739" y="11658"/>
                  </a:cubicBezTo>
                  <a:cubicBezTo>
                    <a:pt x="7938" y="11877"/>
                    <a:pt x="8316" y="12016"/>
                    <a:pt x="8534" y="11917"/>
                  </a:cubicBezTo>
                  <a:cubicBezTo>
                    <a:pt x="8713" y="11837"/>
                    <a:pt x="9231" y="11539"/>
                    <a:pt x="8634" y="10842"/>
                  </a:cubicBezTo>
                  <a:lnTo>
                    <a:pt x="7162" y="9132"/>
                  </a:lnTo>
                  <a:cubicBezTo>
                    <a:pt x="6048" y="9470"/>
                    <a:pt x="4417" y="8933"/>
                    <a:pt x="3442" y="7858"/>
                  </a:cubicBezTo>
                  <a:cubicBezTo>
                    <a:pt x="2547" y="6864"/>
                    <a:pt x="2746" y="5690"/>
                    <a:pt x="2885" y="4715"/>
                  </a:cubicBezTo>
                  <a:lnTo>
                    <a:pt x="2885" y="4696"/>
                  </a:lnTo>
                  <a:cubicBezTo>
                    <a:pt x="2925" y="4576"/>
                    <a:pt x="2945" y="4417"/>
                    <a:pt x="2945" y="4258"/>
                  </a:cubicBezTo>
                  <a:lnTo>
                    <a:pt x="1572" y="2686"/>
                  </a:lnTo>
                  <a:cubicBezTo>
                    <a:pt x="597" y="1592"/>
                    <a:pt x="0" y="697"/>
                    <a:pt x="0" y="299"/>
                  </a:cubicBezTo>
                  <a:cubicBezTo>
                    <a:pt x="0" y="140"/>
                    <a:pt x="80" y="80"/>
                    <a:pt x="160" y="41"/>
                  </a:cubicBezTo>
                  <a:cubicBezTo>
                    <a:pt x="239" y="21"/>
                    <a:pt x="359" y="1"/>
                    <a:pt x="577" y="80"/>
                  </a:cubicBezTo>
                  <a:cubicBezTo>
                    <a:pt x="1055" y="220"/>
                    <a:pt x="1751" y="797"/>
                    <a:pt x="2447" y="1592"/>
                  </a:cubicBezTo>
                  <a:cubicBezTo>
                    <a:pt x="2984" y="2209"/>
                    <a:pt x="3323" y="2885"/>
                    <a:pt x="3442" y="3582"/>
                  </a:cubicBezTo>
                  <a:cubicBezTo>
                    <a:pt x="3482" y="3820"/>
                    <a:pt x="3482" y="4059"/>
                    <a:pt x="3482" y="4258"/>
                  </a:cubicBezTo>
                  <a:lnTo>
                    <a:pt x="5033" y="6008"/>
                  </a:lnTo>
                  <a:cubicBezTo>
                    <a:pt x="5431" y="5909"/>
                    <a:pt x="5928" y="5949"/>
                    <a:pt x="6426" y="6108"/>
                  </a:cubicBezTo>
                  <a:cubicBezTo>
                    <a:pt x="6863" y="6287"/>
                    <a:pt x="7301" y="6585"/>
                    <a:pt x="7599" y="6943"/>
                  </a:cubicBezTo>
                  <a:cubicBezTo>
                    <a:pt x="8236" y="7699"/>
                    <a:pt x="8196" y="8555"/>
                    <a:pt x="7560" y="8953"/>
                  </a:cubicBezTo>
                  <a:lnTo>
                    <a:pt x="9032" y="10663"/>
                  </a:lnTo>
                  <a:cubicBezTo>
                    <a:pt x="9629" y="11379"/>
                    <a:pt x="9609" y="12036"/>
                    <a:pt x="8932" y="12314"/>
                  </a:cubicBezTo>
                  <a:cubicBezTo>
                    <a:pt x="8793" y="12414"/>
                    <a:pt x="8634" y="12434"/>
                    <a:pt x="8455" y="12414"/>
                  </a:cubicBezTo>
                  <a:close/>
                  <a:moveTo>
                    <a:pt x="3462" y="4815"/>
                  </a:moveTo>
                  <a:cubicBezTo>
                    <a:pt x="3462" y="4875"/>
                    <a:pt x="3442" y="4914"/>
                    <a:pt x="3442" y="4954"/>
                  </a:cubicBezTo>
                  <a:lnTo>
                    <a:pt x="3442" y="4974"/>
                  </a:lnTo>
                  <a:cubicBezTo>
                    <a:pt x="3323" y="5790"/>
                    <a:pt x="3143" y="6943"/>
                    <a:pt x="3840" y="7699"/>
                  </a:cubicBezTo>
                  <a:cubicBezTo>
                    <a:pt x="4616" y="8575"/>
                    <a:pt x="5909" y="8992"/>
                    <a:pt x="6844" y="8734"/>
                  </a:cubicBezTo>
                  <a:lnTo>
                    <a:pt x="6107" y="7858"/>
                  </a:lnTo>
                  <a:cubicBezTo>
                    <a:pt x="5650" y="7938"/>
                    <a:pt x="5113" y="7699"/>
                    <a:pt x="4755" y="7301"/>
                  </a:cubicBezTo>
                  <a:cubicBezTo>
                    <a:pt x="4576" y="7103"/>
                    <a:pt x="4476" y="6884"/>
                    <a:pt x="4476" y="6665"/>
                  </a:cubicBezTo>
                  <a:cubicBezTo>
                    <a:pt x="4476" y="6486"/>
                    <a:pt x="4556" y="6307"/>
                    <a:pt x="4675" y="6207"/>
                  </a:cubicBezTo>
                  <a:close/>
                  <a:moveTo>
                    <a:pt x="5411" y="6466"/>
                  </a:moveTo>
                  <a:lnTo>
                    <a:pt x="7202" y="8555"/>
                  </a:lnTo>
                  <a:cubicBezTo>
                    <a:pt x="7639" y="8256"/>
                    <a:pt x="7659" y="7660"/>
                    <a:pt x="7221" y="7103"/>
                  </a:cubicBezTo>
                  <a:cubicBezTo>
                    <a:pt x="7023" y="6864"/>
                    <a:pt x="6724" y="6665"/>
                    <a:pt x="6406" y="6526"/>
                  </a:cubicBezTo>
                  <a:cubicBezTo>
                    <a:pt x="6068" y="6446"/>
                    <a:pt x="5710" y="6406"/>
                    <a:pt x="5411" y="6466"/>
                  </a:cubicBezTo>
                  <a:close/>
                  <a:moveTo>
                    <a:pt x="5053" y="6645"/>
                  </a:moveTo>
                  <a:cubicBezTo>
                    <a:pt x="5013" y="6685"/>
                    <a:pt x="4974" y="6764"/>
                    <a:pt x="4974" y="6844"/>
                  </a:cubicBezTo>
                  <a:cubicBezTo>
                    <a:pt x="4974" y="6904"/>
                    <a:pt x="5013" y="7003"/>
                    <a:pt x="5113" y="7142"/>
                  </a:cubicBezTo>
                  <a:cubicBezTo>
                    <a:pt x="5252" y="7301"/>
                    <a:pt x="5511" y="7401"/>
                    <a:pt x="5730" y="7401"/>
                  </a:cubicBezTo>
                  <a:close/>
                  <a:moveTo>
                    <a:pt x="557" y="498"/>
                  </a:moveTo>
                  <a:cubicBezTo>
                    <a:pt x="538" y="618"/>
                    <a:pt x="796" y="1274"/>
                    <a:pt x="1970" y="2567"/>
                  </a:cubicBezTo>
                  <a:lnTo>
                    <a:pt x="2984" y="3701"/>
                  </a:lnTo>
                  <a:cubicBezTo>
                    <a:pt x="2984" y="3621"/>
                    <a:pt x="2964" y="3582"/>
                    <a:pt x="2964" y="3502"/>
                  </a:cubicBezTo>
                  <a:cubicBezTo>
                    <a:pt x="2865" y="2905"/>
                    <a:pt x="2586" y="2328"/>
                    <a:pt x="2129" y="1791"/>
                  </a:cubicBezTo>
                  <a:cubicBezTo>
                    <a:pt x="1453" y="1035"/>
                    <a:pt x="896" y="598"/>
                    <a:pt x="637" y="518"/>
                  </a:cubicBezTo>
                  <a:cubicBezTo>
                    <a:pt x="577" y="498"/>
                    <a:pt x="577" y="498"/>
                    <a:pt x="557" y="49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9" name="Google Shape;863;p15"/>
            <p:cNvSpPr/>
            <p:nvPr/>
          </p:nvSpPr>
          <p:spPr>
            <a:xfrm rot="19785000">
              <a:off x="2607120" y="3416760"/>
              <a:ext cx="8983800" cy="1539360"/>
            </a:xfrm>
            <a:custGeom>
              <a:avLst/>
              <a:gdLst>
                <a:gd name="textAreaLeft" fmla="*/ 0 w 8983800"/>
                <a:gd name="textAreaRight" fmla="*/ 8984160 w 8983800"/>
                <a:gd name="textAreaTop" fmla="*/ 0 h 1539360"/>
                <a:gd name="textAreaBottom" fmla="*/ 1539720 h 1539360"/>
              </a:gdLst>
              <a:ahLst/>
              <a:cxnLst/>
              <a:rect l="textAreaLeft" t="textAreaTop" r="textAreaRight" b="textAreaBottom"/>
              <a:pathLst>
                <a:path w="216016" h="37021">
                  <a:moveTo>
                    <a:pt x="103821" y="36981"/>
                  </a:moveTo>
                  <a:cubicBezTo>
                    <a:pt x="102647" y="37021"/>
                    <a:pt x="101533" y="36981"/>
                    <a:pt x="100439" y="36861"/>
                  </a:cubicBezTo>
                  <a:cubicBezTo>
                    <a:pt x="99265" y="36762"/>
                    <a:pt x="98132" y="36563"/>
                    <a:pt x="97157" y="36364"/>
                  </a:cubicBezTo>
                  <a:cubicBezTo>
                    <a:pt x="97018" y="36344"/>
                    <a:pt x="96858" y="36285"/>
                    <a:pt x="96679" y="36265"/>
                  </a:cubicBezTo>
                  <a:cubicBezTo>
                    <a:pt x="96282" y="36165"/>
                    <a:pt x="95884" y="36086"/>
                    <a:pt x="95526" y="35966"/>
                  </a:cubicBezTo>
                  <a:lnTo>
                    <a:pt x="95227" y="35887"/>
                  </a:lnTo>
                  <a:lnTo>
                    <a:pt x="94690" y="35747"/>
                  </a:lnTo>
                  <a:lnTo>
                    <a:pt x="93875" y="35469"/>
                  </a:lnTo>
                  <a:cubicBezTo>
                    <a:pt x="92601" y="35031"/>
                    <a:pt x="91567" y="34594"/>
                    <a:pt x="90652" y="34156"/>
                  </a:cubicBezTo>
                  <a:cubicBezTo>
                    <a:pt x="90274" y="33977"/>
                    <a:pt x="89876" y="33778"/>
                    <a:pt x="89498" y="33579"/>
                  </a:cubicBezTo>
                  <a:lnTo>
                    <a:pt x="89061" y="33360"/>
                  </a:lnTo>
                  <a:cubicBezTo>
                    <a:pt x="88881" y="33261"/>
                    <a:pt x="88722" y="33161"/>
                    <a:pt x="88563" y="33062"/>
                  </a:cubicBezTo>
                  <a:cubicBezTo>
                    <a:pt x="88464" y="33002"/>
                    <a:pt x="88364" y="32943"/>
                    <a:pt x="88265" y="32883"/>
                  </a:cubicBezTo>
                  <a:lnTo>
                    <a:pt x="87867" y="32664"/>
                  </a:lnTo>
                  <a:cubicBezTo>
                    <a:pt x="87787" y="32604"/>
                    <a:pt x="87688" y="32565"/>
                    <a:pt x="87608" y="32505"/>
                  </a:cubicBezTo>
                  <a:cubicBezTo>
                    <a:pt x="87569" y="32485"/>
                    <a:pt x="87509" y="32465"/>
                    <a:pt x="87469" y="32406"/>
                  </a:cubicBezTo>
                  <a:lnTo>
                    <a:pt x="86693" y="31908"/>
                  </a:lnTo>
                  <a:lnTo>
                    <a:pt x="85540" y="31112"/>
                  </a:lnTo>
                  <a:lnTo>
                    <a:pt x="84426" y="30257"/>
                  </a:lnTo>
                  <a:lnTo>
                    <a:pt x="83331" y="29322"/>
                  </a:lnTo>
                  <a:lnTo>
                    <a:pt x="82436" y="28526"/>
                  </a:lnTo>
                  <a:lnTo>
                    <a:pt x="81541" y="27691"/>
                  </a:lnTo>
                  <a:cubicBezTo>
                    <a:pt x="80666" y="26836"/>
                    <a:pt x="79731" y="25881"/>
                    <a:pt x="78657" y="24727"/>
                  </a:cubicBezTo>
                  <a:cubicBezTo>
                    <a:pt x="78020" y="24051"/>
                    <a:pt x="77364" y="23354"/>
                    <a:pt x="76687" y="22638"/>
                  </a:cubicBezTo>
                  <a:cubicBezTo>
                    <a:pt x="76369" y="22300"/>
                    <a:pt x="76031" y="21922"/>
                    <a:pt x="75673" y="21564"/>
                  </a:cubicBezTo>
                  <a:cubicBezTo>
                    <a:pt x="75195" y="21067"/>
                    <a:pt x="74738" y="20569"/>
                    <a:pt x="74260" y="20112"/>
                  </a:cubicBezTo>
                  <a:lnTo>
                    <a:pt x="73982" y="19754"/>
                  </a:lnTo>
                  <a:lnTo>
                    <a:pt x="72510" y="18282"/>
                  </a:lnTo>
                  <a:cubicBezTo>
                    <a:pt x="71575" y="17406"/>
                    <a:pt x="70322" y="16273"/>
                    <a:pt x="68989" y="15218"/>
                  </a:cubicBezTo>
                  <a:cubicBezTo>
                    <a:pt x="67716" y="14263"/>
                    <a:pt x="66403" y="13368"/>
                    <a:pt x="65090" y="12592"/>
                  </a:cubicBezTo>
                  <a:cubicBezTo>
                    <a:pt x="63797" y="11836"/>
                    <a:pt x="62424" y="11200"/>
                    <a:pt x="60972" y="10603"/>
                  </a:cubicBezTo>
                  <a:cubicBezTo>
                    <a:pt x="60853" y="10543"/>
                    <a:pt x="60753" y="10504"/>
                    <a:pt x="60634" y="10444"/>
                  </a:cubicBezTo>
                  <a:cubicBezTo>
                    <a:pt x="60415" y="10344"/>
                    <a:pt x="60176" y="10285"/>
                    <a:pt x="59958" y="10205"/>
                  </a:cubicBezTo>
                  <a:lnTo>
                    <a:pt x="58923" y="9827"/>
                  </a:lnTo>
                  <a:lnTo>
                    <a:pt x="57869" y="9509"/>
                  </a:lnTo>
                  <a:cubicBezTo>
                    <a:pt x="57710" y="9449"/>
                    <a:pt x="57551" y="9410"/>
                    <a:pt x="57352" y="9350"/>
                  </a:cubicBezTo>
                  <a:lnTo>
                    <a:pt x="56834" y="9270"/>
                  </a:lnTo>
                  <a:cubicBezTo>
                    <a:pt x="55402" y="8912"/>
                    <a:pt x="54010" y="8634"/>
                    <a:pt x="52697" y="8455"/>
                  </a:cubicBezTo>
                  <a:cubicBezTo>
                    <a:pt x="51384" y="8296"/>
                    <a:pt x="50011" y="8156"/>
                    <a:pt x="48639" y="8116"/>
                  </a:cubicBezTo>
                  <a:cubicBezTo>
                    <a:pt x="47425" y="8057"/>
                    <a:pt x="46132" y="8057"/>
                    <a:pt x="44720" y="8136"/>
                  </a:cubicBezTo>
                  <a:cubicBezTo>
                    <a:pt x="43546" y="8196"/>
                    <a:pt x="42273" y="8296"/>
                    <a:pt x="40900" y="8435"/>
                  </a:cubicBezTo>
                  <a:cubicBezTo>
                    <a:pt x="40383" y="8494"/>
                    <a:pt x="39866" y="8574"/>
                    <a:pt x="39369" y="8634"/>
                  </a:cubicBezTo>
                  <a:lnTo>
                    <a:pt x="38752" y="8733"/>
                  </a:lnTo>
                  <a:cubicBezTo>
                    <a:pt x="38255" y="8813"/>
                    <a:pt x="37717" y="8892"/>
                    <a:pt x="37220" y="8992"/>
                  </a:cubicBezTo>
                  <a:cubicBezTo>
                    <a:pt x="34972" y="9350"/>
                    <a:pt x="32685" y="9847"/>
                    <a:pt x="30218" y="10504"/>
                  </a:cubicBezTo>
                  <a:cubicBezTo>
                    <a:pt x="29203" y="10762"/>
                    <a:pt x="28209" y="11041"/>
                    <a:pt x="27254" y="11319"/>
                  </a:cubicBezTo>
                  <a:lnTo>
                    <a:pt x="26916" y="11419"/>
                  </a:lnTo>
                  <a:lnTo>
                    <a:pt x="25265" y="11896"/>
                  </a:lnTo>
                  <a:cubicBezTo>
                    <a:pt x="24926" y="11996"/>
                    <a:pt x="24568" y="12095"/>
                    <a:pt x="24230" y="12214"/>
                  </a:cubicBezTo>
                  <a:cubicBezTo>
                    <a:pt x="24031" y="12274"/>
                    <a:pt x="23852" y="12334"/>
                    <a:pt x="23653" y="12393"/>
                  </a:cubicBezTo>
                  <a:cubicBezTo>
                    <a:pt x="21505" y="13050"/>
                    <a:pt x="19396" y="13706"/>
                    <a:pt x="17327" y="14422"/>
                  </a:cubicBezTo>
                  <a:cubicBezTo>
                    <a:pt x="15318" y="15099"/>
                    <a:pt x="13289" y="15855"/>
                    <a:pt x="11300" y="16631"/>
                  </a:cubicBezTo>
                  <a:cubicBezTo>
                    <a:pt x="11121" y="16690"/>
                    <a:pt x="10942" y="16750"/>
                    <a:pt x="10763" y="16830"/>
                  </a:cubicBezTo>
                  <a:cubicBezTo>
                    <a:pt x="10445" y="16949"/>
                    <a:pt x="10126" y="17068"/>
                    <a:pt x="9828" y="17188"/>
                  </a:cubicBezTo>
                  <a:lnTo>
                    <a:pt x="8376" y="17764"/>
                  </a:lnTo>
                  <a:lnTo>
                    <a:pt x="6963" y="18361"/>
                  </a:lnTo>
                  <a:cubicBezTo>
                    <a:pt x="6665" y="18481"/>
                    <a:pt x="6347" y="18620"/>
                    <a:pt x="6048" y="18739"/>
                  </a:cubicBezTo>
                  <a:cubicBezTo>
                    <a:pt x="5869" y="18819"/>
                    <a:pt x="5730" y="18878"/>
                    <a:pt x="5551" y="18938"/>
                  </a:cubicBezTo>
                  <a:cubicBezTo>
                    <a:pt x="3681" y="19714"/>
                    <a:pt x="1871" y="20530"/>
                    <a:pt x="100" y="21365"/>
                  </a:cubicBezTo>
                  <a:lnTo>
                    <a:pt x="1" y="21266"/>
                  </a:lnTo>
                  <a:cubicBezTo>
                    <a:pt x="1771" y="20430"/>
                    <a:pt x="3582" y="19634"/>
                    <a:pt x="5452" y="18839"/>
                  </a:cubicBezTo>
                  <a:cubicBezTo>
                    <a:pt x="5631" y="18759"/>
                    <a:pt x="5770" y="18680"/>
                    <a:pt x="5949" y="18640"/>
                  </a:cubicBezTo>
                  <a:cubicBezTo>
                    <a:pt x="6247" y="18520"/>
                    <a:pt x="6546" y="18381"/>
                    <a:pt x="6864" y="18262"/>
                  </a:cubicBezTo>
                  <a:lnTo>
                    <a:pt x="8276" y="17665"/>
                  </a:lnTo>
                  <a:lnTo>
                    <a:pt x="9728" y="17088"/>
                  </a:lnTo>
                  <a:cubicBezTo>
                    <a:pt x="10047" y="16969"/>
                    <a:pt x="10365" y="16849"/>
                    <a:pt x="10663" y="16730"/>
                  </a:cubicBezTo>
                  <a:cubicBezTo>
                    <a:pt x="10842" y="16650"/>
                    <a:pt x="11022" y="16591"/>
                    <a:pt x="11201" y="16531"/>
                  </a:cubicBezTo>
                  <a:cubicBezTo>
                    <a:pt x="13190" y="15755"/>
                    <a:pt x="15219" y="14999"/>
                    <a:pt x="17228" y="14303"/>
                  </a:cubicBezTo>
                  <a:cubicBezTo>
                    <a:pt x="19297" y="13587"/>
                    <a:pt x="21405" y="12911"/>
                    <a:pt x="23554" y="12274"/>
                  </a:cubicBezTo>
                  <a:cubicBezTo>
                    <a:pt x="23753" y="12214"/>
                    <a:pt x="23932" y="12135"/>
                    <a:pt x="24131" y="12095"/>
                  </a:cubicBezTo>
                  <a:cubicBezTo>
                    <a:pt x="24469" y="11996"/>
                    <a:pt x="24827" y="11876"/>
                    <a:pt x="25165" y="11777"/>
                  </a:cubicBezTo>
                  <a:lnTo>
                    <a:pt x="27154" y="11200"/>
                  </a:lnTo>
                  <a:cubicBezTo>
                    <a:pt x="28129" y="10921"/>
                    <a:pt x="29124" y="10643"/>
                    <a:pt x="30138" y="10384"/>
                  </a:cubicBezTo>
                  <a:cubicBezTo>
                    <a:pt x="32625" y="9708"/>
                    <a:pt x="34913" y="9211"/>
                    <a:pt x="37180" y="8833"/>
                  </a:cubicBezTo>
                  <a:cubicBezTo>
                    <a:pt x="37678" y="8733"/>
                    <a:pt x="38195" y="8654"/>
                    <a:pt x="38712" y="8594"/>
                  </a:cubicBezTo>
                  <a:lnTo>
                    <a:pt x="39349" y="8494"/>
                  </a:lnTo>
                  <a:cubicBezTo>
                    <a:pt x="39846" y="8415"/>
                    <a:pt x="40363" y="8335"/>
                    <a:pt x="40880" y="8296"/>
                  </a:cubicBezTo>
                  <a:cubicBezTo>
                    <a:pt x="42273" y="8136"/>
                    <a:pt x="43526" y="8017"/>
                    <a:pt x="44700" y="7997"/>
                  </a:cubicBezTo>
                  <a:cubicBezTo>
                    <a:pt x="46112" y="7918"/>
                    <a:pt x="47405" y="7918"/>
                    <a:pt x="48619" y="7957"/>
                  </a:cubicBezTo>
                  <a:cubicBezTo>
                    <a:pt x="49991" y="8017"/>
                    <a:pt x="51364" y="8136"/>
                    <a:pt x="52677" y="8315"/>
                  </a:cubicBezTo>
                  <a:cubicBezTo>
                    <a:pt x="54010" y="8494"/>
                    <a:pt x="55402" y="8753"/>
                    <a:pt x="56834" y="9111"/>
                  </a:cubicBezTo>
                  <a:lnTo>
                    <a:pt x="57352" y="9230"/>
                  </a:lnTo>
                  <a:cubicBezTo>
                    <a:pt x="57551" y="9290"/>
                    <a:pt x="57730" y="9330"/>
                    <a:pt x="57869" y="9390"/>
                  </a:cubicBezTo>
                  <a:lnTo>
                    <a:pt x="58923" y="9708"/>
                  </a:lnTo>
                  <a:lnTo>
                    <a:pt x="59958" y="10086"/>
                  </a:lnTo>
                  <a:cubicBezTo>
                    <a:pt x="60176" y="10165"/>
                    <a:pt x="60435" y="10265"/>
                    <a:pt x="60654" y="10325"/>
                  </a:cubicBezTo>
                  <a:cubicBezTo>
                    <a:pt x="60773" y="10384"/>
                    <a:pt x="60873" y="10424"/>
                    <a:pt x="61012" y="10484"/>
                  </a:cubicBezTo>
                  <a:cubicBezTo>
                    <a:pt x="62444" y="11061"/>
                    <a:pt x="63837" y="11717"/>
                    <a:pt x="65130" y="12473"/>
                  </a:cubicBezTo>
                  <a:cubicBezTo>
                    <a:pt x="66443" y="13249"/>
                    <a:pt x="67775" y="14144"/>
                    <a:pt x="69029" y="15099"/>
                  </a:cubicBezTo>
                  <a:cubicBezTo>
                    <a:pt x="70381" y="16153"/>
                    <a:pt x="71615" y="17287"/>
                    <a:pt x="72569" y="18182"/>
                  </a:cubicBezTo>
                  <a:cubicBezTo>
                    <a:pt x="73067" y="18660"/>
                    <a:pt x="73564" y="19157"/>
                    <a:pt x="74061" y="19654"/>
                  </a:cubicBezTo>
                  <a:lnTo>
                    <a:pt x="74360" y="19953"/>
                  </a:lnTo>
                  <a:cubicBezTo>
                    <a:pt x="74837" y="20430"/>
                    <a:pt x="75295" y="20947"/>
                    <a:pt x="75772" y="21425"/>
                  </a:cubicBezTo>
                  <a:cubicBezTo>
                    <a:pt x="76130" y="21763"/>
                    <a:pt x="76449" y="22141"/>
                    <a:pt x="76787" y="22499"/>
                  </a:cubicBezTo>
                  <a:cubicBezTo>
                    <a:pt x="77463" y="23215"/>
                    <a:pt x="78120" y="23911"/>
                    <a:pt x="78756" y="24588"/>
                  </a:cubicBezTo>
                  <a:cubicBezTo>
                    <a:pt x="79830" y="25722"/>
                    <a:pt x="80765" y="26696"/>
                    <a:pt x="81641" y="27532"/>
                  </a:cubicBezTo>
                  <a:lnTo>
                    <a:pt x="82536" y="28387"/>
                  </a:lnTo>
                  <a:lnTo>
                    <a:pt x="83431" y="29183"/>
                  </a:lnTo>
                  <a:lnTo>
                    <a:pt x="84525" y="30098"/>
                  </a:lnTo>
                  <a:lnTo>
                    <a:pt x="85639" y="30953"/>
                  </a:lnTo>
                  <a:lnTo>
                    <a:pt x="86793" y="31749"/>
                  </a:lnTo>
                  <a:lnTo>
                    <a:pt x="87569" y="32246"/>
                  </a:lnTo>
                  <a:cubicBezTo>
                    <a:pt x="87608" y="32266"/>
                    <a:pt x="87668" y="32286"/>
                    <a:pt x="87708" y="32346"/>
                  </a:cubicBezTo>
                  <a:cubicBezTo>
                    <a:pt x="87787" y="32386"/>
                    <a:pt x="87847" y="32445"/>
                    <a:pt x="87947" y="32485"/>
                  </a:cubicBezTo>
                  <a:lnTo>
                    <a:pt x="88344" y="32704"/>
                  </a:lnTo>
                  <a:cubicBezTo>
                    <a:pt x="88444" y="32764"/>
                    <a:pt x="88563" y="32843"/>
                    <a:pt x="88643" y="32883"/>
                  </a:cubicBezTo>
                  <a:cubicBezTo>
                    <a:pt x="88802" y="32982"/>
                    <a:pt x="88981" y="33082"/>
                    <a:pt x="89140" y="33161"/>
                  </a:cubicBezTo>
                  <a:lnTo>
                    <a:pt x="89598" y="33380"/>
                  </a:lnTo>
                  <a:cubicBezTo>
                    <a:pt x="89976" y="33579"/>
                    <a:pt x="90354" y="33778"/>
                    <a:pt x="90732" y="33957"/>
                  </a:cubicBezTo>
                  <a:cubicBezTo>
                    <a:pt x="91666" y="34395"/>
                    <a:pt x="92681" y="34832"/>
                    <a:pt x="93954" y="35270"/>
                  </a:cubicBezTo>
                  <a:lnTo>
                    <a:pt x="94770" y="35549"/>
                  </a:lnTo>
                  <a:lnTo>
                    <a:pt x="95287" y="35688"/>
                  </a:lnTo>
                  <a:lnTo>
                    <a:pt x="95585" y="35767"/>
                  </a:lnTo>
                  <a:cubicBezTo>
                    <a:pt x="95983" y="35887"/>
                    <a:pt x="96381" y="35966"/>
                    <a:pt x="96759" y="36066"/>
                  </a:cubicBezTo>
                  <a:cubicBezTo>
                    <a:pt x="96898" y="36086"/>
                    <a:pt x="97057" y="36145"/>
                    <a:pt x="97197" y="36165"/>
                  </a:cubicBezTo>
                  <a:cubicBezTo>
                    <a:pt x="98171" y="36364"/>
                    <a:pt x="99325" y="36563"/>
                    <a:pt x="100479" y="36663"/>
                  </a:cubicBezTo>
                  <a:cubicBezTo>
                    <a:pt x="102508" y="36861"/>
                    <a:pt x="104636" y="36822"/>
                    <a:pt x="107004" y="36543"/>
                  </a:cubicBezTo>
                  <a:cubicBezTo>
                    <a:pt x="109073" y="36265"/>
                    <a:pt x="111201" y="35767"/>
                    <a:pt x="113369" y="35071"/>
                  </a:cubicBezTo>
                  <a:cubicBezTo>
                    <a:pt x="115538" y="34335"/>
                    <a:pt x="117626" y="33440"/>
                    <a:pt x="119556" y="32386"/>
                  </a:cubicBezTo>
                  <a:lnTo>
                    <a:pt x="120332" y="31968"/>
                  </a:lnTo>
                  <a:lnTo>
                    <a:pt x="121068" y="31550"/>
                  </a:lnTo>
                  <a:cubicBezTo>
                    <a:pt x="121426" y="31351"/>
                    <a:pt x="121804" y="31112"/>
                    <a:pt x="122142" y="30894"/>
                  </a:cubicBezTo>
                  <a:cubicBezTo>
                    <a:pt x="122301" y="30794"/>
                    <a:pt x="122440" y="30715"/>
                    <a:pt x="122600" y="30615"/>
                  </a:cubicBezTo>
                  <a:cubicBezTo>
                    <a:pt x="122779" y="30496"/>
                    <a:pt x="122978" y="30396"/>
                    <a:pt x="123137" y="30277"/>
                  </a:cubicBezTo>
                  <a:cubicBezTo>
                    <a:pt x="123475" y="30078"/>
                    <a:pt x="123793" y="29879"/>
                    <a:pt x="124111" y="29660"/>
                  </a:cubicBezTo>
                  <a:lnTo>
                    <a:pt x="125623" y="28626"/>
                  </a:lnTo>
                  <a:cubicBezTo>
                    <a:pt x="126001" y="28387"/>
                    <a:pt x="126379" y="28109"/>
                    <a:pt x="126757" y="27850"/>
                  </a:cubicBezTo>
                  <a:cubicBezTo>
                    <a:pt x="126877" y="27751"/>
                    <a:pt x="127016" y="27651"/>
                    <a:pt x="127155" y="27552"/>
                  </a:cubicBezTo>
                  <a:cubicBezTo>
                    <a:pt x="127314" y="27432"/>
                    <a:pt x="127513" y="27313"/>
                    <a:pt x="127692" y="27154"/>
                  </a:cubicBezTo>
                  <a:cubicBezTo>
                    <a:pt x="128010" y="26935"/>
                    <a:pt x="128349" y="26696"/>
                    <a:pt x="128667" y="26438"/>
                  </a:cubicBezTo>
                  <a:cubicBezTo>
                    <a:pt x="128945" y="26239"/>
                    <a:pt x="129204" y="26040"/>
                    <a:pt x="129463" y="25841"/>
                  </a:cubicBezTo>
                  <a:cubicBezTo>
                    <a:pt x="130199" y="25304"/>
                    <a:pt x="130974" y="24727"/>
                    <a:pt x="131730" y="24130"/>
                  </a:cubicBezTo>
                  <a:cubicBezTo>
                    <a:pt x="132924" y="23215"/>
                    <a:pt x="134157" y="22240"/>
                    <a:pt x="135351" y="21285"/>
                  </a:cubicBezTo>
                  <a:cubicBezTo>
                    <a:pt x="136226" y="20589"/>
                    <a:pt x="137101" y="19893"/>
                    <a:pt x="137997" y="19197"/>
                  </a:cubicBezTo>
                  <a:cubicBezTo>
                    <a:pt x="138315" y="18958"/>
                    <a:pt x="138633" y="18699"/>
                    <a:pt x="138931" y="18461"/>
                  </a:cubicBezTo>
                  <a:cubicBezTo>
                    <a:pt x="139687" y="17864"/>
                    <a:pt x="140443" y="17267"/>
                    <a:pt x="141219" y="16670"/>
                  </a:cubicBezTo>
                  <a:lnTo>
                    <a:pt x="142870" y="15397"/>
                  </a:lnTo>
                  <a:lnTo>
                    <a:pt x="144521" y="14124"/>
                  </a:lnTo>
                  <a:lnTo>
                    <a:pt x="144820" y="13905"/>
                  </a:lnTo>
                  <a:cubicBezTo>
                    <a:pt x="144999" y="13766"/>
                    <a:pt x="145178" y="13627"/>
                    <a:pt x="145377" y="13507"/>
                  </a:cubicBezTo>
                  <a:lnTo>
                    <a:pt x="146212" y="12891"/>
                  </a:lnTo>
                  <a:lnTo>
                    <a:pt x="146809" y="12433"/>
                  </a:lnTo>
                  <a:lnTo>
                    <a:pt x="147943" y="11618"/>
                  </a:lnTo>
                  <a:lnTo>
                    <a:pt x="149674" y="10404"/>
                  </a:lnTo>
                  <a:lnTo>
                    <a:pt x="149972" y="10185"/>
                  </a:lnTo>
                  <a:cubicBezTo>
                    <a:pt x="150151" y="10046"/>
                    <a:pt x="150350" y="9907"/>
                    <a:pt x="150549" y="9787"/>
                  </a:cubicBezTo>
                  <a:lnTo>
                    <a:pt x="151444" y="9191"/>
                  </a:lnTo>
                  <a:cubicBezTo>
                    <a:pt x="151643" y="9051"/>
                    <a:pt x="151862" y="8912"/>
                    <a:pt x="152061" y="8793"/>
                  </a:cubicBezTo>
                  <a:cubicBezTo>
                    <a:pt x="152459" y="8534"/>
                    <a:pt x="152856" y="8256"/>
                    <a:pt x="153254" y="8017"/>
                  </a:cubicBezTo>
                  <a:lnTo>
                    <a:pt x="155104" y="6903"/>
                  </a:lnTo>
                  <a:cubicBezTo>
                    <a:pt x="155204" y="6823"/>
                    <a:pt x="155323" y="6764"/>
                    <a:pt x="155423" y="6704"/>
                  </a:cubicBezTo>
                  <a:cubicBezTo>
                    <a:pt x="155621" y="6565"/>
                    <a:pt x="155820" y="6446"/>
                    <a:pt x="156019" y="6346"/>
                  </a:cubicBezTo>
                  <a:lnTo>
                    <a:pt x="156954" y="5829"/>
                  </a:lnTo>
                  <a:cubicBezTo>
                    <a:pt x="157193" y="5709"/>
                    <a:pt x="157392" y="5570"/>
                    <a:pt x="157611" y="5471"/>
                  </a:cubicBezTo>
                  <a:cubicBezTo>
                    <a:pt x="158009" y="5252"/>
                    <a:pt x="158426" y="5033"/>
                    <a:pt x="158844" y="4814"/>
                  </a:cubicBezTo>
                  <a:lnTo>
                    <a:pt x="160794" y="3859"/>
                  </a:lnTo>
                  <a:cubicBezTo>
                    <a:pt x="160913" y="3820"/>
                    <a:pt x="161012" y="3760"/>
                    <a:pt x="161132" y="3680"/>
                  </a:cubicBezTo>
                  <a:cubicBezTo>
                    <a:pt x="161331" y="3581"/>
                    <a:pt x="161569" y="3481"/>
                    <a:pt x="161788" y="3382"/>
                  </a:cubicBezTo>
                  <a:lnTo>
                    <a:pt x="162783" y="2944"/>
                  </a:lnTo>
                  <a:cubicBezTo>
                    <a:pt x="164116" y="2348"/>
                    <a:pt x="165488" y="1850"/>
                    <a:pt x="166801" y="1433"/>
                  </a:cubicBezTo>
                  <a:cubicBezTo>
                    <a:pt x="169785" y="478"/>
                    <a:pt x="172530" y="0"/>
                    <a:pt x="175156" y="0"/>
                  </a:cubicBezTo>
                  <a:cubicBezTo>
                    <a:pt x="176628" y="0"/>
                    <a:pt x="178040" y="179"/>
                    <a:pt x="179373" y="478"/>
                  </a:cubicBezTo>
                  <a:cubicBezTo>
                    <a:pt x="180766" y="836"/>
                    <a:pt x="182079" y="1293"/>
                    <a:pt x="183312" y="1890"/>
                  </a:cubicBezTo>
                  <a:cubicBezTo>
                    <a:pt x="184565" y="2527"/>
                    <a:pt x="185779" y="3223"/>
                    <a:pt x="186893" y="3979"/>
                  </a:cubicBezTo>
                  <a:cubicBezTo>
                    <a:pt x="187967" y="4715"/>
                    <a:pt x="189061" y="5511"/>
                    <a:pt x="190175" y="6366"/>
                  </a:cubicBezTo>
                  <a:cubicBezTo>
                    <a:pt x="190613" y="6704"/>
                    <a:pt x="191011" y="7022"/>
                    <a:pt x="191408" y="7321"/>
                  </a:cubicBezTo>
                  <a:cubicBezTo>
                    <a:pt x="192025" y="7818"/>
                    <a:pt x="192662" y="8315"/>
                    <a:pt x="193298" y="8793"/>
                  </a:cubicBezTo>
                  <a:lnTo>
                    <a:pt x="194034" y="9390"/>
                  </a:lnTo>
                  <a:lnTo>
                    <a:pt x="195108" y="10185"/>
                  </a:lnTo>
                  <a:cubicBezTo>
                    <a:pt x="195506" y="10444"/>
                    <a:pt x="195904" y="10742"/>
                    <a:pt x="196302" y="11021"/>
                  </a:cubicBezTo>
                  <a:cubicBezTo>
                    <a:pt x="196640" y="11279"/>
                    <a:pt x="197018" y="11498"/>
                    <a:pt x="197356" y="11717"/>
                  </a:cubicBezTo>
                  <a:cubicBezTo>
                    <a:pt x="197515" y="11797"/>
                    <a:pt x="197635" y="11896"/>
                    <a:pt x="197794" y="11976"/>
                  </a:cubicBezTo>
                  <a:lnTo>
                    <a:pt x="198530" y="12393"/>
                  </a:lnTo>
                  <a:cubicBezTo>
                    <a:pt x="198789" y="12533"/>
                    <a:pt x="199027" y="12672"/>
                    <a:pt x="199286" y="12791"/>
                  </a:cubicBezTo>
                  <a:lnTo>
                    <a:pt x="199584" y="12931"/>
                  </a:lnTo>
                  <a:cubicBezTo>
                    <a:pt x="199724" y="13010"/>
                    <a:pt x="199903" y="13110"/>
                    <a:pt x="200082" y="13169"/>
                  </a:cubicBezTo>
                  <a:lnTo>
                    <a:pt x="200857" y="13488"/>
                  </a:lnTo>
                  <a:cubicBezTo>
                    <a:pt x="201017" y="13567"/>
                    <a:pt x="201176" y="13607"/>
                    <a:pt x="201355" y="13686"/>
                  </a:cubicBezTo>
                  <a:cubicBezTo>
                    <a:pt x="201454" y="13706"/>
                    <a:pt x="201554" y="13766"/>
                    <a:pt x="201653" y="13786"/>
                  </a:cubicBezTo>
                  <a:lnTo>
                    <a:pt x="202051" y="13925"/>
                  </a:lnTo>
                  <a:lnTo>
                    <a:pt x="202449" y="14064"/>
                  </a:lnTo>
                  <a:cubicBezTo>
                    <a:pt x="206686" y="15377"/>
                    <a:pt x="211361" y="15178"/>
                    <a:pt x="216016" y="13468"/>
                  </a:cubicBezTo>
                  <a:lnTo>
                    <a:pt x="216016" y="13686"/>
                  </a:lnTo>
                  <a:cubicBezTo>
                    <a:pt x="211361" y="15397"/>
                    <a:pt x="206666" y="15596"/>
                    <a:pt x="202389" y="14283"/>
                  </a:cubicBezTo>
                  <a:lnTo>
                    <a:pt x="201991" y="14164"/>
                  </a:lnTo>
                  <a:lnTo>
                    <a:pt x="201593" y="14005"/>
                  </a:lnTo>
                  <a:cubicBezTo>
                    <a:pt x="201494" y="13985"/>
                    <a:pt x="201395" y="13925"/>
                    <a:pt x="201295" y="13905"/>
                  </a:cubicBezTo>
                  <a:cubicBezTo>
                    <a:pt x="201116" y="13865"/>
                    <a:pt x="200957" y="13786"/>
                    <a:pt x="200798" y="13706"/>
                  </a:cubicBezTo>
                  <a:lnTo>
                    <a:pt x="200022" y="13388"/>
                  </a:lnTo>
                  <a:cubicBezTo>
                    <a:pt x="199863" y="13308"/>
                    <a:pt x="199704" y="13229"/>
                    <a:pt x="199525" y="13169"/>
                  </a:cubicBezTo>
                  <a:cubicBezTo>
                    <a:pt x="199425" y="13110"/>
                    <a:pt x="199365" y="13070"/>
                    <a:pt x="199266" y="13030"/>
                  </a:cubicBezTo>
                  <a:cubicBezTo>
                    <a:pt x="199007" y="12911"/>
                    <a:pt x="198729" y="12791"/>
                    <a:pt x="198490" y="12632"/>
                  </a:cubicBezTo>
                  <a:lnTo>
                    <a:pt x="197734" y="12214"/>
                  </a:lnTo>
                  <a:cubicBezTo>
                    <a:pt x="197595" y="12115"/>
                    <a:pt x="197476" y="12035"/>
                    <a:pt x="197317" y="11936"/>
                  </a:cubicBezTo>
                  <a:cubicBezTo>
                    <a:pt x="196978" y="11717"/>
                    <a:pt x="196600" y="11498"/>
                    <a:pt x="196222" y="11240"/>
                  </a:cubicBezTo>
                  <a:cubicBezTo>
                    <a:pt x="195825" y="11001"/>
                    <a:pt x="195427" y="10703"/>
                    <a:pt x="195029" y="10404"/>
                  </a:cubicBezTo>
                  <a:lnTo>
                    <a:pt x="194711" y="10185"/>
                  </a:lnTo>
                  <a:lnTo>
                    <a:pt x="193955" y="9608"/>
                  </a:lnTo>
                  <a:cubicBezTo>
                    <a:pt x="193716" y="9410"/>
                    <a:pt x="193457" y="9230"/>
                    <a:pt x="193199" y="9012"/>
                  </a:cubicBezTo>
                  <a:cubicBezTo>
                    <a:pt x="192562" y="8534"/>
                    <a:pt x="191926" y="8017"/>
                    <a:pt x="191309" y="7520"/>
                  </a:cubicBezTo>
                  <a:cubicBezTo>
                    <a:pt x="190911" y="7201"/>
                    <a:pt x="190473" y="6863"/>
                    <a:pt x="190076" y="6565"/>
                  </a:cubicBezTo>
                  <a:cubicBezTo>
                    <a:pt x="188962" y="5709"/>
                    <a:pt x="187867" y="4914"/>
                    <a:pt x="186793" y="4178"/>
                  </a:cubicBezTo>
                  <a:cubicBezTo>
                    <a:pt x="185679" y="3442"/>
                    <a:pt x="184466" y="2745"/>
                    <a:pt x="183213" y="2129"/>
                  </a:cubicBezTo>
                  <a:cubicBezTo>
                    <a:pt x="181979" y="1532"/>
                    <a:pt x="180666" y="1055"/>
                    <a:pt x="179294" y="697"/>
                  </a:cubicBezTo>
                  <a:cubicBezTo>
                    <a:pt x="177981" y="378"/>
                    <a:pt x="176588" y="239"/>
                    <a:pt x="175116" y="239"/>
                  </a:cubicBezTo>
                  <a:cubicBezTo>
                    <a:pt x="172510" y="239"/>
                    <a:pt x="169765" y="677"/>
                    <a:pt x="166781" y="1631"/>
                  </a:cubicBezTo>
                  <a:cubicBezTo>
                    <a:pt x="165468" y="2049"/>
                    <a:pt x="164116" y="2547"/>
                    <a:pt x="162783" y="3143"/>
                  </a:cubicBezTo>
                  <a:lnTo>
                    <a:pt x="161788" y="3581"/>
                  </a:lnTo>
                  <a:cubicBezTo>
                    <a:pt x="161569" y="3680"/>
                    <a:pt x="161370" y="3780"/>
                    <a:pt x="161172" y="3879"/>
                  </a:cubicBezTo>
                  <a:cubicBezTo>
                    <a:pt x="161032" y="3939"/>
                    <a:pt x="160933" y="4019"/>
                    <a:pt x="160813" y="4058"/>
                  </a:cubicBezTo>
                  <a:lnTo>
                    <a:pt x="158904" y="5013"/>
                  </a:lnTo>
                  <a:cubicBezTo>
                    <a:pt x="158486" y="5232"/>
                    <a:pt x="158048" y="5451"/>
                    <a:pt x="157650" y="5670"/>
                  </a:cubicBezTo>
                  <a:cubicBezTo>
                    <a:pt x="157432" y="5809"/>
                    <a:pt x="157233" y="5928"/>
                    <a:pt x="157014" y="6028"/>
                  </a:cubicBezTo>
                  <a:lnTo>
                    <a:pt x="156059" y="6545"/>
                  </a:lnTo>
                  <a:cubicBezTo>
                    <a:pt x="155860" y="6644"/>
                    <a:pt x="155661" y="6764"/>
                    <a:pt x="155462" y="6903"/>
                  </a:cubicBezTo>
                  <a:cubicBezTo>
                    <a:pt x="155363" y="6963"/>
                    <a:pt x="155243" y="7022"/>
                    <a:pt x="155144" y="7102"/>
                  </a:cubicBezTo>
                  <a:lnTo>
                    <a:pt x="153314" y="8216"/>
                  </a:lnTo>
                  <a:cubicBezTo>
                    <a:pt x="152916" y="8455"/>
                    <a:pt x="152518" y="8733"/>
                    <a:pt x="152140" y="8992"/>
                  </a:cubicBezTo>
                  <a:cubicBezTo>
                    <a:pt x="151941" y="9111"/>
                    <a:pt x="151722" y="9250"/>
                    <a:pt x="151524" y="9390"/>
                  </a:cubicBezTo>
                  <a:lnTo>
                    <a:pt x="150628" y="9986"/>
                  </a:lnTo>
                  <a:cubicBezTo>
                    <a:pt x="150429" y="10106"/>
                    <a:pt x="150250" y="10225"/>
                    <a:pt x="150051" y="10384"/>
                  </a:cubicBezTo>
                  <a:cubicBezTo>
                    <a:pt x="149952" y="10444"/>
                    <a:pt x="149853" y="10524"/>
                    <a:pt x="149733" y="10603"/>
                  </a:cubicBezTo>
                  <a:lnTo>
                    <a:pt x="147983" y="11817"/>
                  </a:lnTo>
                  <a:lnTo>
                    <a:pt x="146869" y="12632"/>
                  </a:lnTo>
                  <a:lnTo>
                    <a:pt x="146272" y="13090"/>
                  </a:lnTo>
                  <a:lnTo>
                    <a:pt x="145416" y="13706"/>
                  </a:lnTo>
                  <a:cubicBezTo>
                    <a:pt x="145257" y="13826"/>
                    <a:pt x="145058" y="13985"/>
                    <a:pt x="144879" y="14104"/>
                  </a:cubicBezTo>
                  <a:lnTo>
                    <a:pt x="144581" y="14323"/>
                  </a:lnTo>
                  <a:lnTo>
                    <a:pt x="142910" y="15596"/>
                  </a:lnTo>
                  <a:lnTo>
                    <a:pt x="141279" y="16869"/>
                  </a:lnTo>
                  <a:cubicBezTo>
                    <a:pt x="140503" y="17466"/>
                    <a:pt x="139727" y="18063"/>
                    <a:pt x="138991" y="18660"/>
                  </a:cubicBezTo>
                  <a:cubicBezTo>
                    <a:pt x="138653" y="18898"/>
                    <a:pt x="138355" y="19157"/>
                    <a:pt x="138036" y="19396"/>
                  </a:cubicBezTo>
                  <a:cubicBezTo>
                    <a:pt x="137141" y="20092"/>
                    <a:pt x="136266" y="20788"/>
                    <a:pt x="135410" y="21484"/>
                  </a:cubicBezTo>
                  <a:cubicBezTo>
                    <a:pt x="134217" y="22439"/>
                    <a:pt x="132964" y="23414"/>
                    <a:pt x="131770" y="24329"/>
                  </a:cubicBezTo>
                  <a:cubicBezTo>
                    <a:pt x="131034" y="24926"/>
                    <a:pt x="130258" y="25503"/>
                    <a:pt x="129502" y="26040"/>
                  </a:cubicBezTo>
                  <a:cubicBezTo>
                    <a:pt x="129244" y="26239"/>
                    <a:pt x="128965" y="26438"/>
                    <a:pt x="128707" y="26637"/>
                  </a:cubicBezTo>
                  <a:cubicBezTo>
                    <a:pt x="128388" y="26895"/>
                    <a:pt x="128070" y="27114"/>
                    <a:pt x="127752" y="27353"/>
                  </a:cubicBezTo>
                  <a:cubicBezTo>
                    <a:pt x="127573" y="27492"/>
                    <a:pt x="127374" y="27611"/>
                    <a:pt x="127195" y="27751"/>
                  </a:cubicBezTo>
                  <a:cubicBezTo>
                    <a:pt x="127056" y="27850"/>
                    <a:pt x="126916" y="27950"/>
                    <a:pt x="126797" y="28049"/>
                  </a:cubicBezTo>
                  <a:cubicBezTo>
                    <a:pt x="126419" y="28308"/>
                    <a:pt x="126061" y="28586"/>
                    <a:pt x="125683" y="28825"/>
                  </a:cubicBezTo>
                  <a:lnTo>
                    <a:pt x="124171" y="29839"/>
                  </a:lnTo>
                  <a:cubicBezTo>
                    <a:pt x="123833" y="30078"/>
                    <a:pt x="123515" y="30277"/>
                    <a:pt x="123196" y="30476"/>
                  </a:cubicBezTo>
                  <a:cubicBezTo>
                    <a:pt x="123017" y="30595"/>
                    <a:pt x="122818" y="30695"/>
                    <a:pt x="122639" y="30814"/>
                  </a:cubicBezTo>
                  <a:cubicBezTo>
                    <a:pt x="122500" y="30914"/>
                    <a:pt x="122341" y="30993"/>
                    <a:pt x="122202" y="31093"/>
                  </a:cubicBezTo>
                  <a:cubicBezTo>
                    <a:pt x="121844" y="31311"/>
                    <a:pt x="121486" y="31530"/>
                    <a:pt x="121128" y="31729"/>
                  </a:cubicBezTo>
                  <a:lnTo>
                    <a:pt x="120391" y="32167"/>
                  </a:lnTo>
                  <a:lnTo>
                    <a:pt x="119616" y="32585"/>
                  </a:lnTo>
                  <a:cubicBezTo>
                    <a:pt x="117666" y="33639"/>
                    <a:pt x="115577" y="34534"/>
                    <a:pt x="113429" y="35270"/>
                  </a:cubicBezTo>
                  <a:cubicBezTo>
                    <a:pt x="111241" y="35986"/>
                    <a:pt x="109092" y="36484"/>
                    <a:pt x="107024" y="36742"/>
                  </a:cubicBezTo>
                  <a:cubicBezTo>
                    <a:pt x="105870" y="36881"/>
                    <a:pt x="104816" y="36961"/>
                    <a:pt x="103821" y="3698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0" name="Google Shape;864;p15"/>
            <p:cNvSpPr/>
            <p:nvPr/>
          </p:nvSpPr>
          <p:spPr>
            <a:xfrm rot="19785000">
              <a:off x="2702520" y="3493080"/>
              <a:ext cx="8931600" cy="1522080"/>
            </a:xfrm>
            <a:custGeom>
              <a:avLst/>
              <a:gdLst>
                <a:gd name="textAreaLeft" fmla="*/ 0 w 8931600"/>
                <a:gd name="textAreaRight" fmla="*/ 8931960 w 8931600"/>
                <a:gd name="textAreaTop" fmla="*/ 0 h 1522080"/>
                <a:gd name="textAreaBottom" fmla="*/ 1522440 h 1522080"/>
              </a:gdLst>
              <a:ahLst/>
              <a:cxnLst/>
              <a:rect l="textAreaLeft" t="textAreaTop" r="textAreaRight" b="textAreaBottom"/>
              <a:pathLst>
                <a:path w="214762" h="36604">
                  <a:moveTo>
                    <a:pt x="102885" y="36584"/>
                  </a:moveTo>
                  <a:cubicBezTo>
                    <a:pt x="101692" y="36604"/>
                    <a:pt x="100538" y="36564"/>
                    <a:pt x="99404" y="36444"/>
                  </a:cubicBezTo>
                  <a:cubicBezTo>
                    <a:pt x="98171" y="36345"/>
                    <a:pt x="96917" y="36086"/>
                    <a:pt x="96002" y="35887"/>
                  </a:cubicBezTo>
                  <a:cubicBezTo>
                    <a:pt x="95863" y="35848"/>
                    <a:pt x="95704" y="35808"/>
                    <a:pt x="95565" y="35788"/>
                  </a:cubicBezTo>
                  <a:cubicBezTo>
                    <a:pt x="95127" y="35689"/>
                    <a:pt x="94709" y="35589"/>
                    <a:pt x="94292" y="35470"/>
                  </a:cubicBezTo>
                  <a:cubicBezTo>
                    <a:pt x="94192" y="35450"/>
                    <a:pt x="94093" y="35410"/>
                    <a:pt x="93993" y="35370"/>
                  </a:cubicBezTo>
                  <a:cubicBezTo>
                    <a:pt x="93814" y="35311"/>
                    <a:pt x="93615" y="35271"/>
                    <a:pt x="93436" y="35191"/>
                  </a:cubicBezTo>
                  <a:lnTo>
                    <a:pt x="92601" y="34913"/>
                  </a:lnTo>
                  <a:cubicBezTo>
                    <a:pt x="91248" y="34435"/>
                    <a:pt x="90194" y="33998"/>
                    <a:pt x="89199" y="33500"/>
                  </a:cubicBezTo>
                  <a:cubicBezTo>
                    <a:pt x="88761" y="33301"/>
                    <a:pt x="88364" y="33083"/>
                    <a:pt x="87946" y="32864"/>
                  </a:cubicBezTo>
                  <a:cubicBezTo>
                    <a:pt x="87807" y="32784"/>
                    <a:pt x="87647" y="32705"/>
                    <a:pt x="87508" y="32605"/>
                  </a:cubicBezTo>
                  <a:cubicBezTo>
                    <a:pt x="87329" y="32506"/>
                    <a:pt x="87150" y="32406"/>
                    <a:pt x="86971" y="32287"/>
                  </a:cubicBezTo>
                  <a:cubicBezTo>
                    <a:pt x="86872" y="32227"/>
                    <a:pt x="86772" y="32167"/>
                    <a:pt x="86673" y="32108"/>
                  </a:cubicBezTo>
                  <a:lnTo>
                    <a:pt x="86255" y="31869"/>
                  </a:lnTo>
                  <a:cubicBezTo>
                    <a:pt x="86155" y="31809"/>
                    <a:pt x="86076" y="31730"/>
                    <a:pt x="85976" y="31690"/>
                  </a:cubicBezTo>
                  <a:cubicBezTo>
                    <a:pt x="85937" y="31670"/>
                    <a:pt x="85877" y="31611"/>
                    <a:pt x="85837" y="31591"/>
                  </a:cubicBezTo>
                  <a:lnTo>
                    <a:pt x="85022" y="31054"/>
                  </a:lnTo>
                  <a:cubicBezTo>
                    <a:pt x="84843" y="30934"/>
                    <a:pt x="84663" y="30815"/>
                    <a:pt x="84524" y="30715"/>
                  </a:cubicBezTo>
                  <a:lnTo>
                    <a:pt x="84226" y="30497"/>
                  </a:lnTo>
                  <a:lnTo>
                    <a:pt x="83828" y="30198"/>
                  </a:lnTo>
                  <a:lnTo>
                    <a:pt x="82634" y="29263"/>
                  </a:lnTo>
                  <a:lnTo>
                    <a:pt x="81461" y="28308"/>
                  </a:lnTo>
                  <a:lnTo>
                    <a:pt x="80685" y="27612"/>
                  </a:lnTo>
                  <a:cubicBezTo>
                    <a:pt x="80566" y="27473"/>
                    <a:pt x="80406" y="27373"/>
                    <a:pt x="80307" y="27254"/>
                  </a:cubicBezTo>
                  <a:lnTo>
                    <a:pt x="79571" y="26538"/>
                  </a:lnTo>
                  <a:cubicBezTo>
                    <a:pt x="78656" y="25643"/>
                    <a:pt x="77701" y="24668"/>
                    <a:pt x="76587" y="23474"/>
                  </a:cubicBezTo>
                  <a:cubicBezTo>
                    <a:pt x="75911" y="22778"/>
                    <a:pt x="75234" y="22062"/>
                    <a:pt x="74598" y="21366"/>
                  </a:cubicBezTo>
                  <a:cubicBezTo>
                    <a:pt x="74279" y="21028"/>
                    <a:pt x="73921" y="20650"/>
                    <a:pt x="73583" y="20292"/>
                  </a:cubicBezTo>
                  <a:cubicBezTo>
                    <a:pt x="72648" y="19317"/>
                    <a:pt x="71594" y="18203"/>
                    <a:pt x="70440" y="17129"/>
                  </a:cubicBezTo>
                  <a:cubicBezTo>
                    <a:pt x="69505" y="16293"/>
                    <a:pt x="68312" y="15199"/>
                    <a:pt x="67019" y="14204"/>
                  </a:cubicBezTo>
                  <a:cubicBezTo>
                    <a:pt x="65825" y="13289"/>
                    <a:pt x="64572" y="12434"/>
                    <a:pt x="63358" y="11718"/>
                  </a:cubicBezTo>
                  <a:cubicBezTo>
                    <a:pt x="62165" y="11022"/>
                    <a:pt x="60852" y="10385"/>
                    <a:pt x="59499" y="9828"/>
                  </a:cubicBezTo>
                  <a:cubicBezTo>
                    <a:pt x="59380" y="9768"/>
                    <a:pt x="59280" y="9729"/>
                    <a:pt x="59161" y="9709"/>
                  </a:cubicBezTo>
                  <a:cubicBezTo>
                    <a:pt x="58962" y="9629"/>
                    <a:pt x="58723" y="9530"/>
                    <a:pt x="58505" y="9450"/>
                  </a:cubicBezTo>
                  <a:lnTo>
                    <a:pt x="57510" y="9112"/>
                  </a:lnTo>
                  <a:lnTo>
                    <a:pt x="56515" y="8813"/>
                  </a:lnTo>
                  <a:cubicBezTo>
                    <a:pt x="56297" y="8734"/>
                    <a:pt x="56098" y="8674"/>
                    <a:pt x="55859" y="8634"/>
                  </a:cubicBezTo>
                  <a:cubicBezTo>
                    <a:pt x="55740" y="8615"/>
                    <a:pt x="55640" y="8575"/>
                    <a:pt x="55521" y="8535"/>
                  </a:cubicBezTo>
                  <a:cubicBezTo>
                    <a:pt x="54188" y="8197"/>
                    <a:pt x="52855" y="7918"/>
                    <a:pt x="51582" y="7739"/>
                  </a:cubicBezTo>
                  <a:cubicBezTo>
                    <a:pt x="50349" y="7540"/>
                    <a:pt x="49056" y="7421"/>
                    <a:pt x="47743" y="7341"/>
                  </a:cubicBezTo>
                  <a:cubicBezTo>
                    <a:pt x="46569" y="7282"/>
                    <a:pt x="45336" y="7282"/>
                    <a:pt x="43963" y="7341"/>
                  </a:cubicBezTo>
                  <a:cubicBezTo>
                    <a:pt x="42809" y="7381"/>
                    <a:pt x="41616" y="7461"/>
                    <a:pt x="40283" y="7620"/>
                  </a:cubicBezTo>
                  <a:cubicBezTo>
                    <a:pt x="39786" y="7660"/>
                    <a:pt x="39288" y="7739"/>
                    <a:pt x="38791" y="7779"/>
                  </a:cubicBezTo>
                  <a:lnTo>
                    <a:pt x="38154" y="7859"/>
                  </a:lnTo>
                  <a:cubicBezTo>
                    <a:pt x="37697" y="7938"/>
                    <a:pt x="37160" y="8018"/>
                    <a:pt x="36702" y="8077"/>
                  </a:cubicBezTo>
                  <a:cubicBezTo>
                    <a:pt x="34474" y="8435"/>
                    <a:pt x="32246" y="8933"/>
                    <a:pt x="29859" y="9549"/>
                  </a:cubicBezTo>
                  <a:cubicBezTo>
                    <a:pt x="28864" y="9808"/>
                    <a:pt x="27890" y="10067"/>
                    <a:pt x="26915" y="10345"/>
                  </a:cubicBezTo>
                  <a:lnTo>
                    <a:pt x="26577" y="10445"/>
                  </a:lnTo>
                  <a:lnTo>
                    <a:pt x="24966" y="10922"/>
                  </a:lnTo>
                  <a:cubicBezTo>
                    <a:pt x="24607" y="11022"/>
                    <a:pt x="24289" y="11121"/>
                    <a:pt x="23931" y="11220"/>
                  </a:cubicBezTo>
                  <a:cubicBezTo>
                    <a:pt x="23732" y="11260"/>
                    <a:pt x="23573" y="11340"/>
                    <a:pt x="23374" y="11399"/>
                  </a:cubicBezTo>
                  <a:cubicBezTo>
                    <a:pt x="21246" y="12016"/>
                    <a:pt x="19157" y="12693"/>
                    <a:pt x="17128" y="13389"/>
                  </a:cubicBezTo>
                  <a:cubicBezTo>
                    <a:pt x="15139" y="14045"/>
                    <a:pt x="13149" y="14781"/>
                    <a:pt x="11160" y="15537"/>
                  </a:cubicBezTo>
                  <a:cubicBezTo>
                    <a:pt x="10981" y="15617"/>
                    <a:pt x="10802" y="15676"/>
                    <a:pt x="10643" y="15736"/>
                  </a:cubicBezTo>
                  <a:cubicBezTo>
                    <a:pt x="10344" y="15875"/>
                    <a:pt x="10026" y="15975"/>
                    <a:pt x="9728" y="16094"/>
                  </a:cubicBezTo>
                  <a:lnTo>
                    <a:pt x="8276" y="16671"/>
                  </a:lnTo>
                  <a:lnTo>
                    <a:pt x="6863" y="17228"/>
                  </a:lnTo>
                  <a:lnTo>
                    <a:pt x="5968" y="17606"/>
                  </a:lnTo>
                  <a:cubicBezTo>
                    <a:pt x="5789" y="17686"/>
                    <a:pt x="5630" y="17765"/>
                    <a:pt x="5471" y="17805"/>
                  </a:cubicBezTo>
                  <a:cubicBezTo>
                    <a:pt x="3621" y="18581"/>
                    <a:pt x="1830" y="19376"/>
                    <a:pt x="100" y="20192"/>
                  </a:cubicBezTo>
                  <a:lnTo>
                    <a:pt x="0" y="20073"/>
                  </a:lnTo>
                  <a:cubicBezTo>
                    <a:pt x="1731" y="19257"/>
                    <a:pt x="3561" y="18461"/>
                    <a:pt x="5371" y="17686"/>
                  </a:cubicBezTo>
                  <a:cubicBezTo>
                    <a:pt x="5530" y="17606"/>
                    <a:pt x="5690" y="17526"/>
                    <a:pt x="5869" y="17487"/>
                  </a:cubicBezTo>
                  <a:lnTo>
                    <a:pt x="6764" y="17109"/>
                  </a:lnTo>
                  <a:lnTo>
                    <a:pt x="8176" y="16532"/>
                  </a:lnTo>
                  <a:lnTo>
                    <a:pt x="9628" y="15975"/>
                  </a:lnTo>
                  <a:cubicBezTo>
                    <a:pt x="9907" y="15836"/>
                    <a:pt x="10245" y="15716"/>
                    <a:pt x="10563" y="15597"/>
                  </a:cubicBezTo>
                  <a:cubicBezTo>
                    <a:pt x="10742" y="15517"/>
                    <a:pt x="10921" y="15477"/>
                    <a:pt x="11080" y="15398"/>
                  </a:cubicBezTo>
                  <a:cubicBezTo>
                    <a:pt x="13050" y="14622"/>
                    <a:pt x="15059" y="13906"/>
                    <a:pt x="17048" y="13230"/>
                  </a:cubicBezTo>
                  <a:cubicBezTo>
                    <a:pt x="19097" y="12533"/>
                    <a:pt x="21186" y="11857"/>
                    <a:pt x="23295" y="11240"/>
                  </a:cubicBezTo>
                  <a:cubicBezTo>
                    <a:pt x="23493" y="11201"/>
                    <a:pt x="23672" y="11121"/>
                    <a:pt x="23871" y="11061"/>
                  </a:cubicBezTo>
                  <a:cubicBezTo>
                    <a:pt x="24210" y="10962"/>
                    <a:pt x="24548" y="10862"/>
                    <a:pt x="24886" y="10763"/>
                  </a:cubicBezTo>
                  <a:lnTo>
                    <a:pt x="26855" y="10206"/>
                  </a:lnTo>
                  <a:cubicBezTo>
                    <a:pt x="27790" y="9927"/>
                    <a:pt x="28785" y="9649"/>
                    <a:pt x="29780" y="9410"/>
                  </a:cubicBezTo>
                  <a:cubicBezTo>
                    <a:pt x="32206" y="8774"/>
                    <a:pt x="34434" y="8316"/>
                    <a:pt x="36643" y="7938"/>
                  </a:cubicBezTo>
                  <a:cubicBezTo>
                    <a:pt x="37140" y="7859"/>
                    <a:pt x="37637" y="7779"/>
                    <a:pt x="38115" y="7719"/>
                  </a:cubicBezTo>
                  <a:lnTo>
                    <a:pt x="38731" y="7640"/>
                  </a:lnTo>
                  <a:cubicBezTo>
                    <a:pt x="39229" y="7560"/>
                    <a:pt x="39726" y="7520"/>
                    <a:pt x="40223" y="7461"/>
                  </a:cubicBezTo>
                  <a:cubicBezTo>
                    <a:pt x="41576" y="7321"/>
                    <a:pt x="42789" y="7222"/>
                    <a:pt x="43943" y="7182"/>
                  </a:cubicBezTo>
                  <a:cubicBezTo>
                    <a:pt x="45336" y="7142"/>
                    <a:pt x="46569" y="7142"/>
                    <a:pt x="47743" y="7182"/>
                  </a:cubicBezTo>
                  <a:cubicBezTo>
                    <a:pt x="49056" y="7242"/>
                    <a:pt x="50368" y="7361"/>
                    <a:pt x="51642" y="7540"/>
                  </a:cubicBezTo>
                  <a:cubicBezTo>
                    <a:pt x="52915" y="7719"/>
                    <a:pt x="54248" y="7978"/>
                    <a:pt x="55600" y="8336"/>
                  </a:cubicBezTo>
                  <a:cubicBezTo>
                    <a:pt x="55720" y="8356"/>
                    <a:pt x="55819" y="8416"/>
                    <a:pt x="55938" y="8435"/>
                  </a:cubicBezTo>
                  <a:cubicBezTo>
                    <a:pt x="56177" y="8475"/>
                    <a:pt x="56376" y="8555"/>
                    <a:pt x="56595" y="8615"/>
                  </a:cubicBezTo>
                  <a:lnTo>
                    <a:pt x="57590" y="8913"/>
                  </a:lnTo>
                  <a:lnTo>
                    <a:pt x="58584" y="9251"/>
                  </a:lnTo>
                  <a:cubicBezTo>
                    <a:pt x="58803" y="9331"/>
                    <a:pt x="59002" y="9430"/>
                    <a:pt x="59221" y="9510"/>
                  </a:cubicBezTo>
                  <a:cubicBezTo>
                    <a:pt x="59360" y="9549"/>
                    <a:pt x="59459" y="9609"/>
                    <a:pt x="59579" y="9629"/>
                  </a:cubicBezTo>
                  <a:cubicBezTo>
                    <a:pt x="60951" y="10206"/>
                    <a:pt x="62244" y="10823"/>
                    <a:pt x="63458" y="11519"/>
                  </a:cubicBezTo>
                  <a:cubicBezTo>
                    <a:pt x="64691" y="12235"/>
                    <a:pt x="65944" y="13090"/>
                    <a:pt x="67138" y="14025"/>
                  </a:cubicBezTo>
                  <a:cubicBezTo>
                    <a:pt x="68431" y="15020"/>
                    <a:pt x="69625" y="16134"/>
                    <a:pt x="70520" y="16989"/>
                  </a:cubicBezTo>
                  <a:cubicBezTo>
                    <a:pt x="71634" y="18064"/>
                    <a:pt x="72728" y="19197"/>
                    <a:pt x="73643" y="20172"/>
                  </a:cubicBezTo>
                  <a:cubicBezTo>
                    <a:pt x="74001" y="20510"/>
                    <a:pt x="74319" y="20888"/>
                    <a:pt x="74677" y="21246"/>
                  </a:cubicBezTo>
                  <a:cubicBezTo>
                    <a:pt x="75314" y="21943"/>
                    <a:pt x="75990" y="22659"/>
                    <a:pt x="76667" y="23355"/>
                  </a:cubicBezTo>
                  <a:cubicBezTo>
                    <a:pt x="77781" y="24549"/>
                    <a:pt x="78716" y="25523"/>
                    <a:pt x="79651" y="26418"/>
                  </a:cubicBezTo>
                  <a:lnTo>
                    <a:pt x="80387" y="27135"/>
                  </a:lnTo>
                  <a:cubicBezTo>
                    <a:pt x="80506" y="27254"/>
                    <a:pt x="80645" y="27353"/>
                    <a:pt x="80765" y="27473"/>
                  </a:cubicBezTo>
                  <a:lnTo>
                    <a:pt x="81540" y="28169"/>
                  </a:lnTo>
                  <a:lnTo>
                    <a:pt x="82694" y="29144"/>
                  </a:lnTo>
                  <a:lnTo>
                    <a:pt x="83888" y="30059"/>
                  </a:lnTo>
                  <a:lnTo>
                    <a:pt x="84286" y="30337"/>
                  </a:lnTo>
                  <a:lnTo>
                    <a:pt x="84584" y="30556"/>
                  </a:lnTo>
                  <a:cubicBezTo>
                    <a:pt x="84763" y="30695"/>
                    <a:pt x="84922" y="30815"/>
                    <a:pt x="85081" y="30914"/>
                  </a:cubicBezTo>
                  <a:lnTo>
                    <a:pt x="85917" y="31431"/>
                  </a:lnTo>
                  <a:cubicBezTo>
                    <a:pt x="85956" y="31451"/>
                    <a:pt x="86016" y="31511"/>
                    <a:pt x="86056" y="31531"/>
                  </a:cubicBezTo>
                  <a:cubicBezTo>
                    <a:pt x="86136" y="31591"/>
                    <a:pt x="86235" y="31650"/>
                    <a:pt x="86315" y="31710"/>
                  </a:cubicBezTo>
                  <a:lnTo>
                    <a:pt x="86732" y="31949"/>
                  </a:lnTo>
                  <a:cubicBezTo>
                    <a:pt x="86832" y="32008"/>
                    <a:pt x="86931" y="32088"/>
                    <a:pt x="87031" y="32128"/>
                  </a:cubicBezTo>
                  <a:lnTo>
                    <a:pt x="87548" y="32426"/>
                  </a:lnTo>
                  <a:cubicBezTo>
                    <a:pt x="87687" y="32506"/>
                    <a:pt x="87846" y="32585"/>
                    <a:pt x="87986" y="32685"/>
                  </a:cubicBezTo>
                  <a:cubicBezTo>
                    <a:pt x="88383" y="32904"/>
                    <a:pt x="88821" y="33122"/>
                    <a:pt x="89219" y="33301"/>
                  </a:cubicBezTo>
                  <a:cubicBezTo>
                    <a:pt x="90214" y="33799"/>
                    <a:pt x="91288" y="34236"/>
                    <a:pt x="92601" y="34714"/>
                  </a:cubicBezTo>
                  <a:lnTo>
                    <a:pt x="93436" y="34992"/>
                  </a:lnTo>
                  <a:cubicBezTo>
                    <a:pt x="93615" y="35052"/>
                    <a:pt x="93814" y="35112"/>
                    <a:pt x="93993" y="35171"/>
                  </a:cubicBezTo>
                  <a:cubicBezTo>
                    <a:pt x="94093" y="35191"/>
                    <a:pt x="94192" y="35211"/>
                    <a:pt x="94292" y="35271"/>
                  </a:cubicBezTo>
                  <a:cubicBezTo>
                    <a:pt x="94709" y="35390"/>
                    <a:pt x="95127" y="35490"/>
                    <a:pt x="95525" y="35589"/>
                  </a:cubicBezTo>
                  <a:cubicBezTo>
                    <a:pt x="95684" y="35609"/>
                    <a:pt x="95823" y="35669"/>
                    <a:pt x="95982" y="35689"/>
                  </a:cubicBezTo>
                  <a:cubicBezTo>
                    <a:pt x="96917" y="35887"/>
                    <a:pt x="98131" y="36106"/>
                    <a:pt x="99384" y="36246"/>
                  </a:cubicBezTo>
                  <a:cubicBezTo>
                    <a:pt x="101473" y="36464"/>
                    <a:pt x="103681" y="36444"/>
                    <a:pt x="106088" y="36146"/>
                  </a:cubicBezTo>
                  <a:cubicBezTo>
                    <a:pt x="108216" y="35868"/>
                    <a:pt x="110405" y="35370"/>
                    <a:pt x="112633" y="34654"/>
                  </a:cubicBezTo>
                  <a:cubicBezTo>
                    <a:pt x="114841" y="33898"/>
                    <a:pt x="116969" y="32983"/>
                    <a:pt x="118958" y="31929"/>
                  </a:cubicBezTo>
                  <a:lnTo>
                    <a:pt x="119714" y="31511"/>
                  </a:lnTo>
                  <a:lnTo>
                    <a:pt x="120490" y="31073"/>
                  </a:lnTo>
                  <a:cubicBezTo>
                    <a:pt x="120868" y="30874"/>
                    <a:pt x="121206" y="30636"/>
                    <a:pt x="121584" y="30417"/>
                  </a:cubicBezTo>
                  <a:cubicBezTo>
                    <a:pt x="121743" y="30317"/>
                    <a:pt x="121883" y="30218"/>
                    <a:pt x="122042" y="30138"/>
                  </a:cubicBezTo>
                  <a:cubicBezTo>
                    <a:pt x="122201" y="30019"/>
                    <a:pt x="122400" y="29920"/>
                    <a:pt x="122579" y="29800"/>
                  </a:cubicBezTo>
                  <a:cubicBezTo>
                    <a:pt x="122897" y="29601"/>
                    <a:pt x="123255" y="29363"/>
                    <a:pt x="123574" y="29184"/>
                  </a:cubicBezTo>
                  <a:lnTo>
                    <a:pt x="125125" y="28149"/>
                  </a:lnTo>
                  <a:cubicBezTo>
                    <a:pt x="125483" y="27910"/>
                    <a:pt x="125861" y="27632"/>
                    <a:pt x="126239" y="27373"/>
                  </a:cubicBezTo>
                  <a:cubicBezTo>
                    <a:pt x="126359" y="27274"/>
                    <a:pt x="126518" y="27194"/>
                    <a:pt x="126637" y="27075"/>
                  </a:cubicBezTo>
                  <a:cubicBezTo>
                    <a:pt x="126816" y="26956"/>
                    <a:pt x="127015" y="26816"/>
                    <a:pt x="127174" y="26677"/>
                  </a:cubicBezTo>
                  <a:cubicBezTo>
                    <a:pt x="127512" y="26458"/>
                    <a:pt x="127831" y="26220"/>
                    <a:pt x="128169" y="25961"/>
                  </a:cubicBezTo>
                  <a:lnTo>
                    <a:pt x="129004" y="25364"/>
                  </a:lnTo>
                  <a:cubicBezTo>
                    <a:pt x="129740" y="24827"/>
                    <a:pt x="130516" y="24250"/>
                    <a:pt x="131272" y="23653"/>
                  </a:cubicBezTo>
                  <a:cubicBezTo>
                    <a:pt x="132386" y="22778"/>
                    <a:pt x="133560" y="21883"/>
                    <a:pt x="134674" y="20988"/>
                  </a:cubicBezTo>
                  <a:cubicBezTo>
                    <a:pt x="137677" y="18601"/>
                    <a:pt x="140801" y="16094"/>
                    <a:pt x="144003" y="13707"/>
                  </a:cubicBezTo>
                  <a:lnTo>
                    <a:pt x="144282" y="13488"/>
                  </a:lnTo>
                  <a:cubicBezTo>
                    <a:pt x="144461" y="13329"/>
                    <a:pt x="144640" y="13210"/>
                    <a:pt x="144839" y="13090"/>
                  </a:cubicBezTo>
                  <a:lnTo>
                    <a:pt x="145674" y="12454"/>
                  </a:lnTo>
                  <a:cubicBezTo>
                    <a:pt x="145873" y="12315"/>
                    <a:pt x="146072" y="12155"/>
                    <a:pt x="146271" y="12036"/>
                  </a:cubicBezTo>
                  <a:cubicBezTo>
                    <a:pt x="146649" y="11758"/>
                    <a:pt x="147007" y="11499"/>
                    <a:pt x="147365" y="11240"/>
                  </a:cubicBezTo>
                  <a:lnTo>
                    <a:pt x="149096" y="10047"/>
                  </a:lnTo>
                  <a:lnTo>
                    <a:pt x="149394" y="9828"/>
                  </a:lnTo>
                  <a:cubicBezTo>
                    <a:pt x="149553" y="9709"/>
                    <a:pt x="149752" y="9549"/>
                    <a:pt x="149951" y="9430"/>
                  </a:cubicBezTo>
                  <a:lnTo>
                    <a:pt x="150827" y="8853"/>
                  </a:lnTo>
                  <a:cubicBezTo>
                    <a:pt x="151025" y="8734"/>
                    <a:pt x="151224" y="8575"/>
                    <a:pt x="151443" y="8455"/>
                  </a:cubicBezTo>
                  <a:cubicBezTo>
                    <a:pt x="151821" y="8217"/>
                    <a:pt x="152219" y="7958"/>
                    <a:pt x="152597" y="7719"/>
                  </a:cubicBezTo>
                  <a:lnTo>
                    <a:pt x="154387" y="6625"/>
                  </a:lnTo>
                  <a:cubicBezTo>
                    <a:pt x="154487" y="6546"/>
                    <a:pt x="154606" y="6486"/>
                    <a:pt x="154706" y="6426"/>
                  </a:cubicBezTo>
                  <a:cubicBezTo>
                    <a:pt x="154905" y="6287"/>
                    <a:pt x="155103" y="6168"/>
                    <a:pt x="155302" y="6068"/>
                  </a:cubicBezTo>
                  <a:lnTo>
                    <a:pt x="156217" y="5571"/>
                  </a:lnTo>
                  <a:cubicBezTo>
                    <a:pt x="156456" y="5452"/>
                    <a:pt x="156655" y="5352"/>
                    <a:pt x="156874" y="5233"/>
                  </a:cubicBezTo>
                  <a:cubicBezTo>
                    <a:pt x="157272" y="4994"/>
                    <a:pt x="157670" y="4775"/>
                    <a:pt x="158067" y="4576"/>
                  </a:cubicBezTo>
                  <a:lnTo>
                    <a:pt x="159937" y="3661"/>
                  </a:lnTo>
                  <a:cubicBezTo>
                    <a:pt x="160037" y="3602"/>
                    <a:pt x="160156" y="3562"/>
                    <a:pt x="160256" y="3482"/>
                  </a:cubicBezTo>
                  <a:cubicBezTo>
                    <a:pt x="160455" y="3383"/>
                    <a:pt x="160654" y="3283"/>
                    <a:pt x="160872" y="3184"/>
                  </a:cubicBezTo>
                  <a:lnTo>
                    <a:pt x="161827" y="2766"/>
                  </a:lnTo>
                  <a:cubicBezTo>
                    <a:pt x="163120" y="2209"/>
                    <a:pt x="164433" y="1712"/>
                    <a:pt x="165706" y="1314"/>
                  </a:cubicBezTo>
                  <a:cubicBezTo>
                    <a:pt x="168551" y="419"/>
                    <a:pt x="171137" y="1"/>
                    <a:pt x="173663" y="21"/>
                  </a:cubicBezTo>
                  <a:cubicBezTo>
                    <a:pt x="175016" y="61"/>
                    <a:pt x="176369" y="200"/>
                    <a:pt x="177602" y="498"/>
                  </a:cubicBezTo>
                  <a:cubicBezTo>
                    <a:pt x="178935" y="856"/>
                    <a:pt x="180168" y="1294"/>
                    <a:pt x="181342" y="1871"/>
                  </a:cubicBezTo>
                  <a:cubicBezTo>
                    <a:pt x="183729" y="3064"/>
                    <a:pt x="185977" y="4676"/>
                    <a:pt x="188006" y="6267"/>
                  </a:cubicBezTo>
                  <a:cubicBezTo>
                    <a:pt x="188404" y="6585"/>
                    <a:pt x="188822" y="6924"/>
                    <a:pt x="189219" y="7242"/>
                  </a:cubicBezTo>
                  <a:cubicBezTo>
                    <a:pt x="189836" y="7739"/>
                    <a:pt x="190493" y="8256"/>
                    <a:pt x="191109" y="8734"/>
                  </a:cubicBezTo>
                  <a:cubicBezTo>
                    <a:pt x="192024" y="9450"/>
                    <a:pt x="193099" y="10305"/>
                    <a:pt x="194173" y="11022"/>
                  </a:cubicBezTo>
                  <a:cubicBezTo>
                    <a:pt x="194551" y="11300"/>
                    <a:pt x="194949" y="11539"/>
                    <a:pt x="195307" y="11758"/>
                  </a:cubicBezTo>
                  <a:cubicBezTo>
                    <a:pt x="195466" y="11857"/>
                    <a:pt x="195585" y="11937"/>
                    <a:pt x="195744" y="12036"/>
                  </a:cubicBezTo>
                  <a:lnTo>
                    <a:pt x="196540" y="12494"/>
                  </a:lnTo>
                  <a:cubicBezTo>
                    <a:pt x="196779" y="12633"/>
                    <a:pt x="197057" y="12792"/>
                    <a:pt x="197336" y="12911"/>
                  </a:cubicBezTo>
                  <a:lnTo>
                    <a:pt x="197634" y="13051"/>
                  </a:lnTo>
                  <a:cubicBezTo>
                    <a:pt x="197813" y="13130"/>
                    <a:pt x="197972" y="13230"/>
                    <a:pt x="198151" y="13309"/>
                  </a:cubicBezTo>
                  <a:lnTo>
                    <a:pt x="198967" y="13647"/>
                  </a:lnTo>
                  <a:cubicBezTo>
                    <a:pt x="199146" y="13727"/>
                    <a:pt x="199325" y="13807"/>
                    <a:pt x="199504" y="13846"/>
                  </a:cubicBezTo>
                  <a:cubicBezTo>
                    <a:pt x="199603" y="13886"/>
                    <a:pt x="199703" y="13926"/>
                    <a:pt x="199802" y="13946"/>
                  </a:cubicBezTo>
                  <a:lnTo>
                    <a:pt x="200220" y="14105"/>
                  </a:lnTo>
                  <a:lnTo>
                    <a:pt x="200638" y="14224"/>
                  </a:lnTo>
                  <a:cubicBezTo>
                    <a:pt x="205074" y="15637"/>
                    <a:pt x="209948" y="15477"/>
                    <a:pt x="214762" y="13707"/>
                  </a:cubicBezTo>
                  <a:lnTo>
                    <a:pt x="214762" y="13926"/>
                  </a:lnTo>
                  <a:cubicBezTo>
                    <a:pt x="209908" y="15696"/>
                    <a:pt x="205034" y="15875"/>
                    <a:pt x="200598" y="14443"/>
                  </a:cubicBezTo>
                  <a:lnTo>
                    <a:pt x="200041" y="14383"/>
                  </a:lnTo>
                  <a:lnTo>
                    <a:pt x="199623" y="14224"/>
                  </a:lnTo>
                  <a:cubicBezTo>
                    <a:pt x="199524" y="14184"/>
                    <a:pt x="199424" y="14145"/>
                    <a:pt x="199325" y="14125"/>
                  </a:cubicBezTo>
                  <a:cubicBezTo>
                    <a:pt x="199146" y="14065"/>
                    <a:pt x="198967" y="14005"/>
                    <a:pt x="198788" y="13926"/>
                  </a:cubicBezTo>
                  <a:lnTo>
                    <a:pt x="197972" y="13588"/>
                  </a:lnTo>
                  <a:cubicBezTo>
                    <a:pt x="197793" y="13508"/>
                    <a:pt x="197634" y="13429"/>
                    <a:pt x="197455" y="13329"/>
                  </a:cubicBezTo>
                  <a:lnTo>
                    <a:pt x="197157" y="13190"/>
                  </a:lnTo>
                  <a:cubicBezTo>
                    <a:pt x="196878" y="13051"/>
                    <a:pt x="196600" y="12911"/>
                    <a:pt x="196361" y="12772"/>
                  </a:cubicBezTo>
                  <a:lnTo>
                    <a:pt x="195565" y="12315"/>
                  </a:lnTo>
                  <a:cubicBezTo>
                    <a:pt x="195406" y="12215"/>
                    <a:pt x="195287" y="12136"/>
                    <a:pt x="195147" y="12036"/>
                  </a:cubicBezTo>
                  <a:cubicBezTo>
                    <a:pt x="194769" y="11817"/>
                    <a:pt x="194372" y="11559"/>
                    <a:pt x="193994" y="11300"/>
                  </a:cubicBezTo>
                  <a:cubicBezTo>
                    <a:pt x="192900" y="10544"/>
                    <a:pt x="191825" y="9729"/>
                    <a:pt x="190910" y="9012"/>
                  </a:cubicBezTo>
                  <a:cubicBezTo>
                    <a:pt x="190294" y="8515"/>
                    <a:pt x="189637" y="8018"/>
                    <a:pt x="189020" y="7520"/>
                  </a:cubicBezTo>
                  <a:cubicBezTo>
                    <a:pt x="188623" y="7202"/>
                    <a:pt x="188225" y="6864"/>
                    <a:pt x="187807" y="6546"/>
                  </a:cubicBezTo>
                  <a:cubicBezTo>
                    <a:pt x="185758" y="4954"/>
                    <a:pt x="183530" y="3343"/>
                    <a:pt x="181143" y="2149"/>
                  </a:cubicBezTo>
                  <a:cubicBezTo>
                    <a:pt x="179969" y="1572"/>
                    <a:pt x="178736" y="1115"/>
                    <a:pt x="177443" y="777"/>
                  </a:cubicBezTo>
                  <a:cubicBezTo>
                    <a:pt x="176190" y="478"/>
                    <a:pt x="174877" y="299"/>
                    <a:pt x="173504" y="299"/>
                  </a:cubicBezTo>
                  <a:cubicBezTo>
                    <a:pt x="171018" y="279"/>
                    <a:pt x="168432" y="697"/>
                    <a:pt x="165607" y="1592"/>
                  </a:cubicBezTo>
                  <a:cubicBezTo>
                    <a:pt x="164334" y="1990"/>
                    <a:pt x="163041" y="2468"/>
                    <a:pt x="161748" y="3045"/>
                  </a:cubicBezTo>
                  <a:lnTo>
                    <a:pt x="160793" y="3462"/>
                  </a:lnTo>
                  <a:lnTo>
                    <a:pt x="160196" y="3761"/>
                  </a:lnTo>
                  <a:cubicBezTo>
                    <a:pt x="160097" y="3820"/>
                    <a:pt x="159977" y="3860"/>
                    <a:pt x="159878" y="3940"/>
                  </a:cubicBezTo>
                  <a:lnTo>
                    <a:pt x="158008" y="4855"/>
                  </a:lnTo>
                  <a:cubicBezTo>
                    <a:pt x="157610" y="5054"/>
                    <a:pt x="157212" y="5273"/>
                    <a:pt x="156814" y="5511"/>
                  </a:cubicBezTo>
                  <a:cubicBezTo>
                    <a:pt x="156595" y="5631"/>
                    <a:pt x="156396" y="5750"/>
                    <a:pt x="156178" y="5849"/>
                  </a:cubicBezTo>
                  <a:lnTo>
                    <a:pt x="155263" y="6347"/>
                  </a:lnTo>
                  <a:cubicBezTo>
                    <a:pt x="155064" y="6446"/>
                    <a:pt x="154865" y="6566"/>
                    <a:pt x="154686" y="6705"/>
                  </a:cubicBezTo>
                  <a:cubicBezTo>
                    <a:pt x="154586" y="6764"/>
                    <a:pt x="154467" y="6824"/>
                    <a:pt x="154367" y="6904"/>
                  </a:cubicBezTo>
                  <a:lnTo>
                    <a:pt x="152577" y="7998"/>
                  </a:lnTo>
                  <a:cubicBezTo>
                    <a:pt x="152199" y="8237"/>
                    <a:pt x="151801" y="8495"/>
                    <a:pt x="151423" y="8734"/>
                  </a:cubicBezTo>
                  <a:cubicBezTo>
                    <a:pt x="151224" y="8853"/>
                    <a:pt x="151025" y="9012"/>
                    <a:pt x="150807" y="9132"/>
                  </a:cubicBezTo>
                  <a:lnTo>
                    <a:pt x="149931" y="9709"/>
                  </a:lnTo>
                  <a:cubicBezTo>
                    <a:pt x="149732" y="9828"/>
                    <a:pt x="149553" y="9947"/>
                    <a:pt x="149394" y="10087"/>
                  </a:cubicBezTo>
                  <a:lnTo>
                    <a:pt x="149096" y="10305"/>
                  </a:lnTo>
                  <a:lnTo>
                    <a:pt x="147365" y="11499"/>
                  </a:lnTo>
                  <a:cubicBezTo>
                    <a:pt x="147007" y="11777"/>
                    <a:pt x="146649" y="12016"/>
                    <a:pt x="146271" y="12295"/>
                  </a:cubicBezTo>
                  <a:cubicBezTo>
                    <a:pt x="146072" y="12434"/>
                    <a:pt x="145873" y="12593"/>
                    <a:pt x="145674" y="12712"/>
                  </a:cubicBezTo>
                  <a:lnTo>
                    <a:pt x="144839" y="13289"/>
                  </a:lnTo>
                  <a:cubicBezTo>
                    <a:pt x="144660" y="13409"/>
                    <a:pt x="144501" y="13548"/>
                    <a:pt x="144302" y="13687"/>
                  </a:cubicBezTo>
                  <a:lnTo>
                    <a:pt x="144003" y="13906"/>
                  </a:lnTo>
                  <a:cubicBezTo>
                    <a:pt x="140821" y="16293"/>
                    <a:pt x="137677" y="18800"/>
                    <a:pt x="134674" y="21187"/>
                  </a:cubicBezTo>
                  <a:cubicBezTo>
                    <a:pt x="133560" y="22062"/>
                    <a:pt x="132406" y="22977"/>
                    <a:pt x="131272" y="23852"/>
                  </a:cubicBezTo>
                  <a:cubicBezTo>
                    <a:pt x="130516" y="24449"/>
                    <a:pt x="129740" y="25026"/>
                    <a:pt x="129004" y="25563"/>
                  </a:cubicBezTo>
                  <a:lnTo>
                    <a:pt x="128189" y="26160"/>
                  </a:lnTo>
                  <a:cubicBezTo>
                    <a:pt x="127850" y="26418"/>
                    <a:pt x="127532" y="26637"/>
                    <a:pt x="127194" y="26876"/>
                  </a:cubicBezTo>
                  <a:cubicBezTo>
                    <a:pt x="127015" y="27015"/>
                    <a:pt x="126816" y="27155"/>
                    <a:pt x="126637" y="27274"/>
                  </a:cubicBezTo>
                  <a:cubicBezTo>
                    <a:pt x="126518" y="27373"/>
                    <a:pt x="126359" y="27473"/>
                    <a:pt x="126239" y="27592"/>
                  </a:cubicBezTo>
                  <a:cubicBezTo>
                    <a:pt x="125861" y="27851"/>
                    <a:pt x="125503" y="28109"/>
                    <a:pt x="125125" y="28388"/>
                  </a:cubicBezTo>
                  <a:lnTo>
                    <a:pt x="123574" y="29402"/>
                  </a:lnTo>
                  <a:cubicBezTo>
                    <a:pt x="123255" y="29621"/>
                    <a:pt x="122917" y="29820"/>
                    <a:pt x="122579" y="30019"/>
                  </a:cubicBezTo>
                  <a:cubicBezTo>
                    <a:pt x="122420" y="30138"/>
                    <a:pt x="122221" y="30238"/>
                    <a:pt x="122042" y="30377"/>
                  </a:cubicBezTo>
                  <a:cubicBezTo>
                    <a:pt x="121883" y="30477"/>
                    <a:pt x="121743" y="30536"/>
                    <a:pt x="121584" y="30636"/>
                  </a:cubicBezTo>
                  <a:cubicBezTo>
                    <a:pt x="121246" y="30874"/>
                    <a:pt x="120868" y="31093"/>
                    <a:pt x="120490" y="31292"/>
                  </a:cubicBezTo>
                  <a:lnTo>
                    <a:pt x="119734" y="31730"/>
                  </a:lnTo>
                  <a:lnTo>
                    <a:pt x="118958" y="32167"/>
                  </a:lnTo>
                  <a:cubicBezTo>
                    <a:pt x="116969" y="33202"/>
                    <a:pt x="114821" y="34117"/>
                    <a:pt x="112613" y="34873"/>
                  </a:cubicBezTo>
                  <a:cubicBezTo>
                    <a:pt x="110365" y="35589"/>
                    <a:pt x="108177" y="36086"/>
                    <a:pt x="106068" y="36365"/>
                  </a:cubicBezTo>
                  <a:cubicBezTo>
                    <a:pt x="105014" y="36484"/>
                    <a:pt x="103939" y="36564"/>
                    <a:pt x="102885" y="36584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1" name="Google Shape;865;p15"/>
            <p:cNvSpPr/>
            <p:nvPr/>
          </p:nvSpPr>
          <p:spPr>
            <a:xfrm rot="19785000">
              <a:off x="2802960" y="3574800"/>
              <a:ext cx="8867880" cy="1503000"/>
            </a:xfrm>
            <a:custGeom>
              <a:avLst/>
              <a:gdLst>
                <a:gd name="textAreaLeft" fmla="*/ 0 w 8867880"/>
                <a:gd name="textAreaRight" fmla="*/ 8868240 w 8867880"/>
                <a:gd name="textAreaTop" fmla="*/ 0 h 1503000"/>
                <a:gd name="textAreaBottom" fmla="*/ 1503360 h 1503000"/>
              </a:gdLst>
              <a:ahLst/>
              <a:cxnLst/>
              <a:rect l="textAreaLeft" t="textAreaTop" r="textAreaRight" b="textAreaBottom"/>
              <a:pathLst>
                <a:path w="213230" h="36146">
                  <a:moveTo>
                    <a:pt x="101910" y="36125"/>
                  </a:moveTo>
                  <a:cubicBezTo>
                    <a:pt x="100657" y="36145"/>
                    <a:pt x="99464" y="36086"/>
                    <a:pt x="98290" y="35946"/>
                  </a:cubicBezTo>
                  <a:cubicBezTo>
                    <a:pt x="97275" y="35847"/>
                    <a:pt x="96181" y="35688"/>
                    <a:pt x="94749" y="35350"/>
                  </a:cubicBezTo>
                  <a:cubicBezTo>
                    <a:pt x="94590" y="35310"/>
                    <a:pt x="94451" y="35290"/>
                    <a:pt x="94272" y="35230"/>
                  </a:cubicBezTo>
                  <a:cubicBezTo>
                    <a:pt x="93854" y="35131"/>
                    <a:pt x="93376" y="35011"/>
                    <a:pt x="92939" y="34892"/>
                  </a:cubicBezTo>
                  <a:cubicBezTo>
                    <a:pt x="92839" y="34852"/>
                    <a:pt x="92740" y="34813"/>
                    <a:pt x="92620" y="34773"/>
                  </a:cubicBezTo>
                  <a:cubicBezTo>
                    <a:pt x="92422" y="34733"/>
                    <a:pt x="92223" y="34673"/>
                    <a:pt x="92044" y="34614"/>
                  </a:cubicBezTo>
                  <a:lnTo>
                    <a:pt x="91148" y="34315"/>
                  </a:lnTo>
                  <a:cubicBezTo>
                    <a:pt x="89756" y="33818"/>
                    <a:pt x="88622" y="33321"/>
                    <a:pt x="87568" y="32783"/>
                  </a:cubicBezTo>
                  <a:cubicBezTo>
                    <a:pt x="87130" y="32585"/>
                    <a:pt x="86673" y="32346"/>
                    <a:pt x="86255" y="32087"/>
                  </a:cubicBezTo>
                  <a:cubicBezTo>
                    <a:pt x="86116" y="32028"/>
                    <a:pt x="85956" y="31928"/>
                    <a:pt x="85817" y="31848"/>
                  </a:cubicBezTo>
                  <a:cubicBezTo>
                    <a:pt x="85618" y="31749"/>
                    <a:pt x="85439" y="31630"/>
                    <a:pt x="85240" y="31490"/>
                  </a:cubicBezTo>
                  <a:cubicBezTo>
                    <a:pt x="85141" y="31431"/>
                    <a:pt x="85041" y="31371"/>
                    <a:pt x="84942" y="31331"/>
                  </a:cubicBezTo>
                  <a:lnTo>
                    <a:pt x="84484" y="31053"/>
                  </a:lnTo>
                  <a:cubicBezTo>
                    <a:pt x="84385" y="30993"/>
                    <a:pt x="84285" y="30933"/>
                    <a:pt x="84226" y="30874"/>
                  </a:cubicBezTo>
                  <a:cubicBezTo>
                    <a:pt x="84166" y="30854"/>
                    <a:pt x="84126" y="30794"/>
                    <a:pt x="84067" y="30774"/>
                  </a:cubicBezTo>
                  <a:lnTo>
                    <a:pt x="83191" y="30197"/>
                  </a:lnTo>
                  <a:cubicBezTo>
                    <a:pt x="82992" y="30078"/>
                    <a:pt x="82833" y="29939"/>
                    <a:pt x="82654" y="29800"/>
                  </a:cubicBezTo>
                  <a:lnTo>
                    <a:pt x="82356" y="29581"/>
                  </a:lnTo>
                  <a:lnTo>
                    <a:pt x="81938" y="29282"/>
                  </a:lnTo>
                  <a:lnTo>
                    <a:pt x="80665" y="28288"/>
                  </a:lnTo>
                  <a:lnTo>
                    <a:pt x="79412" y="27253"/>
                  </a:lnTo>
                  <a:lnTo>
                    <a:pt x="79014" y="26875"/>
                  </a:lnTo>
                  <a:cubicBezTo>
                    <a:pt x="78914" y="26776"/>
                    <a:pt x="78815" y="26696"/>
                    <a:pt x="78715" y="26617"/>
                  </a:cubicBezTo>
                  <a:cubicBezTo>
                    <a:pt x="78556" y="26477"/>
                    <a:pt x="78377" y="26298"/>
                    <a:pt x="78198" y="26159"/>
                  </a:cubicBezTo>
                  <a:lnTo>
                    <a:pt x="77403" y="25403"/>
                  </a:lnTo>
                  <a:cubicBezTo>
                    <a:pt x="75572" y="23613"/>
                    <a:pt x="73782" y="21683"/>
                    <a:pt x="72051" y="19833"/>
                  </a:cubicBezTo>
                  <a:cubicBezTo>
                    <a:pt x="71813" y="19555"/>
                    <a:pt x="71554" y="19296"/>
                    <a:pt x="71315" y="19038"/>
                  </a:cubicBezTo>
                  <a:cubicBezTo>
                    <a:pt x="70201" y="17844"/>
                    <a:pt x="69227" y="16869"/>
                    <a:pt x="68252" y="15934"/>
                  </a:cubicBezTo>
                  <a:cubicBezTo>
                    <a:pt x="67337" y="15099"/>
                    <a:pt x="66203" y="14025"/>
                    <a:pt x="65009" y="13070"/>
                  </a:cubicBezTo>
                  <a:cubicBezTo>
                    <a:pt x="63876" y="12194"/>
                    <a:pt x="62722" y="11399"/>
                    <a:pt x="61548" y="10703"/>
                  </a:cubicBezTo>
                  <a:cubicBezTo>
                    <a:pt x="60434" y="10046"/>
                    <a:pt x="59201" y="9449"/>
                    <a:pt x="57908" y="8912"/>
                  </a:cubicBezTo>
                  <a:cubicBezTo>
                    <a:pt x="57808" y="8872"/>
                    <a:pt x="57689" y="8813"/>
                    <a:pt x="57589" y="8793"/>
                  </a:cubicBezTo>
                  <a:cubicBezTo>
                    <a:pt x="57391" y="8713"/>
                    <a:pt x="57192" y="8614"/>
                    <a:pt x="56993" y="8574"/>
                  </a:cubicBezTo>
                  <a:lnTo>
                    <a:pt x="56078" y="8256"/>
                  </a:lnTo>
                  <a:lnTo>
                    <a:pt x="55163" y="7918"/>
                  </a:lnTo>
                  <a:cubicBezTo>
                    <a:pt x="54964" y="7858"/>
                    <a:pt x="54765" y="7798"/>
                    <a:pt x="54566" y="7758"/>
                  </a:cubicBezTo>
                  <a:cubicBezTo>
                    <a:pt x="54466" y="7719"/>
                    <a:pt x="54327" y="7699"/>
                    <a:pt x="54228" y="7659"/>
                  </a:cubicBezTo>
                  <a:cubicBezTo>
                    <a:pt x="52974" y="7301"/>
                    <a:pt x="51701" y="7062"/>
                    <a:pt x="50508" y="6883"/>
                  </a:cubicBezTo>
                  <a:cubicBezTo>
                    <a:pt x="49294" y="6704"/>
                    <a:pt x="48041" y="6585"/>
                    <a:pt x="46808" y="6505"/>
                  </a:cubicBezTo>
                  <a:cubicBezTo>
                    <a:pt x="45674" y="6465"/>
                    <a:pt x="44480" y="6426"/>
                    <a:pt x="43147" y="6485"/>
                  </a:cubicBezTo>
                  <a:cubicBezTo>
                    <a:pt x="42053" y="6505"/>
                    <a:pt x="40880" y="6605"/>
                    <a:pt x="39587" y="6724"/>
                  </a:cubicBezTo>
                  <a:cubicBezTo>
                    <a:pt x="39109" y="6784"/>
                    <a:pt x="38632" y="6823"/>
                    <a:pt x="38174" y="6903"/>
                  </a:cubicBezTo>
                  <a:lnTo>
                    <a:pt x="37518" y="6983"/>
                  </a:lnTo>
                  <a:cubicBezTo>
                    <a:pt x="37040" y="7062"/>
                    <a:pt x="36583" y="7102"/>
                    <a:pt x="36105" y="7201"/>
                  </a:cubicBezTo>
                  <a:cubicBezTo>
                    <a:pt x="32127" y="7818"/>
                    <a:pt x="28089" y="8793"/>
                    <a:pt x="23016" y="10364"/>
                  </a:cubicBezTo>
                  <a:cubicBezTo>
                    <a:pt x="20927" y="10961"/>
                    <a:pt x="18878" y="11637"/>
                    <a:pt x="16889" y="12294"/>
                  </a:cubicBezTo>
                  <a:cubicBezTo>
                    <a:pt x="14920" y="12950"/>
                    <a:pt x="12950" y="13667"/>
                    <a:pt x="11021" y="14422"/>
                  </a:cubicBezTo>
                  <a:cubicBezTo>
                    <a:pt x="10842" y="14482"/>
                    <a:pt x="10663" y="14542"/>
                    <a:pt x="10523" y="14621"/>
                  </a:cubicBezTo>
                  <a:cubicBezTo>
                    <a:pt x="10225" y="14741"/>
                    <a:pt x="9887" y="14840"/>
                    <a:pt x="9588" y="14960"/>
                  </a:cubicBezTo>
                  <a:lnTo>
                    <a:pt x="8176" y="15517"/>
                  </a:lnTo>
                  <a:lnTo>
                    <a:pt x="6784" y="16074"/>
                  </a:lnTo>
                  <a:lnTo>
                    <a:pt x="5888" y="16452"/>
                  </a:lnTo>
                  <a:cubicBezTo>
                    <a:pt x="5749" y="16531"/>
                    <a:pt x="5570" y="16571"/>
                    <a:pt x="5391" y="16650"/>
                  </a:cubicBezTo>
                  <a:cubicBezTo>
                    <a:pt x="3581" y="17406"/>
                    <a:pt x="1810" y="18202"/>
                    <a:pt x="100" y="19018"/>
                  </a:cubicBezTo>
                  <a:lnTo>
                    <a:pt x="0" y="18898"/>
                  </a:lnTo>
                  <a:cubicBezTo>
                    <a:pt x="1711" y="18103"/>
                    <a:pt x="3501" y="17307"/>
                    <a:pt x="5292" y="16531"/>
                  </a:cubicBezTo>
                  <a:cubicBezTo>
                    <a:pt x="5471" y="16452"/>
                    <a:pt x="5630" y="16412"/>
                    <a:pt x="5769" y="16332"/>
                  </a:cubicBezTo>
                  <a:lnTo>
                    <a:pt x="6664" y="15954"/>
                  </a:lnTo>
                  <a:lnTo>
                    <a:pt x="8057" y="15377"/>
                  </a:lnTo>
                  <a:lnTo>
                    <a:pt x="9469" y="14840"/>
                  </a:lnTo>
                  <a:cubicBezTo>
                    <a:pt x="9767" y="14721"/>
                    <a:pt x="10086" y="14582"/>
                    <a:pt x="10384" y="14482"/>
                  </a:cubicBezTo>
                  <a:cubicBezTo>
                    <a:pt x="10563" y="14422"/>
                    <a:pt x="10742" y="14363"/>
                    <a:pt x="10881" y="14283"/>
                  </a:cubicBezTo>
                  <a:cubicBezTo>
                    <a:pt x="12831" y="13547"/>
                    <a:pt x="14820" y="12831"/>
                    <a:pt x="16790" y="12175"/>
                  </a:cubicBezTo>
                  <a:cubicBezTo>
                    <a:pt x="18799" y="11498"/>
                    <a:pt x="20868" y="10842"/>
                    <a:pt x="22916" y="10245"/>
                  </a:cubicBezTo>
                  <a:cubicBezTo>
                    <a:pt x="28009" y="8673"/>
                    <a:pt x="32047" y="7679"/>
                    <a:pt x="36026" y="7082"/>
                  </a:cubicBezTo>
                  <a:lnTo>
                    <a:pt x="37458" y="6863"/>
                  </a:lnTo>
                  <a:lnTo>
                    <a:pt x="38095" y="6784"/>
                  </a:lnTo>
                  <a:cubicBezTo>
                    <a:pt x="38572" y="6744"/>
                    <a:pt x="39049" y="6664"/>
                    <a:pt x="39507" y="6605"/>
                  </a:cubicBezTo>
                  <a:cubicBezTo>
                    <a:pt x="40800" y="6485"/>
                    <a:pt x="41974" y="6386"/>
                    <a:pt x="43088" y="6366"/>
                  </a:cubicBezTo>
                  <a:cubicBezTo>
                    <a:pt x="44440" y="6306"/>
                    <a:pt x="45634" y="6326"/>
                    <a:pt x="46748" y="6386"/>
                  </a:cubicBezTo>
                  <a:cubicBezTo>
                    <a:pt x="48021" y="6465"/>
                    <a:pt x="49254" y="6565"/>
                    <a:pt x="50488" y="6744"/>
                  </a:cubicBezTo>
                  <a:cubicBezTo>
                    <a:pt x="51701" y="6903"/>
                    <a:pt x="52974" y="7182"/>
                    <a:pt x="54228" y="7500"/>
                  </a:cubicBezTo>
                  <a:cubicBezTo>
                    <a:pt x="54367" y="7540"/>
                    <a:pt x="54466" y="7559"/>
                    <a:pt x="54566" y="7599"/>
                  </a:cubicBezTo>
                  <a:cubicBezTo>
                    <a:pt x="54765" y="7659"/>
                    <a:pt x="54964" y="7699"/>
                    <a:pt x="55163" y="7778"/>
                  </a:cubicBezTo>
                  <a:lnTo>
                    <a:pt x="56097" y="8077"/>
                  </a:lnTo>
                  <a:lnTo>
                    <a:pt x="57052" y="8395"/>
                  </a:lnTo>
                  <a:lnTo>
                    <a:pt x="57629" y="8614"/>
                  </a:lnTo>
                  <a:cubicBezTo>
                    <a:pt x="57729" y="8673"/>
                    <a:pt x="57868" y="8713"/>
                    <a:pt x="57967" y="8753"/>
                  </a:cubicBezTo>
                  <a:cubicBezTo>
                    <a:pt x="59241" y="9310"/>
                    <a:pt x="60454" y="9907"/>
                    <a:pt x="61588" y="10583"/>
                  </a:cubicBezTo>
                  <a:cubicBezTo>
                    <a:pt x="62762" y="11279"/>
                    <a:pt x="63935" y="12075"/>
                    <a:pt x="65049" y="12950"/>
                  </a:cubicBezTo>
                  <a:cubicBezTo>
                    <a:pt x="66263" y="13885"/>
                    <a:pt x="67416" y="14960"/>
                    <a:pt x="68292" y="15795"/>
                  </a:cubicBezTo>
                  <a:cubicBezTo>
                    <a:pt x="69286" y="16730"/>
                    <a:pt x="70221" y="17725"/>
                    <a:pt x="71335" y="18898"/>
                  </a:cubicBezTo>
                  <a:cubicBezTo>
                    <a:pt x="71594" y="19177"/>
                    <a:pt x="71833" y="19435"/>
                    <a:pt x="72091" y="19694"/>
                  </a:cubicBezTo>
                  <a:cubicBezTo>
                    <a:pt x="73802" y="21544"/>
                    <a:pt x="75592" y="23474"/>
                    <a:pt x="77442" y="25264"/>
                  </a:cubicBezTo>
                  <a:lnTo>
                    <a:pt x="78238" y="26000"/>
                  </a:lnTo>
                  <a:cubicBezTo>
                    <a:pt x="78397" y="26179"/>
                    <a:pt x="78576" y="26338"/>
                    <a:pt x="78755" y="26477"/>
                  </a:cubicBezTo>
                  <a:cubicBezTo>
                    <a:pt x="78855" y="26557"/>
                    <a:pt x="78954" y="26656"/>
                    <a:pt x="79054" y="26736"/>
                  </a:cubicBezTo>
                  <a:lnTo>
                    <a:pt x="79452" y="27094"/>
                  </a:lnTo>
                  <a:lnTo>
                    <a:pt x="80685" y="28148"/>
                  </a:lnTo>
                  <a:lnTo>
                    <a:pt x="81958" y="29123"/>
                  </a:lnTo>
                  <a:lnTo>
                    <a:pt x="82376" y="29422"/>
                  </a:lnTo>
                  <a:lnTo>
                    <a:pt x="82674" y="29640"/>
                  </a:lnTo>
                  <a:cubicBezTo>
                    <a:pt x="82853" y="29760"/>
                    <a:pt x="83052" y="29919"/>
                    <a:pt x="83231" y="30038"/>
                  </a:cubicBezTo>
                  <a:lnTo>
                    <a:pt x="84087" y="30615"/>
                  </a:lnTo>
                  <a:cubicBezTo>
                    <a:pt x="84146" y="30635"/>
                    <a:pt x="84186" y="30675"/>
                    <a:pt x="84246" y="30715"/>
                  </a:cubicBezTo>
                  <a:cubicBezTo>
                    <a:pt x="84345" y="30754"/>
                    <a:pt x="84425" y="30834"/>
                    <a:pt x="84524" y="30874"/>
                  </a:cubicBezTo>
                  <a:lnTo>
                    <a:pt x="84962" y="31152"/>
                  </a:lnTo>
                  <a:cubicBezTo>
                    <a:pt x="85061" y="31212"/>
                    <a:pt x="85161" y="31272"/>
                    <a:pt x="85260" y="31331"/>
                  </a:cubicBezTo>
                  <a:cubicBezTo>
                    <a:pt x="85439" y="31451"/>
                    <a:pt x="85638" y="31550"/>
                    <a:pt x="85837" y="31650"/>
                  </a:cubicBezTo>
                  <a:cubicBezTo>
                    <a:pt x="85976" y="31729"/>
                    <a:pt x="86135" y="31809"/>
                    <a:pt x="86275" y="31908"/>
                  </a:cubicBezTo>
                  <a:cubicBezTo>
                    <a:pt x="86712" y="32147"/>
                    <a:pt x="87150" y="32366"/>
                    <a:pt x="87608" y="32604"/>
                  </a:cubicBezTo>
                  <a:cubicBezTo>
                    <a:pt x="88642" y="33122"/>
                    <a:pt x="89756" y="33619"/>
                    <a:pt x="91148" y="34116"/>
                  </a:cubicBezTo>
                  <a:lnTo>
                    <a:pt x="92044" y="34415"/>
                  </a:lnTo>
                  <a:cubicBezTo>
                    <a:pt x="92262" y="34494"/>
                    <a:pt x="92441" y="34534"/>
                    <a:pt x="92620" y="34594"/>
                  </a:cubicBezTo>
                  <a:cubicBezTo>
                    <a:pt x="92720" y="34614"/>
                    <a:pt x="92859" y="34633"/>
                    <a:pt x="92959" y="34693"/>
                  </a:cubicBezTo>
                  <a:cubicBezTo>
                    <a:pt x="93396" y="34832"/>
                    <a:pt x="93854" y="34932"/>
                    <a:pt x="94272" y="35031"/>
                  </a:cubicBezTo>
                  <a:cubicBezTo>
                    <a:pt x="94411" y="35091"/>
                    <a:pt x="94570" y="35111"/>
                    <a:pt x="94749" y="35151"/>
                  </a:cubicBezTo>
                  <a:cubicBezTo>
                    <a:pt x="96181" y="35449"/>
                    <a:pt x="97275" y="35648"/>
                    <a:pt x="98270" y="35728"/>
                  </a:cubicBezTo>
                  <a:cubicBezTo>
                    <a:pt x="100438" y="35986"/>
                    <a:pt x="102706" y="35946"/>
                    <a:pt x="105213" y="35688"/>
                  </a:cubicBezTo>
                  <a:cubicBezTo>
                    <a:pt x="107381" y="35409"/>
                    <a:pt x="109629" y="34912"/>
                    <a:pt x="111896" y="34196"/>
                  </a:cubicBezTo>
                  <a:cubicBezTo>
                    <a:pt x="114164" y="33440"/>
                    <a:pt x="116333" y="32525"/>
                    <a:pt x="118342" y="31451"/>
                  </a:cubicBezTo>
                  <a:cubicBezTo>
                    <a:pt x="122818" y="29024"/>
                    <a:pt x="127094" y="25881"/>
                    <a:pt x="130755" y="23096"/>
                  </a:cubicBezTo>
                  <a:cubicBezTo>
                    <a:pt x="131869" y="22220"/>
                    <a:pt x="133003" y="21325"/>
                    <a:pt x="134136" y="20430"/>
                  </a:cubicBezTo>
                  <a:cubicBezTo>
                    <a:pt x="137120" y="18083"/>
                    <a:pt x="140224" y="15556"/>
                    <a:pt x="143387" y="13209"/>
                  </a:cubicBezTo>
                  <a:cubicBezTo>
                    <a:pt x="143924" y="12771"/>
                    <a:pt x="144520" y="12354"/>
                    <a:pt x="145018" y="11976"/>
                  </a:cubicBezTo>
                  <a:cubicBezTo>
                    <a:pt x="145217" y="11836"/>
                    <a:pt x="145416" y="11717"/>
                    <a:pt x="145595" y="11558"/>
                  </a:cubicBezTo>
                  <a:cubicBezTo>
                    <a:pt x="145933" y="11279"/>
                    <a:pt x="146311" y="11041"/>
                    <a:pt x="146669" y="10762"/>
                  </a:cubicBezTo>
                  <a:lnTo>
                    <a:pt x="148360" y="9589"/>
                  </a:lnTo>
                  <a:cubicBezTo>
                    <a:pt x="148459" y="9529"/>
                    <a:pt x="148559" y="9449"/>
                    <a:pt x="148658" y="9390"/>
                  </a:cubicBezTo>
                  <a:cubicBezTo>
                    <a:pt x="148817" y="9270"/>
                    <a:pt x="149016" y="9151"/>
                    <a:pt x="149195" y="9032"/>
                  </a:cubicBezTo>
                  <a:lnTo>
                    <a:pt x="150071" y="8475"/>
                  </a:lnTo>
                  <a:cubicBezTo>
                    <a:pt x="150269" y="8355"/>
                    <a:pt x="150468" y="8196"/>
                    <a:pt x="150687" y="8077"/>
                  </a:cubicBezTo>
                  <a:cubicBezTo>
                    <a:pt x="151065" y="7838"/>
                    <a:pt x="151443" y="7579"/>
                    <a:pt x="151801" y="7361"/>
                  </a:cubicBezTo>
                  <a:lnTo>
                    <a:pt x="153552" y="6306"/>
                  </a:lnTo>
                  <a:cubicBezTo>
                    <a:pt x="153651" y="6266"/>
                    <a:pt x="153751" y="6187"/>
                    <a:pt x="153870" y="6107"/>
                  </a:cubicBezTo>
                  <a:cubicBezTo>
                    <a:pt x="154049" y="5988"/>
                    <a:pt x="154248" y="5888"/>
                    <a:pt x="154447" y="5769"/>
                  </a:cubicBezTo>
                  <a:lnTo>
                    <a:pt x="155342" y="5272"/>
                  </a:lnTo>
                  <a:cubicBezTo>
                    <a:pt x="155561" y="5152"/>
                    <a:pt x="155760" y="5053"/>
                    <a:pt x="155959" y="4914"/>
                  </a:cubicBezTo>
                  <a:cubicBezTo>
                    <a:pt x="156337" y="4715"/>
                    <a:pt x="156735" y="4496"/>
                    <a:pt x="157132" y="4297"/>
                  </a:cubicBezTo>
                  <a:lnTo>
                    <a:pt x="158943" y="3422"/>
                  </a:lnTo>
                  <a:cubicBezTo>
                    <a:pt x="159042" y="3382"/>
                    <a:pt x="159161" y="3322"/>
                    <a:pt x="159261" y="3283"/>
                  </a:cubicBezTo>
                  <a:cubicBezTo>
                    <a:pt x="159460" y="3183"/>
                    <a:pt x="159659" y="3084"/>
                    <a:pt x="159858" y="3004"/>
                  </a:cubicBezTo>
                  <a:lnTo>
                    <a:pt x="160793" y="2606"/>
                  </a:lnTo>
                  <a:cubicBezTo>
                    <a:pt x="162026" y="2089"/>
                    <a:pt x="163299" y="1612"/>
                    <a:pt x="164513" y="1234"/>
                  </a:cubicBezTo>
                  <a:cubicBezTo>
                    <a:pt x="167178" y="398"/>
                    <a:pt x="169744" y="0"/>
                    <a:pt x="172052" y="40"/>
                  </a:cubicBezTo>
                  <a:cubicBezTo>
                    <a:pt x="173345" y="80"/>
                    <a:pt x="174578" y="219"/>
                    <a:pt x="175732" y="517"/>
                  </a:cubicBezTo>
                  <a:cubicBezTo>
                    <a:pt x="176946" y="836"/>
                    <a:pt x="178139" y="1293"/>
                    <a:pt x="179233" y="1830"/>
                  </a:cubicBezTo>
                  <a:cubicBezTo>
                    <a:pt x="181541" y="3004"/>
                    <a:pt x="183709" y="4595"/>
                    <a:pt x="185698" y="6167"/>
                  </a:cubicBezTo>
                  <a:cubicBezTo>
                    <a:pt x="186116" y="6505"/>
                    <a:pt x="186574" y="6863"/>
                    <a:pt x="186991" y="7201"/>
                  </a:cubicBezTo>
                  <a:cubicBezTo>
                    <a:pt x="188583" y="8494"/>
                    <a:pt x="190254" y="9867"/>
                    <a:pt x="191925" y="11001"/>
                  </a:cubicBezTo>
                  <a:cubicBezTo>
                    <a:pt x="192323" y="11279"/>
                    <a:pt x="192720" y="11558"/>
                    <a:pt x="193118" y="11797"/>
                  </a:cubicBezTo>
                  <a:cubicBezTo>
                    <a:pt x="193238" y="11876"/>
                    <a:pt x="193377" y="11976"/>
                    <a:pt x="193516" y="12075"/>
                  </a:cubicBezTo>
                  <a:lnTo>
                    <a:pt x="194332" y="12553"/>
                  </a:lnTo>
                  <a:cubicBezTo>
                    <a:pt x="194610" y="12732"/>
                    <a:pt x="194889" y="12871"/>
                    <a:pt x="195147" y="12990"/>
                  </a:cubicBezTo>
                  <a:lnTo>
                    <a:pt x="195446" y="13149"/>
                  </a:lnTo>
                  <a:cubicBezTo>
                    <a:pt x="195625" y="13249"/>
                    <a:pt x="195784" y="13328"/>
                    <a:pt x="196003" y="13388"/>
                  </a:cubicBezTo>
                  <a:lnTo>
                    <a:pt x="196838" y="13766"/>
                  </a:lnTo>
                  <a:cubicBezTo>
                    <a:pt x="197017" y="13846"/>
                    <a:pt x="197216" y="13925"/>
                    <a:pt x="197395" y="13985"/>
                  </a:cubicBezTo>
                  <a:cubicBezTo>
                    <a:pt x="197495" y="14044"/>
                    <a:pt x="197594" y="14064"/>
                    <a:pt x="197694" y="14124"/>
                  </a:cubicBezTo>
                  <a:lnTo>
                    <a:pt x="198111" y="14263"/>
                  </a:lnTo>
                  <a:lnTo>
                    <a:pt x="198529" y="14422"/>
                  </a:lnTo>
                  <a:cubicBezTo>
                    <a:pt x="203124" y="15914"/>
                    <a:pt x="208197" y="15775"/>
                    <a:pt x="213230" y="13965"/>
                  </a:cubicBezTo>
                  <a:lnTo>
                    <a:pt x="213230" y="14184"/>
                  </a:lnTo>
                  <a:cubicBezTo>
                    <a:pt x="208197" y="16014"/>
                    <a:pt x="203104" y="16153"/>
                    <a:pt x="198489" y="14641"/>
                  </a:cubicBezTo>
                  <a:lnTo>
                    <a:pt x="198052" y="14482"/>
                  </a:lnTo>
                  <a:lnTo>
                    <a:pt x="197634" y="14323"/>
                  </a:lnTo>
                  <a:cubicBezTo>
                    <a:pt x="197534" y="14263"/>
                    <a:pt x="197435" y="14243"/>
                    <a:pt x="197336" y="14184"/>
                  </a:cubicBezTo>
                  <a:cubicBezTo>
                    <a:pt x="197157" y="14124"/>
                    <a:pt x="196958" y="14044"/>
                    <a:pt x="196798" y="13965"/>
                  </a:cubicBezTo>
                  <a:lnTo>
                    <a:pt x="195943" y="13647"/>
                  </a:lnTo>
                  <a:cubicBezTo>
                    <a:pt x="195764" y="13567"/>
                    <a:pt x="195565" y="13468"/>
                    <a:pt x="195386" y="13368"/>
                  </a:cubicBezTo>
                  <a:lnTo>
                    <a:pt x="195088" y="13229"/>
                  </a:lnTo>
                  <a:cubicBezTo>
                    <a:pt x="194849" y="13090"/>
                    <a:pt x="194551" y="12950"/>
                    <a:pt x="194272" y="12771"/>
                  </a:cubicBezTo>
                  <a:lnTo>
                    <a:pt x="193456" y="12294"/>
                  </a:lnTo>
                  <a:cubicBezTo>
                    <a:pt x="193297" y="12194"/>
                    <a:pt x="193178" y="12135"/>
                    <a:pt x="193039" y="12035"/>
                  </a:cubicBezTo>
                  <a:cubicBezTo>
                    <a:pt x="192641" y="11777"/>
                    <a:pt x="192243" y="11518"/>
                    <a:pt x="191845" y="11240"/>
                  </a:cubicBezTo>
                  <a:cubicBezTo>
                    <a:pt x="190154" y="10066"/>
                    <a:pt x="188503" y="8713"/>
                    <a:pt x="186912" y="7420"/>
                  </a:cubicBezTo>
                  <a:cubicBezTo>
                    <a:pt x="186494" y="7082"/>
                    <a:pt x="186056" y="6724"/>
                    <a:pt x="185619" y="6386"/>
                  </a:cubicBezTo>
                  <a:cubicBezTo>
                    <a:pt x="183629" y="4814"/>
                    <a:pt x="181461" y="3223"/>
                    <a:pt x="179193" y="2069"/>
                  </a:cubicBezTo>
                  <a:cubicBezTo>
                    <a:pt x="178099" y="1512"/>
                    <a:pt x="176926" y="1074"/>
                    <a:pt x="175712" y="736"/>
                  </a:cubicBezTo>
                  <a:cubicBezTo>
                    <a:pt x="174558" y="438"/>
                    <a:pt x="173305" y="299"/>
                    <a:pt x="172052" y="279"/>
                  </a:cubicBezTo>
                  <a:cubicBezTo>
                    <a:pt x="169744" y="219"/>
                    <a:pt x="167198" y="637"/>
                    <a:pt x="164533" y="1472"/>
                  </a:cubicBezTo>
                  <a:cubicBezTo>
                    <a:pt x="163319" y="1830"/>
                    <a:pt x="162086" y="2308"/>
                    <a:pt x="160832" y="2825"/>
                  </a:cubicBezTo>
                  <a:lnTo>
                    <a:pt x="159917" y="3223"/>
                  </a:lnTo>
                  <a:cubicBezTo>
                    <a:pt x="159718" y="3302"/>
                    <a:pt x="159520" y="3402"/>
                    <a:pt x="159321" y="3501"/>
                  </a:cubicBezTo>
                  <a:cubicBezTo>
                    <a:pt x="159221" y="3561"/>
                    <a:pt x="159102" y="3601"/>
                    <a:pt x="159002" y="3660"/>
                  </a:cubicBezTo>
                  <a:lnTo>
                    <a:pt x="157172" y="4516"/>
                  </a:lnTo>
                  <a:cubicBezTo>
                    <a:pt x="156814" y="4715"/>
                    <a:pt x="156416" y="4954"/>
                    <a:pt x="156038" y="5152"/>
                  </a:cubicBezTo>
                  <a:cubicBezTo>
                    <a:pt x="155820" y="5272"/>
                    <a:pt x="155621" y="5371"/>
                    <a:pt x="155382" y="5491"/>
                  </a:cubicBezTo>
                  <a:lnTo>
                    <a:pt x="154487" y="5988"/>
                  </a:lnTo>
                  <a:cubicBezTo>
                    <a:pt x="154288" y="6087"/>
                    <a:pt x="154129" y="6207"/>
                    <a:pt x="153910" y="6306"/>
                  </a:cubicBezTo>
                  <a:cubicBezTo>
                    <a:pt x="153830" y="6386"/>
                    <a:pt x="153711" y="6445"/>
                    <a:pt x="153592" y="6505"/>
                  </a:cubicBezTo>
                  <a:lnTo>
                    <a:pt x="151861" y="7559"/>
                  </a:lnTo>
                  <a:cubicBezTo>
                    <a:pt x="151483" y="7778"/>
                    <a:pt x="151105" y="8037"/>
                    <a:pt x="150727" y="8276"/>
                  </a:cubicBezTo>
                  <a:cubicBezTo>
                    <a:pt x="150528" y="8395"/>
                    <a:pt x="150329" y="8554"/>
                    <a:pt x="150110" y="8673"/>
                  </a:cubicBezTo>
                  <a:lnTo>
                    <a:pt x="149275" y="9230"/>
                  </a:lnTo>
                  <a:cubicBezTo>
                    <a:pt x="149096" y="9350"/>
                    <a:pt x="148897" y="9469"/>
                    <a:pt x="148718" y="9589"/>
                  </a:cubicBezTo>
                  <a:cubicBezTo>
                    <a:pt x="148618" y="9668"/>
                    <a:pt x="148519" y="9748"/>
                    <a:pt x="148419" y="9787"/>
                  </a:cubicBezTo>
                  <a:lnTo>
                    <a:pt x="146729" y="10961"/>
                  </a:lnTo>
                  <a:cubicBezTo>
                    <a:pt x="146390" y="11220"/>
                    <a:pt x="146012" y="11478"/>
                    <a:pt x="145674" y="11737"/>
                  </a:cubicBezTo>
                  <a:cubicBezTo>
                    <a:pt x="145455" y="11876"/>
                    <a:pt x="145257" y="12015"/>
                    <a:pt x="145097" y="12155"/>
                  </a:cubicBezTo>
                  <a:cubicBezTo>
                    <a:pt x="144560" y="12533"/>
                    <a:pt x="144003" y="12950"/>
                    <a:pt x="143446" y="13368"/>
                  </a:cubicBezTo>
                  <a:cubicBezTo>
                    <a:pt x="140283" y="15735"/>
                    <a:pt x="137180" y="18222"/>
                    <a:pt x="134196" y="20609"/>
                  </a:cubicBezTo>
                  <a:cubicBezTo>
                    <a:pt x="133082" y="21484"/>
                    <a:pt x="131928" y="22399"/>
                    <a:pt x="130814" y="23275"/>
                  </a:cubicBezTo>
                  <a:cubicBezTo>
                    <a:pt x="127194" y="26060"/>
                    <a:pt x="122917" y="29163"/>
                    <a:pt x="118401" y="31630"/>
                  </a:cubicBezTo>
                  <a:cubicBezTo>
                    <a:pt x="116372" y="32704"/>
                    <a:pt x="114204" y="33619"/>
                    <a:pt x="111936" y="34355"/>
                  </a:cubicBezTo>
                  <a:cubicBezTo>
                    <a:pt x="109649" y="35091"/>
                    <a:pt x="107421" y="35588"/>
                    <a:pt x="105232" y="35847"/>
                  </a:cubicBezTo>
                  <a:cubicBezTo>
                    <a:pt x="104099" y="36026"/>
                    <a:pt x="102965" y="36106"/>
                    <a:pt x="101910" y="3612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2" name="Google Shape;866;p15"/>
            <p:cNvSpPr/>
            <p:nvPr/>
          </p:nvSpPr>
          <p:spPr>
            <a:xfrm rot="19785000">
              <a:off x="2901600" y="3656160"/>
              <a:ext cx="8812440" cy="1480680"/>
            </a:xfrm>
            <a:custGeom>
              <a:avLst/>
              <a:gdLst>
                <a:gd name="textAreaLeft" fmla="*/ 0 w 8812440"/>
                <a:gd name="textAreaRight" fmla="*/ 8812800 w 8812440"/>
                <a:gd name="textAreaTop" fmla="*/ 0 h 1480680"/>
                <a:gd name="textAreaBottom" fmla="*/ 1481040 h 1480680"/>
              </a:gdLst>
              <a:ahLst/>
              <a:cxnLst/>
              <a:rect l="textAreaLeft" t="textAreaTop" r="textAreaRight" b="textAreaBottom"/>
              <a:pathLst>
                <a:path w="211898" h="35609">
                  <a:moveTo>
                    <a:pt x="100936" y="35608"/>
                  </a:moveTo>
                  <a:cubicBezTo>
                    <a:pt x="99643" y="35608"/>
                    <a:pt x="98429" y="35549"/>
                    <a:pt x="97196" y="35409"/>
                  </a:cubicBezTo>
                  <a:cubicBezTo>
                    <a:pt x="96141" y="35310"/>
                    <a:pt x="95008" y="35111"/>
                    <a:pt x="93516" y="34753"/>
                  </a:cubicBezTo>
                  <a:cubicBezTo>
                    <a:pt x="93376" y="34713"/>
                    <a:pt x="93217" y="34693"/>
                    <a:pt x="93078" y="34634"/>
                  </a:cubicBezTo>
                  <a:cubicBezTo>
                    <a:pt x="92620" y="34514"/>
                    <a:pt x="92123" y="34415"/>
                    <a:pt x="91686" y="34236"/>
                  </a:cubicBezTo>
                  <a:cubicBezTo>
                    <a:pt x="91586" y="34216"/>
                    <a:pt x="91467" y="34156"/>
                    <a:pt x="91347" y="34136"/>
                  </a:cubicBezTo>
                  <a:cubicBezTo>
                    <a:pt x="91148" y="34096"/>
                    <a:pt x="90969" y="34017"/>
                    <a:pt x="90731" y="33937"/>
                  </a:cubicBezTo>
                  <a:lnTo>
                    <a:pt x="89796" y="33619"/>
                  </a:lnTo>
                  <a:cubicBezTo>
                    <a:pt x="88344" y="33062"/>
                    <a:pt x="87150" y="32545"/>
                    <a:pt x="86036" y="32008"/>
                  </a:cubicBezTo>
                  <a:cubicBezTo>
                    <a:pt x="85559" y="31769"/>
                    <a:pt x="85061" y="31510"/>
                    <a:pt x="84624" y="31252"/>
                  </a:cubicBezTo>
                  <a:cubicBezTo>
                    <a:pt x="84464" y="31172"/>
                    <a:pt x="84325" y="31073"/>
                    <a:pt x="84166" y="31013"/>
                  </a:cubicBezTo>
                  <a:cubicBezTo>
                    <a:pt x="83967" y="30874"/>
                    <a:pt x="83748" y="30754"/>
                    <a:pt x="83549" y="30635"/>
                  </a:cubicBezTo>
                  <a:cubicBezTo>
                    <a:pt x="83450" y="30556"/>
                    <a:pt x="83350" y="30516"/>
                    <a:pt x="83231" y="30436"/>
                  </a:cubicBezTo>
                  <a:lnTo>
                    <a:pt x="82754" y="30158"/>
                  </a:lnTo>
                  <a:cubicBezTo>
                    <a:pt x="82654" y="30118"/>
                    <a:pt x="82555" y="30038"/>
                    <a:pt x="82455" y="29959"/>
                  </a:cubicBezTo>
                  <a:cubicBezTo>
                    <a:pt x="82396" y="29939"/>
                    <a:pt x="82356" y="29879"/>
                    <a:pt x="82296" y="29859"/>
                  </a:cubicBezTo>
                  <a:lnTo>
                    <a:pt x="81381" y="29262"/>
                  </a:lnTo>
                  <a:cubicBezTo>
                    <a:pt x="81182" y="29123"/>
                    <a:pt x="80963" y="28964"/>
                    <a:pt x="80764" y="28825"/>
                  </a:cubicBezTo>
                  <a:lnTo>
                    <a:pt x="80009" y="28268"/>
                  </a:lnTo>
                  <a:lnTo>
                    <a:pt x="78676" y="27233"/>
                  </a:lnTo>
                  <a:lnTo>
                    <a:pt x="77363" y="26100"/>
                  </a:lnTo>
                  <a:lnTo>
                    <a:pt x="76507" y="25344"/>
                  </a:lnTo>
                  <a:cubicBezTo>
                    <a:pt x="76368" y="25204"/>
                    <a:pt x="76209" y="25065"/>
                    <a:pt x="76090" y="24946"/>
                  </a:cubicBezTo>
                  <a:lnTo>
                    <a:pt x="75274" y="24150"/>
                  </a:lnTo>
                  <a:cubicBezTo>
                    <a:pt x="73384" y="22320"/>
                    <a:pt x="71594" y="20390"/>
                    <a:pt x="69883" y="18520"/>
                  </a:cubicBezTo>
                  <a:cubicBezTo>
                    <a:pt x="69605" y="18242"/>
                    <a:pt x="69346" y="17944"/>
                    <a:pt x="69087" y="17685"/>
                  </a:cubicBezTo>
                  <a:cubicBezTo>
                    <a:pt x="67954" y="16511"/>
                    <a:pt x="67038" y="15537"/>
                    <a:pt x="66064" y="14621"/>
                  </a:cubicBezTo>
                  <a:cubicBezTo>
                    <a:pt x="65248" y="13826"/>
                    <a:pt x="64154" y="12811"/>
                    <a:pt x="63020" y="11916"/>
                  </a:cubicBezTo>
                  <a:cubicBezTo>
                    <a:pt x="61966" y="11081"/>
                    <a:pt x="60892" y="10344"/>
                    <a:pt x="59798" y="9688"/>
                  </a:cubicBezTo>
                  <a:cubicBezTo>
                    <a:pt x="58743" y="9071"/>
                    <a:pt x="57589" y="8494"/>
                    <a:pt x="56396" y="7997"/>
                  </a:cubicBezTo>
                  <a:cubicBezTo>
                    <a:pt x="56296" y="7957"/>
                    <a:pt x="56197" y="7918"/>
                    <a:pt x="56078" y="7878"/>
                  </a:cubicBezTo>
                  <a:cubicBezTo>
                    <a:pt x="55899" y="7798"/>
                    <a:pt x="55700" y="7719"/>
                    <a:pt x="55521" y="7659"/>
                  </a:cubicBezTo>
                  <a:lnTo>
                    <a:pt x="54645" y="7321"/>
                  </a:lnTo>
                  <a:lnTo>
                    <a:pt x="53790" y="7062"/>
                  </a:lnTo>
                  <a:cubicBezTo>
                    <a:pt x="53611" y="6983"/>
                    <a:pt x="53412" y="6923"/>
                    <a:pt x="53233" y="6883"/>
                  </a:cubicBezTo>
                  <a:cubicBezTo>
                    <a:pt x="53134" y="6863"/>
                    <a:pt x="53014" y="6843"/>
                    <a:pt x="52915" y="6784"/>
                  </a:cubicBezTo>
                  <a:cubicBezTo>
                    <a:pt x="51701" y="6465"/>
                    <a:pt x="50528" y="6207"/>
                    <a:pt x="49374" y="6008"/>
                  </a:cubicBezTo>
                  <a:cubicBezTo>
                    <a:pt x="48240" y="5829"/>
                    <a:pt x="47046" y="5709"/>
                    <a:pt x="45853" y="5630"/>
                  </a:cubicBezTo>
                  <a:cubicBezTo>
                    <a:pt x="44759" y="5590"/>
                    <a:pt x="43585" y="5590"/>
                    <a:pt x="42312" y="5610"/>
                  </a:cubicBezTo>
                  <a:cubicBezTo>
                    <a:pt x="41258" y="5650"/>
                    <a:pt x="40124" y="5709"/>
                    <a:pt x="38870" y="5829"/>
                  </a:cubicBezTo>
                  <a:cubicBezTo>
                    <a:pt x="38413" y="5889"/>
                    <a:pt x="37935" y="5928"/>
                    <a:pt x="37498" y="5988"/>
                  </a:cubicBezTo>
                  <a:lnTo>
                    <a:pt x="36841" y="6068"/>
                  </a:lnTo>
                  <a:cubicBezTo>
                    <a:pt x="36404" y="6107"/>
                    <a:pt x="35926" y="6187"/>
                    <a:pt x="35489" y="6266"/>
                  </a:cubicBezTo>
                  <a:cubicBezTo>
                    <a:pt x="33400" y="6585"/>
                    <a:pt x="31252" y="7003"/>
                    <a:pt x="28944" y="7579"/>
                  </a:cubicBezTo>
                  <a:cubicBezTo>
                    <a:pt x="27989" y="7798"/>
                    <a:pt x="27054" y="8077"/>
                    <a:pt x="26139" y="8335"/>
                  </a:cubicBezTo>
                  <a:lnTo>
                    <a:pt x="25781" y="8435"/>
                  </a:lnTo>
                  <a:lnTo>
                    <a:pt x="24210" y="8872"/>
                  </a:lnTo>
                  <a:cubicBezTo>
                    <a:pt x="23871" y="8972"/>
                    <a:pt x="23553" y="9071"/>
                    <a:pt x="23215" y="9171"/>
                  </a:cubicBezTo>
                  <a:cubicBezTo>
                    <a:pt x="23056" y="9231"/>
                    <a:pt x="22857" y="9270"/>
                    <a:pt x="22678" y="9330"/>
                  </a:cubicBezTo>
                  <a:cubicBezTo>
                    <a:pt x="20629" y="9927"/>
                    <a:pt x="18600" y="10563"/>
                    <a:pt x="16611" y="11220"/>
                  </a:cubicBezTo>
                  <a:cubicBezTo>
                    <a:pt x="14661" y="11856"/>
                    <a:pt x="12731" y="12533"/>
                    <a:pt x="10822" y="13269"/>
                  </a:cubicBezTo>
                  <a:cubicBezTo>
                    <a:pt x="10643" y="13348"/>
                    <a:pt x="10484" y="13408"/>
                    <a:pt x="10324" y="13468"/>
                  </a:cubicBezTo>
                  <a:cubicBezTo>
                    <a:pt x="10026" y="13567"/>
                    <a:pt x="9728" y="13706"/>
                    <a:pt x="9429" y="13826"/>
                  </a:cubicBezTo>
                  <a:lnTo>
                    <a:pt x="8037" y="14363"/>
                  </a:lnTo>
                  <a:lnTo>
                    <a:pt x="6664" y="14920"/>
                  </a:lnTo>
                  <a:cubicBezTo>
                    <a:pt x="6366" y="15039"/>
                    <a:pt x="6067" y="15159"/>
                    <a:pt x="5789" y="15298"/>
                  </a:cubicBezTo>
                  <a:cubicBezTo>
                    <a:pt x="5650" y="15357"/>
                    <a:pt x="5471" y="15417"/>
                    <a:pt x="5311" y="15497"/>
                  </a:cubicBezTo>
                  <a:cubicBezTo>
                    <a:pt x="3521" y="16233"/>
                    <a:pt x="1771" y="17009"/>
                    <a:pt x="100" y="17804"/>
                  </a:cubicBezTo>
                  <a:lnTo>
                    <a:pt x="0" y="17685"/>
                  </a:lnTo>
                  <a:cubicBezTo>
                    <a:pt x="1691" y="16889"/>
                    <a:pt x="3461" y="16113"/>
                    <a:pt x="5252" y="15357"/>
                  </a:cubicBezTo>
                  <a:cubicBezTo>
                    <a:pt x="5391" y="15298"/>
                    <a:pt x="5570" y="15238"/>
                    <a:pt x="5709" y="15159"/>
                  </a:cubicBezTo>
                  <a:cubicBezTo>
                    <a:pt x="5988" y="15039"/>
                    <a:pt x="6286" y="14920"/>
                    <a:pt x="6585" y="14800"/>
                  </a:cubicBezTo>
                  <a:lnTo>
                    <a:pt x="7957" y="14243"/>
                  </a:lnTo>
                  <a:lnTo>
                    <a:pt x="9350" y="13706"/>
                  </a:lnTo>
                  <a:cubicBezTo>
                    <a:pt x="9648" y="13567"/>
                    <a:pt x="9946" y="13468"/>
                    <a:pt x="10245" y="13348"/>
                  </a:cubicBezTo>
                  <a:cubicBezTo>
                    <a:pt x="10424" y="13269"/>
                    <a:pt x="10563" y="13229"/>
                    <a:pt x="10742" y="13149"/>
                  </a:cubicBezTo>
                  <a:cubicBezTo>
                    <a:pt x="12652" y="12433"/>
                    <a:pt x="14621" y="11737"/>
                    <a:pt x="16531" y="11081"/>
                  </a:cubicBezTo>
                  <a:cubicBezTo>
                    <a:pt x="18520" y="10424"/>
                    <a:pt x="20569" y="9768"/>
                    <a:pt x="22598" y="9191"/>
                  </a:cubicBezTo>
                  <a:cubicBezTo>
                    <a:pt x="22777" y="9151"/>
                    <a:pt x="22976" y="9091"/>
                    <a:pt x="23155" y="9051"/>
                  </a:cubicBezTo>
                  <a:cubicBezTo>
                    <a:pt x="23474" y="8952"/>
                    <a:pt x="23812" y="8853"/>
                    <a:pt x="24150" y="8753"/>
                  </a:cubicBezTo>
                  <a:lnTo>
                    <a:pt x="26079" y="8236"/>
                  </a:lnTo>
                  <a:cubicBezTo>
                    <a:pt x="26995" y="7977"/>
                    <a:pt x="27949" y="7739"/>
                    <a:pt x="28884" y="7480"/>
                  </a:cubicBezTo>
                  <a:cubicBezTo>
                    <a:pt x="31212" y="6903"/>
                    <a:pt x="33340" y="6465"/>
                    <a:pt x="35449" y="6147"/>
                  </a:cubicBezTo>
                  <a:cubicBezTo>
                    <a:pt x="35906" y="6068"/>
                    <a:pt x="36384" y="5988"/>
                    <a:pt x="36822" y="5948"/>
                  </a:cubicBezTo>
                  <a:lnTo>
                    <a:pt x="37478" y="5869"/>
                  </a:lnTo>
                  <a:cubicBezTo>
                    <a:pt x="37916" y="5809"/>
                    <a:pt x="38393" y="5769"/>
                    <a:pt x="38831" y="5709"/>
                  </a:cubicBezTo>
                  <a:cubicBezTo>
                    <a:pt x="40104" y="5590"/>
                    <a:pt x="41218" y="5511"/>
                    <a:pt x="42292" y="5491"/>
                  </a:cubicBezTo>
                  <a:cubicBezTo>
                    <a:pt x="43585" y="5471"/>
                    <a:pt x="44739" y="5471"/>
                    <a:pt x="45793" y="5530"/>
                  </a:cubicBezTo>
                  <a:cubicBezTo>
                    <a:pt x="46987" y="5610"/>
                    <a:pt x="48180" y="5749"/>
                    <a:pt x="49354" y="5908"/>
                  </a:cubicBezTo>
                  <a:cubicBezTo>
                    <a:pt x="50508" y="6087"/>
                    <a:pt x="51701" y="6326"/>
                    <a:pt x="52915" y="6684"/>
                  </a:cubicBezTo>
                  <a:cubicBezTo>
                    <a:pt x="53014" y="6704"/>
                    <a:pt x="53134" y="6724"/>
                    <a:pt x="53233" y="6784"/>
                  </a:cubicBezTo>
                  <a:cubicBezTo>
                    <a:pt x="53412" y="6823"/>
                    <a:pt x="53611" y="6883"/>
                    <a:pt x="53810" y="6963"/>
                  </a:cubicBezTo>
                  <a:lnTo>
                    <a:pt x="54685" y="7221"/>
                  </a:lnTo>
                  <a:lnTo>
                    <a:pt x="55541" y="7560"/>
                  </a:lnTo>
                  <a:cubicBezTo>
                    <a:pt x="55739" y="7639"/>
                    <a:pt x="55918" y="7699"/>
                    <a:pt x="56098" y="7778"/>
                  </a:cubicBezTo>
                  <a:cubicBezTo>
                    <a:pt x="56197" y="7818"/>
                    <a:pt x="56296" y="7878"/>
                    <a:pt x="56416" y="7898"/>
                  </a:cubicBezTo>
                  <a:cubicBezTo>
                    <a:pt x="57609" y="8395"/>
                    <a:pt x="58763" y="8992"/>
                    <a:pt x="59817" y="9628"/>
                  </a:cubicBezTo>
                  <a:cubicBezTo>
                    <a:pt x="60912" y="10265"/>
                    <a:pt x="62006" y="11021"/>
                    <a:pt x="63060" y="11856"/>
                  </a:cubicBezTo>
                  <a:cubicBezTo>
                    <a:pt x="64194" y="12752"/>
                    <a:pt x="65328" y="13766"/>
                    <a:pt x="66143" y="14562"/>
                  </a:cubicBezTo>
                  <a:cubicBezTo>
                    <a:pt x="67118" y="15497"/>
                    <a:pt x="68033" y="16452"/>
                    <a:pt x="69147" y="17625"/>
                  </a:cubicBezTo>
                  <a:cubicBezTo>
                    <a:pt x="69426" y="17904"/>
                    <a:pt x="69664" y="18202"/>
                    <a:pt x="69943" y="18481"/>
                  </a:cubicBezTo>
                  <a:cubicBezTo>
                    <a:pt x="71693" y="20331"/>
                    <a:pt x="73444" y="22280"/>
                    <a:pt x="75374" y="24110"/>
                  </a:cubicBezTo>
                  <a:lnTo>
                    <a:pt x="76189" y="24906"/>
                  </a:lnTo>
                  <a:cubicBezTo>
                    <a:pt x="76308" y="25045"/>
                    <a:pt x="76468" y="25165"/>
                    <a:pt x="76607" y="25304"/>
                  </a:cubicBezTo>
                  <a:lnTo>
                    <a:pt x="77462" y="26080"/>
                  </a:lnTo>
                  <a:lnTo>
                    <a:pt x="78775" y="27174"/>
                  </a:lnTo>
                  <a:lnTo>
                    <a:pt x="80108" y="28228"/>
                  </a:lnTo>
                  <a:lnTo>
                    <a:pt x="80864" y="28765"/>
                  </a:lnTo>
                  <a:cubicBezTo>
                    <a:pt x="81063" y="28924"/>
                    <a:pt x="81262" y="29064"/>
                    <a:pt x="81481" y="29223"/>
                  </a:cubicBezTo>
                  <a:lnTo>
                    <a:pt x="82396" y="29819"/>
                  </a:lnTo>
                  <a:cubicBezTo>
                    <a:pt x="82455" y="29839"/>
                    <a:pt x="82495" y="29879"/>
                    <a:pt x="82555" y="29919"/>
                  </a:cubicBezTo>
                  <a:cubicBezTo>
                    <a:pt x="82654" y="29979"/>
                    <a:pt x="82754" y="30038"/>
                    <a:pt x="82853" y="30118"/>
                  </a:cubicBezTo>
                  <a:lnTo>
                    <a:pt x="83331" y="30376"/>
                  </a:lnTo>
                  <a:cubicBezTo>
                    <a:pt x="83430" y="30456"/>
                    <a:pt x="83549" y="30516"/>
                    <a:pt x="83649" y="30575"/>
                  </a:cubicBezTo>
                  <a:lnTo>
                    <a:pt x="84246" y="30953"/>
                  </a:lnTo>
                  <a:cubicBezTo>
                    <a:pt x="84385" y="31033"/>
                    <a:pt x="84544" y="31113"/>
                    <a:pt x="84683" y="31212"/>
                  </a:cubicBezTo>
                  <a:cubicBezTo>
                    <a:pt x="85161" y="31451"/>
                    <a:pt x="85638" y="31729"/>
                    <a:pt x="86116" y="31948"/>
                  </a:cubicBezTo>
                  <a:cubicBezTo>
                    <a:pt x="87210" y="32525"/>
                    <a:pt x="88403" y="33042"/>
                    <a:pt x="89836" y="33559"/>
                  </a:cubicBezTo>
                  <a:lnTo>
                    <a:pt x="90790" y="33897"/>
                  </a:lnTo>
                  <a:cubicBezTo>
                    <a:pt x="90989" y="33957"/>
                    <a:pt x="91188" y="34017"/>
                    <a:pt x="91387" y="34096"/>
                  </a:cubicBezTo>
                  <a:cubicBezTo>
                    <a:pt x="91487" y="34116"/>
                    <a:pt x="91606" y="34156"/>
                    <a:pt x="91705" y="34196"/>
                  </a:cubicBezTo>
                  <a:cubicBezTo>
                    <a:pt x="92183" y="34335"/>
                    <a:pt x="92660" y="34454"/>
                    <a:pt x="93098" y="34554"/>
                  </a:cubicBezTo>
                  <a:cubicBezTo>
                    <a:pt x="93237" y="34614"/>
                    <a:pt x="93396" y="34634"/>
                    <a:pt x="93555" y="34693"/>
                  </a:cubicBezTo>
                  <a:cubicBezTo>
                    <a:pt x="95008" y="35011"/>
                    <a:pt x="96161" y="35210"/>
                    <a:pt x="97236" y="35310"/>
                  </a:cubicBezTo>
                  <a:cubicBezTo>
                    <a:pt x="99464" y="35588"/>
                    <a:pt x="101811" y="35588"/>
                    <a:pt x="104357" y="35310"/>
                  </a:cubicBezTo>
                  <a:cubicBezTo>
                    <a:pt x="106585" y="35051"/>
                    <a:pt x="108893" y="34554"/>
                    <a:pt x="111200" y="33818"/>
                  </a:cubicBezTo>
                  <a:cubicBezTo>
                    <a:pt x="113488" y="33062"/>
                    <a:pt x="115696" y="32127"/>
                    <a:pt x="117765" y="31033"/>
                  </a:cubicBezTo>
                  <a:lnTo>
                    <a:pt x="118561" y="30615"/>
                  </a:lnTo>
                  <a:lnTo>
                    <a:pt x="119356" y="30158"/>
                  </a:lnTo>
                  <a:cubicBezTo>
                    <a:pt x="119734" y="29959"/>
                    <a:pt x="120092" y="29720"/>
                    <a:pt x="120470" y="29481"/>
                  </a:cubicBezTo>
                  <a:cubicBezTo>
                    <a:pt x="120629" y="29382"/>
                    <a:pt x="120769" y="29282"/>
                    <a:pt x="120928" y="29223"/>
                  </a:cubicBezTo>
                  <a:cubicBezTo>
                    <a:pt x="121087" y="29083"/>
                    <a:pt x="121286" y="28984"/>
                    <a:pt x="121465" y="28865"/>
                  </a:cubicBezTo>
                  <a:cubicBezTo>
                    <a:pt x="121783" y="28666"/>
                    <a:pt x="122141" y="28447"/>
                    <a:pt x="122479" y="28228"/>
                  </a:cubicBezTo>
                  <a:lnTo>
                    <a:pt x="124051" y="27174"/>
                  </a:lnTo>
                  <a:cubicBezTo>
                    <a:pt x="124429" y="26935"/>
                    <a:pt x="124827" y="26657"/>
                    <a:pt x="125205" y="26378"/>
                  </a:cubicBezTo>
                  <a:cubicBezTo>
                    <a:pt x="125324" y="26279"/>
                    <a:pt x="125483" y="26179"/>
                    <a:pt x="125622" y="26080"/>
                  </a:cubicBezTo>
                  <a:cubicBezTo>
                    <a:pt x="125801" y="25960"/>
                    <a:pt x="126000" y="25801"/>
                    <a:pt x="126160" y="25682"/>
                  </a:cubicBezTo>
                  <a:cubicBezTo>
                    <a:pt x="126498" y="25443"/>
                    <a:pt x="126836" y="25204"/>
                    <a:pt x="127174" y="24966"/>
                  </a:cubicBezTo>
                  <a:cubicBezTo>
                    <a:pt x="127433" y="24767"/>
                    <a:pt x="127691" y="24568"/>
                    <a:pt x="127970" y="24369"/>
                  </a:cubicBezTo>
                  <a:cubicBezTo>
                    <a:pt x="128706" y="23792"/>
                    <a:pt x="129482" y="23215"/>
                    <a:pt x="130238" y="22618"/>
                  </a:cubicBezTo>
                  <a:cubicBezTo>
                    <a:pt x="131451" y="21703"/>
                    <a:pt x="132684" y="20729"/>
                    <a:pt x="133858" y="19794"/>
                  </a:cubicBezTo>
                  <a:cubicBezTo>
                    <a:pt x="134713" y="19097"/>
                    <a:pt x="135569" y="18421"/>
                    <a:pt x="136444" y="17725"/>
                  </a:cubicBezTo>
                  <a:cubicBezTo>
                    <a:pt x="136762" y="17486"/>
                    <a:pt x="137061" y="17227"/>
                    <a:pt x="137379" y="16989"/>
                  </a:cubicBezTo>
                  <a:cubicBezTo>
                    <a:pt x="138095" y="16412"/>
                    <a:pt x="138851" y="15815"/>
                    <a:pt x="139587" y="15238"/>
                  </a:cubicBezTo>
                  <a:lnTo>
                    <a:pt x="141179" y="14005"/>
                  </a:lnTo>
                  <a:lnTo>
                    <a:pt x="142810" y="12771"/>
                  </a:lnTo>
                  <a:cubicBezTo>
                    <a:pt x="142909" y="12712"/>
                    <a:pt x="143009" y="12632"/>
                    <a:pt x="143068" y="12553"/>
                  </a:cubicBezTo>
                  <a:cubicBezTo>
                    <a:pt x="143247" y="12433"/>
                    <a:pt x="143426" y="12274"/>
                    <a:pt x="143605" y="12155"/>
                  </a:cubicBezTo>
                  <a:lnTo>
                    <a:pt x="144421" y="11558"/>
                  </a:lnTo>
                  <a:cubicBezTo>
                    <a:pt x="144620" y="11419"/>
                    <a:pt x="144819" y="11279"/>
                    <a:pt x="144998" y="11140"/>
                  </a:cubicBezTo>
                  <a:cubicBezTo>
                    <a:pt x="145336" y="10882"/>
                    <a:pt x="145694" y="10623"/>
                    <a:pt x="146032" y="10364"/>
                  </a:cubicBezTo>
                  <a:lnTo>
                    <a:pt x="147703" y="9231"/>
                  </a:lnTo>
                  <a:cubicBezTo>
                    <a:pt x="147803" y="9151"/>
                    <a:pt x="147902" y="9071"/>
                    <a:pt x="148002" y="9032"/>
                  </a:cubicBezTo>
                  <a:cubicBezTo>
                    <a:pt x="148181" y="8892"/>
                    <a:pt x="148340" y="8773"/>
                    <a:pt x="148539" y="8654"/>
                  </a:cubicBezTo>
                  <a:lnTo>
                    <a:pt x="149394" y="8097"/>
                  </a:lnTo>
                  <a:cubicBezTo>
                    <a:pt x="149593" y="7977"/>
                    <a:pt x="149792" y="7858"/>
                    <a:pt x="149991" y="7699"/>
                  </a:cubicBezTo>
                  <a:cubicBezTo>
                    <a:pt x="150329" y="7480"/>
                    <a:pt x="150707" y="7241"/>
                    <a:pt x="151085" y="7003"/>
                  </a:cubicBezTo>
                  <a:lnTo>
                    <a:pt x="152796" y="5988"/>
                  </a:lnTo>
                  <a:cubicBezTo>
                    <a:pt x="152895" y="5948"/>
                    <a:pt x="152995" y="5869"/>
                    <a:pt x="153094" y="5809"/>
                  </a:cubicBezTo>
                  <a:cubicBezTo>
                    <a:pt x="153273" y="5709"/>
                    <a:pt x="153472" y="5590"/>
                    <a:pt x="153651" y="5491"/>
                  </a:cubicBezTo>
                  <a:lnTo>
                    <a:pt x="154507" y="5013"/>
                  </a:lnTo>
                  <a:cubicBezTo>
                    <a:pt x="154706" y="4914"/>
                    <a:pt x="154944" y="4794"/>
                    <a:pt x="155143" y="4675"/>
                  </a:cubicBezTo>
                  <a:lnTo>
                    <a:pt x="156257" y="4078"/>
                  </a:lnTo>
                  <a:lnTo>
                    <a:pt x="158028" y="3223"/>
                  </a:lnTo>
                  <a:cubicBezTo>
                    <a:pt x="158127" y="3183"/>
                    <a:pt x="158227" y="3123"/>
                    <a:pt x="158346" y="3084"/>
                  </a:cubicBezTo>
                  <a:cubicBezTo>
                    <a:pt x="158545" y="2984"/>
                    <a:pt x="158724" y="2885"/>
                    <a:pt x="158923" y="2805"/>
                  </a:cubicBezTo>
                  <a:lnTo>
                    <a:pt x="159818" y="2427"/>
                  </a:lnTo>
                  <a:cubicBezTo>
                    <a:pt x="161012" y="1930"/>
                    <a:pt x="162225" y="1492"/>
                    <a:pt x="163399" y="1134"/>
                  </a:cubicBezTo>
                  <a:cubicBezTo>
                    <a:pt x="165925" y="378"/>
                    <a:pt x="168332" y="0"/>
                    <a:pt x="170520" y="40"/>
                  </a:cubicBezTo>
                  <a:cubicBezTo>
                    <a:pt x="171714" y="80"/>
                    <a:pt x="172887" y="219"/>
                    <a:pt x="173962" y="517"/>
                  </a:cubicBezTo>
                  <a:cubicBezTo>
                    <a:pt x="175096" y="836"/>
                    <a:pt x="176229" y="1273"/>
                    <a:pt x="177244" y="1791"/>
                  </a:cubicBezTo>
                  <a:cubicBezTo>
                    <a:pt x="178358" y="2387"/>
                    <a:pt x="179412" y="3004"/>
                    <a:pt x="180407" y="3700"/>
                  </a:cubicBezTo>
                  <a:cubicBezTo>
                    <a:pt x="181421" y="4416"/>
                    <a:pt x="182436" y="5192"/>
                    <a:pt x="183490" y="6048"/>
                  </a:cubicBezTo>
                  <a:lnTo>
                    <a:pt x="184684" y="7003"/>
                  </a:lnTo>
                  <a:cubicBezTo>
                    <a:pt x="185301" y="7500"/>
                    <a:pt x="185937" y="8037"/>
                    <a:pt x="186574" y="8554"/>
                  </a:cubicBezTo>
                  <a:cubicBezTo>
                    <a:pt x="187509" y="9290"/>
                    <a:pt x="188603" y="10185"/>
                    <a:pt x="189756" y="10981"/>
                  </a:cubicBezTo>
                  <a:cubicBezTo>
                    <a:pt x="190154" y="11279"/>
                    <a:pt x="190592" y="11558"/>
                    <a:pt x="191010" y="11836"/>
                  </a:cubicBezTo>
                  <a:cubicBezTo>
                    <a:pt x="191149" y="11916"/>
                    <a:pt x="191288" y="12015"/>
                    <a:pt x="191408" y="12075"/>
                  </a:cubicBezTo>
                  <a:lnTo>
                    <a:pt x="192263" y="12572"/>
                  </a:lnTo>
                  <a:cubicBezTo>
                    <a:pt x="192561" y="12752"/>
                    <a:pt x="192860" y="12911"/>
                    <a:pt x="193138" y="13050"/>
                  </a:cubicBezTo>
                  <a:lnTo>
                    <a:pt x="193437" y="13209"/>
                  </a:lnTo>
                  <a:cubicBezTo>
                    <a:pt x="193596" y="13309"/>
                    <a:pt x="193795" y="13408"/>
                    <a:pt x="193994" y="13468"/>
                  </a:cubicBezTo>
                  <a:lnTo>
                    <a:pt x="194869" y="13866"/>
                  </a:lnTo>
                  <a:cubicBezTo>
                    <a:pt x="195068" y="13945"/>
                    <a:pt x="195267" y="14025"/>
                    <a:pt x="195446" y="14104"/>
                  </a:cubicBezTo>
                  <a:cubicBezTo>
                    <a:pt x="195545" y="14144"/>
                    <a:pt x="195645" y="14164"/>
                    <a:pt x="195764" y="14224"/>
                  </a:cubicBezTo>
                  <a:lnTo>
                    <a:pt x="196222" y="14403"/>
                  </a:lnTo>
                  <a:lnTo>
                    <a:pt x="196659" y="14542"/>
                  </a:lnTo>
                  <a:cubicBezTo>
                    <a:pt x="201433" y="16133"/>
                    <a:pt x="206685" y="16034"/>
                    <a:pt x="211897" y="14164"/>
                  </a:cubicBezTo>
                  <a:lnTo>
                    <a:pt x="211897" y="14403"/>
                  </a:lnTo>
                  <a:cubicBezTo>
                    <a:pt x="206685" y="16253"/>
                    <a:pt x="201414" y="16352"/>
                    <a:pt x="196619" y="14761"/>
                  </a:cubicBezTo>
                  <a:lnTo>
                    <a:pt x="196162" y="14621"/>
                  </a:lnTo>
                  <a:lnTo>
                    <a:pt x="195724" y="14442"/>
                  </a:lnTo>
                  <a:cubicBezTo>
                    <a:pt x="195625" y="14403"/>
                    <a:pt x="195525" y="14363"/>
                    <a:pt x="195426" y="14323"/>
                  </a:cubicBezTo>
                  <a:cubicBezTo>
                    <a:pt x="195227" y="14243"/>
                    <a:pt x="195028" y="14164"/>
                    <a:pt x="194849" y="14104"/>
                  </a:cubicBezTo>
                  <a:lnTo>
                    <a:pt x="193974" y="13706"/>
                  </a:lnTo>
                  <a:cubicBezTo>
                    <a:pt x="193775" y="13627"/>
                    <a:pt x="193596" y="13527"/>
                    <a:pt x="193397" y="13428"/>
                  </a:cubicBezTo>
                  <a:lnTo>
                    <a:pt x="193098" y="13269"/>
                  </a:lnTo>
                  <a:cubicBezTo>
                    <a:pt x="192840" y="13149"/>
                    <a:pt x="192541" y="12970"/>
                    <a:pt x="192243" y="12811"/>
                  </a:cubicBezTo>
                  <a:lnTo>
                    <a:pt x="191388" y="12314"/>
                  </a:lnTo>
                  <a:cubicBezTo>
                    <a:pt x="191268" y="12214"/>
                    <a:pt x="191109" y="12135"/>
                    <a:pt x="190990" y="12035"/>
                  </a:cubicBezTo>
                  <a:cubicBezTo>
                    <a:pt x="190572" y="11757"/>
                    <a:pt x="190154" y="11478"/>
                    <a:pt x="189717" y="11180"/>
                  </a:cubicBezTo>
                  <a:cubicBezTo>
                    <a:pt x="188583" y="10384"/>
                    <a:pt x="187469" y="9489"/>
                    <a:pt x="186534" y="8753"/>
                  </a:cubicBezTo>
                  <a:cubicBezTo>
                    <a:pt x="185897" y="8236"/>
                    <a:pt x="185281" y="7699"/>
                    <a:pt x="184644" y="7201"/>
                  </a:cubicBezTo>
                  <a:lnTo>
                    <a:pt x="183450" y="6247"/>
                  </a:lnTo>
                  <a:cubicBezTo>
                    <a:pt x="182396" y="5391"/>
                    <a:pt x="181402" y="4615"/>
                    <a:pt x="180367" y="3899"/>
                  </a:cubicBezTo>
                  <a:cubicBezTo>
                    <a:pt x="179372" y="3203"/>
                    <a:pt x="178338" y="2586"/>
                    <a:pt x="177224" y="1990"/>
                  </a:cubicBezTo>
                  <a:cubicBezTo>
                    <a:pt x="176190" y="1472"/>
                    <a:pt x="175096" y="1035"/>
                    <a:pt x="173962" y="716"/>
                  </a:cubicBezTo>
                  <a:cubicBezTo>
                    <a:pt x="172887" y="438"/>
                    <a:pt x="171754" y="299"/>
                    <a:pt x="170560" y="239"/>
                  </a:cubicBezTo>
                  <a:cubicBezTo>
                    <a:pt x="168372" y="199"/>
                    <a:pt x="165985" y="577"/>
                    <a:pt x="163458" y="1333"/>
                  </a:cubicBezTo>
                  <a:cubicBezTo>
                    <a:pt x="162305" y="1691"/>
                    <a:pt x="161111" y="2129"/>
                    <a:pt x="159917" y="2626"/>
                  </a:cubicBezTo>
                  <a:lnTo>
                    <a:pt x="159022" y="3004"/>
                  </a:lnTo>
                  <a:cubicBezTo>
                    <a:pt x="158823" y="3084"/>
                    <a:pt x="158644" y="3183"/>
                    <a:pt x="158445" y="3283"/>
                  </a:cubicBezTo>
                  <a:cubicBezTo>
                    <a:pt x="158346" y="3322"/>
                    <a:pt x="158246" y="3382"/>
                    <a:pt x="158127" y="3422"/>
                  </a:cubicBezTo>
                  <a:lnTo>
                    <a:pt x="156357" y="4277"/>
                  </a:lnTo>
                  <a:lnTo>
                    <a:pt x="155243" y="4874"/>
                  </a:lnTo>
                  <a:cubicBezTo>
                    <a:pt x="155044" y="4993"/>
                    <a:pt x="154805" y="5093"/>
                    <a:pt x="154606" y="5212"/>
                  </a:cubicBezTo>
                  <a:lnTo>
                    <a:pt x="153751" y="5690"/>
                  </a:lnTo>
                  <a:cubicBezTo>
                    <a:pt x="153572" y="5789"/>
                    <a:pt x="153373" y="5908"/>
                    <a:pt x="153194" y="6008"/>
                  </a:cubicBezTo>
                  <a:cubicBezTo>
                    <a:pt x="153094" y="6068"/>
                    <a:pt x="152995" y="6147"/>
                    <a:pt x="152895" y="6187"/>
                  </a:cubicBezTo>
                  <a:lnTo>
                    <a:pt x="151185" y="7201"/>
                  </a:lnTo>
                  <a:cubicBezTo>
                    <a:pt x="150807" y="7440"/>
                    <a:pt x="150468" y="7679"/>
                    <a:pt x="150110" y="7898"/>
                  </a:cubicBezTo>
                  <a:cubicBezTo>
                    <a:pt x="149911" y="8037"/>
                    <a:pt x="149712" y="8176"/>
                    <a:pt x="149514" y="8296"/>
                  </a:cubicBezTo>
                  <a:lnTo>
                    <a:pt x="148678" y="8853"/>
                  </a:lnTo>
                  <a:lnTo>
                    <a:pt x="148141" y="9231"/>
                  </a:lnTo>
                  <a:cubicBezTo>
                    <a:pt x="148042" y="9290"/>
                    <a:pt x="147942" y="9370"/>
                    <a:pt x="147843" y="9429"/>
                  </a:cubicBezTo>
                  <a:lnTo>
                    <a:pt x="146112" y="10563"/>
                  </a:lnTo>
                  <a:cubicBezTo>
                    <a:pt x="145774" y="10822"/>
                    <a:pt x="145416" y="11061"/>
                    <a:pt x="145078" y="11339"/>
                  </a:cubicBezTo>
                  <a:cubicBezTo>
                    <a:pt x="144879" y="11478"/>
                    <a:pt x="144680" y="11598"/>
                    <a:pt x="144501" y="11757"/>
                  </a:cubicBezTo>
                  <a:lnTo>
                    <a:pt x="143685" y="12354"/>
                  </a:lnTo>
                  <a:cubicBezTo>
                    <a:pt x="143506" y="12473"/>
                    <a:pt x="143327" y="12592"/>
                    <a:pt x="143148" y="12752"/>
                  </a:cubicBezTo>
                  <a:cubicBezTo>
                    <a:pt x="143048" y="12831"/>
                    <a:pt x="142949" y="12891"/>
                    <a:pt x="142889" y="12970"/>
                  </a:cubicBezTo>
                  <a:lnTo>
                    <a:pt x="141258" y="14204"/>
                  </a:lnTo>
                  <a:lnTo>
                    <a:pt x="139667" y="15437"/>
                  </a:lnTo>
                  <a:cubicBezTo>
                    <a:pt x="138931" y="16014"/>
                    <a:pt x="138175" y="16611"/>
                    <a:pt x="137478" y="17188"/>
                  </a:cubicBezTo>
                  <a:cubicBezTo>
                    <a:pt x="137160" y="17426"/>
                    <a:pt x="136862" y="17685"/>
                    <a:pt x="136544" y="17924"/>
                  </a:cubicBezTo>
                  <a:cubicBezTo>
                    <a:pt x="135668" y="18620"/>
                    <a:pt x="134793" y="19296"/>
                    <a:pt x="133957" y="19992"/>
                  </a:cubicBezTo>
                  <a:cubicBezTo>
                    <a:pt x="132764" y="20927"/>
                    <a:pt x="131550" y="21882"/>
                    <a:pt x="130357" y="22817"/>
                  </a:cubicBezTo>
                  <a:cubicBezTo>
                    <a:pt x="129601" y="23414"/>
                    <a:pt x="128805" y="23991"/>
                    <a:pt x="128069" y="24568"/>
                  </a:cubicBezTo>
                  <a:cubicBezTo>
                    <a:pt x="127791" y="24767"/>
                    <a:pt x="127532" y="24966"/>
                    <a:pt x="127274" y="25165"/>
                  </a:cubicBezTo>
                  <a:cubicBezTo>
                    <a:pt x="126935" y="25403"/>
                    <a:pt x="126597" y="25642"/>
                    <a:pt x="126279" y="25881"/>
                  </a:cubicBezTo>
                  <a:cubicBezTo>
                    <a:pt x="126100" y="26000"/>
                    <a:pt x="125901" y="26159"/>
                    <a:pt x="125722" y="26279"/>
                  </a:cubicBezTo>
                  <a:cubicBezTo>
                    <a:pt x="125583" y="26378"/>
                    <a:pt x="125443" y="26478"/>
                    <a:pt x="125324" y="26577"/>
                  </a:cubicBezTo>
                  <a:cubicBezTo>
                    <a:pt x="124946" y="26855"/>
                    <a:pt x="124588" y="27134"/>
                    <a:pt x="124170" y="27373"/>
                  </a:cubicBezTo>
                  <a:lnTo>
                    <a:pt x="122619" y="28427"/>
                  </a:lnTo>
                  <a:cubicBezTo>
                    <a:pt x="122261" y="28646"/>
                    <a:pt x="121942" y="28865"/>
                    <a:pt x="121584" y="29064"/>
                  </a:cubicBezTo>
                  <a:cubicBezTo>
                    <a:pt x="121425" y="29183"/>
                    <a:pt x="121226" y="29282"/>
                    <a:pt x="121047" y="29422"/>
                  </a:cubicBezTo>
                  <a:cubicBezTo>
                    <a:pt x="120888" y="29521"/>
                    <a:pt x="120749" y="29621"/>
                    <a:pt x="120590" y="29680"/>
                  </a:cubicBezTo>
                  <a:lnTo>
                    <a:pt x="119476" y="30357"/>
                  </a:lnTo>
                  <a:lnTo>
                    <a:pt x="118680" y="30814"/>
                  </a:lnTo>
                  <a:lnTo>
                    <a:pt x="117884" y="31232"/>
                  </a:lnTo>
                  <a:cubicBezTo>
                    <a:pt x="115815" y="32326"/>
                    <a:pt x="113607" y="33241"/>
                    <a:pt x="111300" y="34017"/>
                  </a:cubicBezTo>
                  <a:cubicBezTo>
                    <a:pt x="108972" y="34733"/>
                    <a:pt x="106665" y="35230"/>
                    <a:pt x="104437" y="35509"/>
                  </a:cubicBezTo>
                  <a:cubicBezTo>
                    <a:pt x="103164" y="35529"/>
                    <a:pt x="102030" y="35608"/>
                    <a:pt x="100936" y="3560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3" name="Google Shape;867;p15"/>
            <p:cNvSpPr/>
            <p:nvPr/>
          </p:nvSpPr>
          <p:spPr>
            <a:xfrm rot="19785000">
              <a:off x="2996280" y="3736440"/>
              <a:ext cx="8759520" cy="1462680"/>
            </a:xfrm>
            <a:custGeom>
              <a:avLst/>
              <a:gdLst>
                <a:gd name="textAreaLeft" fmla="*/ 0 w 8759520"/>
                <a:gd name="textAreaRight" fmla="*/ 8759880 w 8759520"/>
                <a:gd name="textAreaTop" fmla="*/ 0 h 1462680"/>
                <a:gd name="textAreaBottom" fmla="*/ 1463040 h 1462680"/>
              </a:gdLst>
              <a:ahLst/>
              <a:cxnLst/>
              <a:rect l="textAreaLeft" t="textAreaTop" r="textAreaRight" b="textAreaBottom"/>
              <a:pathLst>
                <a:path w="210625" h="35171">
                  <a:moveTo>
                    <a:pt x="100061" y="35171"/>
                  </a:moveTo>
                  <a:cubicBezTo>
                    <a:pt x="98748" y="35171"/>
                    <a:pt x="97475" y="35091"/>
                    <a:pt x="96202" y="34912"/>
                  </a:cubicBezTo>
                  <a:cubicBezTo>
                    <a:pt x="95108" y="34793"/>
                    <a:pt x="93894" y="34574"/>
                    <a:pt x="92402" y="34216"/>
                  </a:cubicBezTo>
                  <a:cubicBezTo>
                    <a:pt x="92263" y="34176"/>
                    <a:pt x="92104" y="34156"/>
                    <a:pt x="91945" y="34097"/>
                  </a:cubicBezTo>
                  <a:cubicBezTo>
                    <a:pt x="91487" y="33977"/>
                    <a:pt x="90990" y="33858"/>
                    <a:pt x="90493" y="33679"/>
                  </a:cubicBezTo>
                  <a:cubicBezTo>
                    <a:pt x="90393" y="33659"/>
                    <a:pt x="90254" y="33599"/>
                    <a:pt x="90154" y="33580"/>
                  </a:cubicBezTo>
                  <a:cubicBezTo>
                    <a:pt x="89955" y="33500"/>
                    <a:pt x="89737" y="33440"/>
                    <a:pt x="89518" y="33381"/>
                  </a:cubicBezTo>
                  <a:lnTo>
                    <a:pt x="88543" y="33023"/>
                  </a:lnTo>
                  <a:cubicBezTo>
                    <a:pt x="87031" y="32446"/>
                    <a:pt x="85778" y="31909"/>
                    <a:pt x="84624" y="31292"/>
                  </a:cubicBezTo>
                  <a:cubicBezTo>
                    <a:pt x="84127" y="31033"/>
                    <a:pt x="83590" y="30735"/>
                    <a:pt x="83092" y="30456"/>
                  </a:cubicBezTo>
                  <a:cubicBezTo>
                    <a:pt x="82953" y="30397"/>
                    <a:pt x="82794" y="30297"/>
                    <a:pt x="82675" y="30218"/>
                  </a:cubicBezTo>
                  <a:cubicBezTo>
                    <a:pt x="82456" y="30098"/>
                    <a:pt x="82237" y="29939"/>
                    <a:pt x="82038" y="29820"/>
                  </a:cubicBezTo>
                  <a:cubicBezTo>
                    <a:pt x="81939" y="29740"/>
                    <a:pt x="81799" y="29701"/>
                    <a:pt x="81700" y="29621"/>
                  </a:cubicBezTo>
                  <a:lnTo>
                    <a:pt x="81203" y="29323"/>
                  </a:lnTo>
                  <a:cubicBezTo>
                    <a:pt x="81103" y="29243"/>
                    <a:pt x="80984" y="29203"/>
                    <a:pt x="80884" y="29124"/>
                  </a:cubicBezTo>
                  <a:cubicBezTo>
                    <a:pt x="80845" y="29084"/>
                    <a:pt x="80785" y="29044"/>
                    <a:pt x="80705" y="29004"/>
                  </a:cubicBezTo>
                  <a:lnTo>
                    <a:pt x="79750" y="28348"/>
                  </a:lnTo>
                  <a:cubicBezTo>
                    <a:pt x="79512" y="28209"/>
                    <a:pt x="79293" y="28030"/>
                    <a:pt x="79074" y="27890"/>
                  </a:cubicBezTo>
                  <a:lnTo>
                    <a:pt x="78298" y="27333"/>
                  </a:lnTo>
                  <a:lnTo>
                    <a:pt x="76886" y="26219"/>
                  </a:lnTo>
                  <a:lnTo>
                    <a:pt x="75493" y="25046"/>
                  </a:lnTo>
                  <a:lnTo>
                    <a:pt x="74379" y="24031"/>
                  </a:lnTo>
                  <a:lnTo>
                    <a:pt x="73285" y="22977"/>
                  </a:lnTo>
                  <a:cubicBezTo>
                    <a:pt x="71316" y="21067"/>
                    <a:pt x="69526" y="19098"/>
                    <a:pt x="67775" y="17228"/>
                  </a:cubicBezTo>
                  <a:lnTo>
                    <a:pt x="66959" y="16333"/>
                  </a:lnTo>
                  <a:cubicBezTo>
                    <a:pt x="66542" y="15895"/>
                    <a:pt x="66084" y="15437"/>
                    <a:pt x="65666" y="15000"/>
                  </a:cubicBezTo>
                  <a:lnTo>
                    <a:pt x="65288" y="14622"/>
                  </a:lnTo>
                  <a:cubicBezTo>
                    <a:pt x="64871" y="14204"/>
                    <a:pt x="64433" y="13747"/>
                    <a:pt x="63995" y="13349"/>
                  </a:cubicBezTo>
                  <a:cubicBezTo>
                    <a:pt x="63200" y="12613"/>
                    <a:pt x="62165" y="11618"/>
                    <a:pt x="61091" y="10763"/>
                  </a:cubicBezTo>
                  <a:cubicBezTo>
                    <a:pt x="60097" y="10007"/>
                    <a:pt x="59122" y="9310"/>
                    <a:pt x="58107" y="8714"/>
                  </a:cubicBezTo>
                  <a:cubicBezTo>
                    <a:pt x="57132" y="8137"/>
                    <a:pt x="56078" y="7580"/>
                    <a:pt x="54944" y="7122"/>
                  </a:cubicBezTo>
                  <a:cubicBezTo>
                    <a:pt x="54865" y="7063"/>
                    <a:pt x="54765" y="7043"/>
                    <a:pt x="54666" y="6983"/>
                  </a:cubicBezTo>
                  <a:cubicBezTo>
                    <a:pt x="54487" y="6923"/>
                    <a:pt x="54308" y="6844"/>
                    <a:pt x="54168" y="6784"/>
                  </a:cubicBezTo>
                  <a:lnTo>
                    <a:pt x="53333" y="6486"/>
                  </a:lnTo>
                  <a:lnTo>
                    <a:pt x="52517" y="6227"/>
                  </a:lnTo>
                  <a:cubicBezTo>
                    <a:pt x="52398" y="6167"/>
                    <a:pt x="52279" y="6148"/>
                    <a:pt x="52120" y="6088"/>
                  </a:cubicBezTo>
                  <a:lnTo>
                    <a:pt x="51702" y="5968"/>
                  </a:lnTo>
                  <a:cubicBezTo>
                    <a:pt x="50548" y="5650"/>
                    <a:pt x="49434" y="5392"/>
                    <a:pt x="48360" y="5232"/>
                  </a:cubicBezTo>
                  <a:cubicBezTo>
                    <a:pt x="47266" y="5053"/>
                    <a:pt x="46132" y="4934"/>
                    <a:pt x="44978" y="4854"/>
                  </a:cubicBezTo>
                  <a:cubicBezTo>
                    <a:pt x="43964" y="4775"/>
                    <a:pt x="42850" y="4775"/>
                    <a:pt x="41616" y="4775"/>
                  </a:cubicBezTo>
                  <a:cubicBezTo>
                    <a:pt x="40602" y="4795"/>
                    <a:pt x="39508" y="4854"/>
                    <a:pt x="38294" y="4974"/>
                  </a:cubicBezTo>
                  <a:cubicBezTo>
                    <a:pt x="37837" y="4994"/>
                    <a:pt x="37419" y="5053"/>
                    <a:pt x="36981" y="5093"/>
                  </a:cubicBezTo>
                  <a:lnTo>
                    <a:pt x="36305" y="5173"/>
                  </a:lnTo>
                  <a:cubicBezTo>
                    <a:pt x="35887" y="5232"/>
                    <a:pt x="35430" y="5292"/>
                    <a:pt x="34992" y="5352"/>
                  </a:cubicBezTo>
                  <a:cubicBezTo>
                    <a:pt x="32943" y="5650"/>
                    <a:pt x="30854" y="6068"/>
                    <a:pt x="28586" y="6625"/>
                  </a:cubicBezTo>
                  <a:cubicBezTo>
                    <a:pt x="27671" y="6844"/>
                    <a:pt x="26736" y="7082"/>
                    <a:pt x="25841" y="7341"/>
                  </a:cubicBezTo>
                  <a:lnTo>
                    <a:pt x="25463" y="7441"/>
                  </a:lnTo>
                  <a:lnTo>
                    <a:pt x="23912" y="7858"/>
                  </a:lnTo>
                  <a:cubicBezTo>
                    <a:pt x="23593" y="7958"/>
                    <a:pt x="23275" y="8037"/>
                    <a:pt x="22917" y="8137"/>
                  </a:cubicBezTo>
                  <a:cubicBezTo>
                    <a:pt x="22758" y="8177"/>
                    <a:pt x="22559" y="8236"/>
                    <a:pt x="22380" y="8276"/>
                  </a:cubicBezTo>
                  <a:cubicBezTo>
                    <a:pt x="20371" y="8853"/>
                    <a:pt x="18342" y="9470"/>
                    <a:pt x="16412" y="10126"/>
                  </a:cubicBezTo>
                  <a:cubicBezTo>
                    <a:pt x="14502" y="10743"/>
                    <a:pt x="12573" y="11419"/>
                    <a:pt x="10703" y="12135"/>
                  </a:cubicBezTo>
                  <a:cubicBezTo>
                    <a:pt x="10524" y="12215"/>
                    <a:pt x="10365" y="12274"/>
                    <a:pt x="10206" y="12314"/>
                  </a:cubicBezTo>
                  <a:cubicBezTo>
                    <a:pt x="9907" y="12414"/>
                    <a:pt x="9589" y="12533"/>
                    <a:pt x="9310" y="12672"/>
                  </a:cubicBezTo>
                  <a:lnTo>
                    <a:pt x="7938" y="13190"/>
                  </a:lnTo>
                  <a:lnTo>
                    <a:pt x="6585" y="13727"/>
                  </a:lnTo>
                  <a:cubicBezTo>
                    <a:pt x="6287" y="13866"/>
                    <a:pt x="6008" y="13945"/>
                    <a:pt x="5750" y="14085"/>
                  </a:cubicBezTo>
                  <a:cubicBezTo>
                    <a:pt x="5591" y="14164"/>
                    <a:pt x="5412" y="14204"/>
                    <a:pt x="5272" y="14284"/>
                  </a:cubicBezTo>
                  <a:cubicBezTo>
                    <a:pt x="3502" y="15000"/>
                    <a:pt x="1771" y="15776"/>
                    <a:pt x="100" y="16532"/>
                  </a:cubicBezTo>
                  <a:lnTo>
                    <a:pt x="1" y="16412"/>
                  </a:lnTo>
                  <a:cubicBezTo>
                    <a:pt x="1672" y="15636"/>
                    <a:pt x="3402" y="14880"/>
                    <a:pt x="5173" y="14144"/>
                  </a:cubicBezTo>
                  <a:cubicBezTo>
                    <a:pt x="5312" y="14085"/>
                    <a:pt x="5491" y="14025"/>
                    <a:pt x="5650" y="13945"/>
                  </a:cubicBezTo>
                  <a:cubicBezTo>
                    <a:pt x="5909" y="13826"/>
                    <a:pt x="6227" y="13707"/>
                    <a:pt x="6506" y="13607"/>
                  </a:cubicBezTo>
                  <a:lnTo>
                    <a:pt x="7858" y="13050"/>
                  </a:lnTo>
                  <a:lnTo>
                    <a:pt x="9231" y="12533"/>
                  </a:lnTo>
                  <a:cubicBezTo>
                    <a:pt x="9529" y="12414"/>
                    <a:pt x="9828" y="12314"/>
                    <a:pt x="10126" y="12195"/>
                  </a:cubicBezTo>
                  <a:cubicBezTo>
                    <a:pt x="10285" y="12135"/>
                    <a:pt x="10444" y="12056"/>
                    <a:pt x="10623" y="12016"/>
                  </a:cubicBezTo>
                  <a:cubicBezTo>
                    <a:pt x="12513" y="11300"/>
                    <a:pt x="14443" y="10623"/>
                    <a:pt x="16333" y="10007"/>
                  </a:cubicBezTo>
                  <a:cubicBezTo>
                    <a:pt x="18282" y="9350"/>
                    <a:pt x="20291" y="8734"/>
                    <a:pt x="22320" y="8137"/>
                  </a:cubicBezTo>
                  <a:cubicBezTo>
                    <a:pt x="22499" y="8077"/>
                    <a:pt x="22698" y="8037"/>
                    <a:pt x="22877" y="7978"/>
                  </a:cubicBezTo>
                  <a:cubicBezTo>
                    <a:pt x="23196" y="7878"/>
                    <a:pt x="23514" y="7779"/>
                    <a:pt x="23872" y="7719"/>
                  </a:cubicBezTo>
                  <a:lnTo>
                    <a:pt x="25782" y="7182"/>
                  </a:lnTo>
                  <a:cubicBezTo>
                    <a:pt x="26677" y="6943"/>
                    <a:pt x="27632" y="6685"/>
                    <a:pt x="28547" y="6466"/>
                  </a:cubicBezTo>
                  <a:cubicBezTo>
                    <a:pt x="30814" y="5929"/>
                    <a:pt x="32903" y="5491"/>
                    <a:pt x="34932" y="5193"/>
                  </a:cubicBezTo>
                  <a:cubicBezTo>
                    <a:pt x="35350" y="5133"/>
                    <a:pt x="35808" y="5073"/>
                    <a:pt x="36245" y="5034"/>
                  </a:cubicBezTo>
                  <a:lnTo>
                    <a:pt x="36922" y="4954"/>
                  </a:lnTo>
                  <a:cubicBezTo>
                    <a:pt x="37339" y="4894"/>
                    <a:pt x="37797" y="4854"/>
                    <a:pt x="38234" y="4835"/>
                  </a:cubicBezTo>
                  <a:cubicBezTo>
                    <a:pt x="39468" y="4695"/>
                    <a:pt x="40562" y="4656"/>
                    <a:pt x="41576" y="4636"/>
                  </a:cubicBezTo>
                  <a:cubicBezTo>
                    <a:pt x="42810" y="4596"/>
                    <a:pt x="43904" y="4636"/>
                    <a:pt x="44958" y="4675"/>
                  </a:cubicBezTo>
                  <a:cubicBezTo>
                    <a:pt x="46092" y="4755"/>
                    <a:pt x="47246" y="4874"/>
                    <a:pt x="48340" y="5053"/>
                  </a:cubicBezTo>
                  <a:cubicBezTo>
                    <a:pt x="49414" y="5232"/>
                    <a:pt x="50548" y="5471"/>
                    <a:pt x="51702" y="5789"/>
                  </a:cubicBezTo>
                  <a:lnTo>
                    <a:pt x="52120" y="5929"/>
                  </a:lnTo>
                  <a:cubicBezTo>
                    <a:pt x="52279" y="5968"/>
                    <a:pt x="52398" y="6028"/>
                    <a:pt x="52517" y="6068"/>
                  </a:cubicBezTo>
                  <a:lnTo>
                    <a:pt x="53333" y="6346"/>
                  </a:lnTo>
                  <a:lnTo>
                    <a:pt x="54149" y="6645"/>
                  </a:lnTo>
                  <a:cubicBezTo>
                    <a:pt x="54328" y="6724"/>
                    <a:pt x="54507" y="6764"/>
                    <a:pt x="54686" y="6844"/>
                  </a:cubicBezTo>
                  <a:cubicBezTo>
                    <a:pt x="54785" y="6884"/>
                    <a:pt x="54885" y="6923"/>
                    <a:pt x="54984" y="6963"/>
                  </a:cubicBezTo>
                  <a:cubicBezTo>
                    <a:pt x="56098" y="7441"/>
                    <a:pt x="57172" y="7978"/>
                    <a:pt x="58127" y="8574"/>
                  </a:cubicBezTo>
                  <a:cubicBezTo>
                    <a:pt x="59162" y="9211"/>
                    <a:pt x="60156" y="9867"/>
                    <a:pt x="61151" y="10683"/>
                  </a:cubicBezTo>
                  <a:cubicBezTo>
                    <a:pt x="62245" y="11519"/>
                    <a:pt x="63279" y="12513"/>
                    <a:pt x="64075" y="13269"/>
                  </a:cubicBezTo>
                  <a:cubicBezTo>
                    <a:pt x="64513" y="13687"/>
                    <a:pt x="64950" y="14105"/>
                    <a:pt x="65368" y="14562"/>
                  </a:cubicBezTo>
                  <a:lnTo>
                    <a:pt x="65746" y="14920"/>
                  </a:lnTo>
                  <a:cubicBezTo>
                    <a:pt x="66164" y="15358"/>
                    <a:pt x="66601" y="15795"/>
                    <a:pt x="67039" y="16273"/>
                  </a:cubicBezTo>
                  <a:lnTo>
                    <a:pt x="67855" y="17168"/>
                  </a:lnTo>
                  <a:cubicBezTo>
                    <a:pt x="69605" y="19038"/>
                    <a:pt x="71396" y="20987"/>
                    <a:pt x="73365" y="22917"/>
                  </a:cubicBezTo>
                  <a:lnTo>
                    <a:pt x="74459" y="23952"/>
                  </a:lnTo>
                  <a:lnTo>
                    <a:pt x="75573" y="24966"/>
                  </a:lnTo>
                  <a:lnTo>
                    <a:pt x="76966" y="26140"/>
                  </a:lnTo>
                  <a:lnTo>
                    <a:pt x="78378" y="27234"/>
                  </a:lnTo>
                  <a:lnTo>
                    <a:pt x="79154" y="27791"/>
                  </a:lnTo>
                  <a:cubicBezTo>
                    <a:pt x="79373" y="27930"/>
                    <a:pt x="79591" y="28109"/>
                    <a:pt x="79810" y="28248"/>
                  </a:cubicBezTo>
                  <a:lnTo>
                    <a:pt x="80785" y="28905"/>
                  </a:lnTo>
                  <a:cubicBezTo>
                    <a:pt x="80845" y="28925"/>
                    <a:pt x="80904" y="28984"/>
                    <a:pt x="80964" y="29024"/>
                  </a:cubicBezTo>
                  <a:cubicBezTo>
                    <a:pt x="81063" y="29104"/>
                    <a:pt x="81163" y="29183"/>
                    <a:pt x="81262" y="29223"/>
                  </a:cubicBezTo>
                  <a:lnTo>
                    <a:pt x="81760" y="29521"/>
                  </a:lnTo>
                  <a:cubicBezTo>
                    <a:pt x="81859" y="29601"/>
                    <a:pt x="81978" y="29641"/>
                    <a:pt x="82078" y="29720"/>
                  </a:cubicBezTo>
                  <a:cubicBezTo>
                    <a:pt x="82277" y="29840"/>
                    <a:pt x="82496" y="29999"/>
                    <a:pt x="82734" y="30118"/>
                  </a:cubicBezTo>
                  <a:cubicBezTo>
                    <a:pt x="82874" y="30198"/>
                    <a:pt x="83033" y="30277"/>
                    <a:pt x="83152" y="30377"/>
                  </a:cubicBezTo>
                  <a:cubicBezTo>
                    <a:pt x="83649" y="30635"/>
                    <a:pt x="84167" y="30934"/>
                    <a:pt x="84664" y="31192"/>
                  </a:cubicBezTo>
                  <a:cubicBezTo>
                    <a:pt x="85838" y="31789"/>
                    <a:pt x="87071" y="32326"/>
                    <a:pt x="88563" y="32903"/>
                  </a:cubicBezTo>
                  <a:lnTo>
                    <a:pt x="89538" y="33261"/>
                  </a:lnTo>
                  <a:cubicBezTo>
                    <a:pt x="89757" y="33321"/>
                    <a:pt x="89955" y="33401"/>
                    <a:pt x="90154" y="33460"/>
                  </a:cubicBezTo>
                  <a:cubicBezTo>
                    <a:pt x="90254" y="33480"/>
                    <a:pt x="90393" y="33520"/>
                    <a:pt x="90493" y="33560"/>
                  </a:cubicBezTo>
                  <a:cubicBezTo>
                    <a:pt x="90990" y="33699"/>
                    <a:pt x="91487" y="33858"/>
                    <a:pt x="91945" y="33977"/>
                  </a:cubicBezTo>
                  <a:cubicBezTo>
                    <a:pt x="92104" y="34017"/>
                    <a:pt x="92243" y="34057"/>
                    <a:pt x="92402" y="34097"/>
                  </a:cubicBezTo>
                  <a:cubicBezTo>
                    <a:pt x="93894" y="34455"/>
                    <a:pt x="95108" y="34674"/>
                    <a:pt x="96202" y="34773"/>
                  </a:cubicBezTo>
                  <a:cubicBezTo>
                    <a:pt x="98529" y="35072"/>
                    <a:pt x="100936" y="35072"/>
                    <a:pt x="103542" y="34813"/>
                  </a:cubicBezTo>
                  <a:cubicBezTo>
                    <a:pt x="105810" y="34574"/>
                    <a:pt x="108177" y="34077"/>
                    <a:pt x="110544" y="33321"/>
                  </a:cubicBezTo>
                  <a:cubicBezTo>
                    <a:pt x="112892" y="32565"/>
                    <a:pt x="115159" y="31610"/>
                    <a:pt x="117248" y="30516"/>
                  </a:cubicBezTo>
                  <a:lnTo>
                    <a:pt x="118064" y="30098"/>
                  </a:lnTo>
                  <a:lnTo>
                    <a:pt x="118879" y="29641"/>
                  </a:lnTo>
                  <a:cubicBezTo>
                    <a:pt x="119277" y="29422"/>
                    <a:pt x="119655" y="29203"/>
                    <a:pt x="120033" y="28984"/>
                  </a:cubicBezTo>
                  <a:cubicBezTo>
                    <a:pt x="120172" y="28885"/>
                    <a:pt x="120332" y="28785"/>
                    <a:pt x="120491" y="28706"/>
                  </a:cubicBezTo>
                  <a:cubicBezTo>
                    <a:pt x="120670" y="28587"/>
                    <a:pt x="120869" y="28487"/>
                    <a:pt x="121068" y="28348"/>
                  </a:cubicBezTo>
                  <a:cubicBezTo>
                    <a:pt x="121426" y="28149"/>
                    <a:pt x="121764" y="27930"/>
                    <a:pt x="122102" y="27711"/>
                  </a:cubicBezTo>
                  <a:lnTo>
                    <a:pt x="123654" y="26657"/>
                  </a:lnTo>
                  <a:cubicBezTo>
                    <a:pt x="124051" y="26418"/>
                    <a:pt x="124429" y="26140"/>
                    <a:pt x="124807" y="25861"/>
                  </a:cubicBezTo>
                  <a:cubicBezTo>
                    <a:pt x="124947" y="25762"/>
                    <a:pt x="125086" y="25662"/>
                    <a:pt x="125225" y="25563"/>
                  </a:cubicBezTo>
                  <a:cubicBezTo>
                    <a:pt x="125404" y="25443"/>
                    <a:pt x="125603" y="25304"/>
                    <a:pt x="125782" y="25165"/>
                  </a:cubicBezTo>
                  <a:cubicBezTo>
                    <a:pt x="126100" y="24926"/>
                    <a:pt x="126439" y="24707"/>
                    <a:pt x="126777" y="24449"/>
                  </a:cubicBezTo>
                  <a:cubicBezTo>
                    <a:pt x="127035" y="24250"/>
                    <a:pt x="127294" y="24051"/>
                    <a:pt x="127572" y="23852"/>
                  </a:cubicBezTo>
                  <a:cubicBezTo>
                    <a:pt x="128309" y="23275"/>
                    <a:pt x="129104" y="22718"/>
                    <a:pt x="129860" y="22121"/>
                  </a:cubicBezTo>
                  <a:cubicBezTo>
                    <a:pt x="131054" y="21186"/>
                    <a:pt x="132267" y="20232"/>
                    <a:pt x="133461" y="19297"/>
                  </a:cubicBezTo>
                  <a:cubicBezTo>
                    <a:pt x="134336" y="18640"/>
                    <a:pt x="135172" y="17944"/>
                    <a:pt x="136047" y="17248"/>
                  </a:cubicBezTo>
                  <a:cubicBezTo>
                    <a:pt x="136365" y="16989"/>
                    <a:pt x="136663" y="16750"/>
                    <a:pt x="136982" y="16492"/>
                  </a:cubicBezTo>
                  <a:cubicBezTo>
                    <a:pt x="137718" y="15915"/>
                    <a:pt x="138434" y="15358"/>
                    <a:pt x="139170" y="14781"/>
                  </a:cubicBezTo>
                  <a:lnTo>
                    <a:pt x="140741" y="13567"/>
                  </a:lnTo>
                  <a:lnTo>
                    <a:pt x="142333" y="12374"/>
                  </a:lnTo>
                  <a:cubicBezTo>
                    <a:pt x="142432" y="12294"/>
                    <a:pt x="142532" y="12215"/>
                    <a:pt x="142611" y="12135"/>
                  </a:cubicBezTo>
                  <a:cubicBezTo>
                    <a:pt x="142790" y="12016"/>
                    <a:pt x="142950" y="11877"/>
                    <a:pt x="143129" y="11737"/>
                  </a:cubicBezTo>
                  <a:lnTo>
                    <a:pt x="143924" y="11180"/>
                  </a:lnTo>
                  <a:cubicBezTo>
                    <a:pt x="144123" y="11021"/>
                    <a:pt x="144322" y="10902"/>
                    <a:pt x="144501" y="10743"/>
                  </a:cubicBezTo>
                  <a:cubicBezTo>
                    <a:pt x="144839" y="10504"/>
                    <a:pt x="145178" y="10245"/>
                    <a:pt x="145516" y="10007"/>
                  </a:cubicBezTo>
                  <a:lnTo>
                    <a:pt x="147127" y="8893"/>
                  </a:lnTo>
                  <a:cubicBezTo>
                    <a:pt x="147226" y="8813"/>
                    <a:pt x="147326" y="8753"/>
                    <a:pt x="147425" y="8694"/>
                  </a:cubicBezTo>
                  <a:cubicBezTo>
                    <a:pt x="147604" y="8555"/>
                    <a:pt x="147783" y="8435"/>
                    <a:pt x="147963" y="8336"/>
                  </a:cubicBezTo>
                  <a:lnTo>
                    <a:pt x="148778" y="7818"/>
                  </a:lnTo>
                  <a:cubicBezTo>
                    <a:pt x="148977" y="7699"/>
                    <a:pt x="149176" y="7560"/>
                    <a:pt x="149375" y="7421"/>
                  </a:cubicBezTo>
                  <a:lnTo>
                    <a:pt x="150409" y="6744"/>
                  </a:lnTo>
                  <a:lnTo>
                    <a:pt x="152080" y="5750"/>
                  </a:lnTo>
                  <a:cubicBezTo>
                    <a:pt x="152180" y="5710"/>
                    <a:pt x="152279" y="5630"/>
                    <a:pt x="152379" y="5571"/>
                  </a:cubicBezTo>
                  <a:cubicBezTo>
                    <a:pt x="152558" y="5471"/>
                    <a:pt x="152737" y="5352"/>
                    <a:pt x="152936" y="5252"/>
                  </a:cubicBezTo>
                  <a:lnTo>
                    <a:pt x="153771" y="4815"/>
                  </a:lnTo>
                  <a:cubicBezTo>
                    <a:pt x="153970" y="4715"/>
                    <a:pt x="154189" y="4576"/>
                    <a:pt x="154388" y="4477"/>
                  </a:cubicBezTo>
                  <a:cubicBezTo>
                    <a:pt x="154746" y="4278"/>
                    <a:pt x="155124" y="4079"/>
                    <a:pt x="155462" y="3920"/>
                  </a:cubicBezTo>
                  <a:lnTo>
                    <a:pt x="157173" y="3084"/>
                  </a:lnTo>
                  <a:lnTo>
                    <a:pt x="157471" y="2945"/>
                  </a:lnTo>
                  <a:cubicBezTo>
                    <a:pt x="157650" y="2845"/>
                    <a:pt x="157849" y="2766"/>
                    <a:pt x="158028" y="2686"/>
                  </a:cubicBezTo>
                  <a:lnTo>
                    <a:pt x="158864" y="2328"/>
                  </a:lnTo>
                  <a:cubicBezTo>
                    <a:pt x="160017" y="1851"/>
                    <a:pt x="161171" y="1433"/>
                    <a:pt x="162305" y="1075"/>
                  </a:cubicBezTo>
                  <a:cubicBezTo>
                    <a:pt x="164712" y="359"/>
                    <a:pt x="166980" y="1"/>
                    <a:pt x="169009" y="80"/>
                  </a:cubicBezTo>
                  <a:cubicBezTo>
                    <a:pt x="170123" y="100"/>
                    <a:pt x="171197" y="259"/>
                    <a:pt x="172192" y="538"/>
                  </a:cubicBezTo>
                  <a:cubicBezTo>
                    <a:pt x="173286" y="856"/>
                    <a:pt x="174281" y="1254"/>
                    <a:pt x="175255" y="1751"/>
                  </a:cubicBezTo>
                  <a:cubicBezTo>
                    <a:pt x="176349" y="2328"/>
                    <a:pt x="177324" y="2945"/>
                    <a:pt x="178279" y="3621"/>
                  </a:cubicBezTo>
                  <a:cubicBezTo>
                    <a:pt x="179274" y="4317"/>
                    <a:pt x="180268" y="5073"/>
                    <a:pt x="181323" y="5929"/>
                  </a:cubicBezTo>
                  <a:cubicBezTo>
                    <a:pt x="181720" y="6247"/>
                    <a:pt x="182098" y="6565"/>
                    <a:pt x="182496" y="6903"/>
                  </a:cubicBezTo>
                  <a:cubicBezTo>
                    <a:pt x="183113" y="7421"/>
                    <a:pt x="183769" y="7938"/>
                    <a:pt x="184406" y="8455"/>
                  </a:cubicBezTo>
                  <a:cubicBezTo>
                    <a:pt x="184665" y="8694"/>
                    <a:pt x="184923" y="8893"/>
                    <a:pt x="185202" y="9112"/>
                  </a:cubicBezTo>
                  <a:lnTo>
                    <a:pt x="186296" y="9987"/>
                  </a:lnTo>
                  <a:cubicBezTo>
                    <a:pt x="186753" y="10305"/>
                    <a:pt x="187191" y="10643"/>
                    <a:pt x="187648" y="10981"/>
                  </a:cubicBezTo>
                  <a:cubicBezTo>
                    <a:pt x="188066" y="11300"/>
                    <a:pt x="188504" y="11598"/>
                    <a:pt x="188961" y="11877"/>
                  </a:cubicBezTo>
                  <a:cubicBezTo>
                    <a:pt x="189081" y="11936"/>
                    <a:pt x="189240" y="12036"/>
                    <a:pt x="189359" y="12115"/>
                  </a:cubicBezTo>
                  <a:lnTo>
                    <a:pt x="190254" y="12633"/>
                  </a:lnTo>
                  <a:cubicBezTo>
                    <a:pt x="190533" y="12812"/>
                    <a:pt x="190831" y="12971"/>
                    <a:pt x="191150" y="13130"/>
                  </a:cubicBezTo>
                  <a:cubicBezTo>
                    <a:pt x="191249" y="13190"/>
                    <a:pt x="191348" y="13229"/>
                    <a:pt x="191468" y="13309"/>
                  </a:cubicBezTo>
                  <a:lnTo>
                    <a:pt x="192065" y="13607"/>
                  </a:lnTo>
                  <a:lnTo>
                    <a:pt x="192980" y="14025"/>
                  </a:lnTo>
                  <a:cubicBezTo>
                    <a:pt x="193179" y="14124"/>
                    <a:pt x="193378" y="14204"/>
                    <a:pt x="193576" y="14284"/>
                  </a:cubicBezTo>
                  <a:cubicBezTo>
                    <a:pt x="193676" y="14323"/>
                    <a:pt x="193775" y="14363"/>
                    <a:pt x="193915" y="14403"/>
                  </a:cubicBezTo>
                  <a:lnTo>
                    <a:pt x="194372" y="14582"/>
                  </a:lnTo>
                  <a:lnTo>
                    <a:pt x="194850" y="14721"/>
                  </a:lnTo>
                  <a:cubicBezTo>
                    <a:pt x="199803" y="16412"/>
                    <a:pt x="205234" y="16352"/>
                    <a:pt x="210624" y="14463"/>
                  </a:cubicBezTo>
                  <a:lnTo>
                    <a:pt x="210624" y="14681"/>
                  </a:lnTo>
                  <a:cubicBezTo>
                    <a:pt x="205214" y="16591"/>
                    <a:pt x="199763" y="16671"/>
                    <a:pt x="194790" y="14960"/>
                  </a:cubicBezTo>
                  <a:lnTo>
                    <a:pt x="194332" y="14801"/>
                  </a:lnTo>
                  <a:lnTo>
                    <a:pt x="193855" y="14622"/>
                  </a:lnTo>
                  <a:cubicBezTo>
                    <a:pt x="193755" y="14582"/>
                    <a:pt x="193656" y="14562"/>
                    <a:pt x="193537" y="14502"/>
                  </a:cubicBezTo>
                  <a:cubicBezTo>
                    <a:pt x="193338" y="14423"/>
                    <a:pt x="193139" y="14363"/>
                    <a:pt x="192920" y="14264"/>
                  </a:cubicBezTo>
                  <a:lnTo>
                    <a:pt x="191985" y="13826"/>
                  </a:lnTo>
                  <a:lnTo>
                    <a:pt x="191388" y="13528"/>
                  </a:lnTo>
                  <a:cubicBezTo>
                    <a:pt x="191289" y="13488"/>
                    <a:pt x="191189" y="13428"/>
                    <a:pt x="191090" y="13369"/>
                  </a:cubicBezTo>
                  <a:cubicBezTo>
                    <a:pt x="190772" y="13190"/>
                    <a:pt x="190473" y="13030"/>
                    <a:pt x="190195" y="12871"/>
                  </a:cubicBezTo>
                  <a:lnTo>
                    <a:pt x="189300" y="12334"/>
                  </a:lnTo>
                  <a:cubicBezTo>
                    <a:pt x="189180" y="12235"/>
                    <a:pt x="189021" y="12175"/>
                    <a:pt x="188902" y="12095"/>
                  </a:cubicBezTo>
                  <a:cubicBezTo>
                    <a:pt x="188464" y="11797"/>
                    <a:pt x="188006" y="11499"/>
                    <a:pt x="187589" y="11200"/>
                  </a:cubicBezTo>
                  <a:cubicBezTo>
                    <a:pt x="187111" y="10882"/>
                    <a:pt x="186674" y="10524"/>
                    <a:pt x="186236" y="10206"/>
                  </a:cubicBezTo>
                  <a:lnTo>
                    <a:pt x="185938" y="9987"/>
                  </a:lnTo>
                  <a:lnTo>
                    <a:pt x="185142" y="9330"/>
                  </a:lnTo>
                  <a:cubicBezTo>
                    <a:pt x="184883" y="9112"/>
                    <a:pt x="184625" y="8913"/>
                    <a:pt x="184346" y="8694"/>
                  </a:cubicBezTo>
                  <a:cubicBezTo>
                    <a:pt x="183710" y="8157"/>
                    <a:pt x="183053" y="7620"/>
                    <a:pt x="182437" y="7122"/>
                  </a:cubicBezTo>
                  <a:cubicBezTo>
                    <a:pt x="182039" y="6804"/>
                    <a:pt x="181641" y="6466"/>
                    <a:pt x="181263" y="6148"/>
                  </a:cubicBezTo>
                  <a:cubicBezTo>
                    <a:pt x="180228" y="5312"/>
                    <a:pt x="179234" y="4556"/>
                    <a:pt x="178259" y="3840"/>
                  </a:cubicBezTo>
                  <a:cubicBezTo>
                    <a:pt x="177324" y="3164"/>
                    <a:pt x="176329" y="2547"/>
                    <a:pt x="175255" y="1970"/>
                  </a:cubicBezTo>
                  <a:cubicBezTo>
                    <a:pt x="174281" y="1473"/>
                    <a:pt x="173286" y="1075"/>
                    <a:pt x="172212" y="776"/>
                  </a:cubicBezTo>
                  <a:cubicBezTo>
                    <a:pt x="171217" y="498"/>
                    <a:pt x="170183" y="359"/>
                    <a:pt x="169069" y="339"/>
                  </a:cubicBezTo>
                  <a:cubicBezTo>
                    <a:pt x="167020" y="259"/>
                    <a:pt x="164752" y="597"/>
                    <a:pt x="162365" y="1333"/>
                  </a:cubicBezTo>
                  <a:cubicBezTo>
                    <a:pt x="161251" y="1652"/>
                    <a:pt x="160117" y="2069"/>
                    <a:pt x="158963" y="2567"/>
                  </a:cubicBezTo>
                  <a:lnTo>
                    <a:pt x="158128" y="2945"/>
                  </a:lnTo>
                  <a:cubicBezTo>
                    <a:pt x="157949" y="3024"/>
                    <a:pt x="157750" y="3124"/>
                    <a:pt x="157571" y="3183"/>
                  </a:cubicBezTo>
                  <a:lnTo>
                    <a:pt x="157272" y="3343"/>
                  </a:lnTo>
                  <a:lnTo>
                    <a:pt x="155562" y="4158"/>
                  </a:lnTo>
                  <a:cubicBezTo>
                    <a:pt x="155203" y="4337"/>
                    <a:pt x="154845" y="4536"/>
                    <a:pt x="154487" y="4735"/>
                  </a:cubicBezTo>
                  <a:cubicBezTo>
                    <a:pt x="154288" y="4854"/>
                    <a:pt x="154070" y="4954"/>
                    <a:pt x="153871" y="5073"/>
                  </a:cubicBezTo>
                  <a:lnTo>
                    <a:pt x="152975" y="5392"/>
                  </a:lnTo>
                  <a:cubicBezTo>
                    <a:pt x="152796" y="5511"/>
                    <a:pt x="152597" y="5591"/>
                    <a:pt x="152438" y="5730"/>
                  </a:cubicBezTo>
                  <a:cubicBezTo>
                    <a:pt x="152339" y="5770"/>
                    <a:pt x="152239" y="5849"/>
                    <a:pt x="152140" y="5889"/>
                  </a:cubicBezTo>
                  <a:lnTo>
                    <a:pt x="150469" y="6903"/>
                  </a:lnTo>
                  <a:lnTo>
                    <a:pt x="149415" y="7560"/>
                  </a:lnTo>
                  <a:cubicBezTo>
                    <a:pt x="149216" y="7699"/>
                    <a:pt x="149017" y="7818"/>
                    <a:pt x="148818" y="7958"/>
                  </a:cubicBezTo>
                  <a:lnTo>
                    <a:pt x="148002" y="8495"/>
                  </a:lnTo>
                  <a:cubicBezTo>
                    <a:pt x="147823" y="8614"/>
                    <a:pt x="147664" y="8734"/>
                    <a:pt x="147485" y="8833"/>
                  </a:cubicBezTo>
                  <a:cubicBezTo>
                    <a:pt x="147386" y="8913"/>
                    <a:pt x="147286" y="8952"/>
                    <a:pt x="147187" y="9032"/>
                  </a:cubicBezTo>
                  <a:lnTo>
                    <a:pt x="145575" y="10146"/>
                  </a:lnTo>
                  <a:cubicBezTo>
                    <a:pt x="145217" y="10405"/>
                    <a:pt x="144899" y="10643"/>
                    <a:pt x="144541" y="10902"/>
                  </a:cubicBezTo>
                  <a:cubicBezTo>
                    <a:pt x="144342" y="11041"/>
                    <a:pt x="144143" y="11180"/>
                    <a:pt x="143964" y="11320"/>
                  </a:cubicBezTo>
                  <a:lnTo>
                    <a:pt x="143188" y="11897"/>
                  </a:lnTo>
                  <a:lnTo>
                    <a:pt x="142651" y="12274"/>
                  </a:lnTo>
                  <a:cubicBezTo>
                    <a:pt x="142552" y="12334"/>
                    <a:pt x="142452" y="12414"/>
                    <a:pt x="142373" y="12493"/>
                  </a:cubicBezTo>
                  <a:lnTo>
                    <a:pt x="140781" y="13687"/>
                  </a:lnTo>
                  <a:lnTo>
                    <a:pt x="139230" y="14900"/>
                  </a:lnTo>
                  <a:cubicBezTo>
                    <a:pt x="138494" y="15477"/>
                    <a:pt x="137758" y="16054"/>
                    <a:pt x="137041" y="16611"/>
                  </a:cubicBezTo>
                  <a:cubicBezTo>
                    <a:pt x="136703" y="16870"/>
                    <a:pt x="136405" y="17108"/>
                    <a:pt x="136087" y="17367"/>
                  </a:cubicBezTo>
                  <a:cubicBezTo>
                    <a:pt x="135211" y="18063"/>
                    <a:pt x="134376" y="18740"/>
                    <a:pt x="133501" y="19436"/>
                  </a:cubicBezTo>
                  <a:cubicBezTo>
                    <a:pt x="132327" y="20351"/>
                    <a:pt x="131113" y="21326"/>
                    <a:pt x="129900" y="22241"/>
                  </a:cubicBezTo>
                  <a:cubicBezTo>
                    <a:pt x="129124" y="22838"/>
                    <a:pt x="128348" y="23414"/>
                    <a:pt x="127612" y="23971"/>
                  </a:cubicBezTo>
                  <a:cubicBezTo>
                    <a:pt x="127334" y="24170"/>
                    <a:pt x="127095" y="24369"/>
                    <a:pt x="126817" y="24568"/>
                  </a:cubicBezTo>
                  <a:cubicBezTo>
                    <a:pt x="126498" y="24827"/>
                    <a:pt x="126140" y="25065"/>
                    <a:pt x="125822" y="25304"/>
                  </a:cubicBezTo>
                  <a:cubicBezTo>
                    <a:pt x="125643" y="25424"/>
                    <a:pt x="125444" y="25563"/>
                    <a:pt x="125265" y="25702"/>
                  </a:cubicBezTo>
                  <a:cubicBezTo>
                    <a:pt x="125126" y="25802"/>
                    <a:pt x="125006" y="25901"/>
                    <a:pt x="124847" y="26000"/>
                  </a:cubicBezTo>
                  <a:cubicBezTo>
                    <a:pt x="124469" y="26259"/>
                    <a:pt x="124071" y="26538"/>
                    <a:pt x="123713" y="26796"/>
                  </a:cubicBezTo>
                  <a:lnTo>
                    <a:pt x="122142" y="27831"/>
                  </a:lnTo>
                  <a:cubicBezTo>
                    <a:pt x="121784" y="28049"/>
                    <a:pt x="121446" y="28288"/>
                    <a:pt x="121127" y="28487"/>
                  </a:cubicBezTo>
                  <a:cubicBezTo>
                    <a:pt x="120928" y="28606"/>
                    <a:pt x="120749" y="28706"/>
                    <a:pt x="120550" y="28825"/>
                  </a:cubicBezTo>
                  <a:cubicBezTo>
                    <a:pt x="120391" y="28925"/>
                    <a:pt x="120252" y="29024"/>
                    <a:pt x="120073" y="29104"/>
                  </a:cubicBezTo>
                  <a:cubicBezTo>
                    <a:pt x="119695" y="29323"/>
                    <a:pt x="119337" y="29581"/>
                    <a:pt x="118939" y="29780"/>
                  </a:cubicBezTo>
                  <a:lnTo>
                    <a:pt x="118104" y="30218"/>
                  </a:lnTo>
                  <a:lnTo>
                    <a:pt x="117288" y="30635"/>
                  </a:lnTo>
                  <a:cubicBezTo>
                    <a:pt x="115179" y="31730"/>
                    <a:pt x="112912" y="32684"/>
                    <a:pt x="110584" y="33460"/>
                  </a:cubicBezTo>
                  <a:cubicBezTo>
                    <a:pt x="108197" y="34196"/>
                    <a:pt x="105830" y="34694"/>
                    <a:pt x="103562" y="34952"/>
                  </a:cubicBezTo>
                  <a:cubicBezTo>
                    <a:pt x="102368" y="35111"/>
                    <a:pt x="101215" y="35171"/>
                    <a:pt x="100061" y="3517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4" name="Google Shape;868;p15"/>
            <p:cNvSpPr/>
            <p:nvPr/>
          </p:nvSpPr>
          <p:spPr>
            <a:xfrm rot="19785000">
              <a:off x="3671280" y="6017400"/>
              <a:ext cx="264240" cy="213840"/>
            </a:xfrm>
            <a:custGeom>
              <a:avLst/>
              <a:gdLst>
                <a:gd name="textAreaLeft" fmla="*/ 0 w 264240"/>
                <a:gd name="textAreaRight" fmla="*/ 264600 w 264240"/>
                <a:gd name="textAreaTop" fmla="*/ 0 h 213840"/>
                <a:gd name="textAreaBottom" fmla="*/ 214200 h 213840"/>
              </a:gdLst>
              <a:ahLst/>
              <a:cxnLst/>
              <a:rect l="textAreaLeft" t="textAreaTop" r="textAreaRight" b="textAreaBottom"/>
              <a:pathLst>
                <a:path w="6366" h="5153">
                  <a:moveTo>
                    <a:pt x="3084" y="5153"/>
                  </a:moveTo>
                  <a:cubicBezTo>
                    <a:pt x="3004" y="5153"/>
                    <a:pt x="2944" y="5093"/>
                    <a:pt x="2885" y="5033"/>
                  </a:cubicBezTo>
                  <a:lnTo>
                    <a:pt x="0" y="1274"/>
                  </a:lnTo>
                  <a:lnTo>
                    <a:pt x="1731" y="617"/>
                  </a:lnTo>
                  <a:lnTo>
                    <a:pt x="3501" y="1"/>
                  </a:lnTo>
                  <a:lnTo>
                    <a:pt x="6286" y="3800"/>
                  </a:lnTo>
                  <a:cubicBezTo>
                    <a:pt x="6366" y="3899"/>
                    <a:pt x="6346" y="3999"/>
                    <a:pt x="6267" y="4039"/>
                  </a:cubicBezTo>
                  <a:cubicBezTo>
                    <a:pt x="6187" y="4059"/>
                    <a:pt x="6068" y="3999"/>
                    <a:pt x="5988" y="3899"/>
                  </a:cubicBezTo>
                  <a:lnTo>
                    <a:pt x="3462" y="418"/>
                  </a:lnTo>
                  <a:lnTo>
                    <a:pt x="1990" y="955"/>
                  </a:lnTo>
                  <a:lnTo>
                    <a:pt x="537" y="1473"/>
                  </a:lnTo>
                  <a:lnTo>
                    <a:pt x="3183" y="4894"/>
                  </a:lnTo>
                  <a:cubicBezTo>
                    <a:pt x="3263" y="4994"/>
                    <a:pt x="3223" y="5093"/>
                    <a:pt x="3163" y="5133"/>
                  </a:cubicBezTo>
                  <a:cubicBezTo>
                    <a:pt x="3123" y="5153"/>
                    <a:pt x="3104" y="5153"/>
                    <a:pt x="3084" y="515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5" name="Google Shape;869;p15"/>
            <p:cNvSpPr/>
            <p:nvPr/>
          </p:nvSpPr>
          <p:spPr>
            <a:xfrm rot="19785000">
              <a:off x="3787920" y="6196680"/>
              <a:ext cx="86400" cy="72360"/>
            </a:xfrm>
            <a:custGeom>
              <a:avLst/>
              <a:gdLst>
                <a:gd name="textAreaLeft" fmla="*/ 0 w 86400"/>
                <a:gd name="textAreaRight" fmla="*/ 86760 w 86400"/>
                <a:gd name="textAreaTop" fmla="*/ 0 h 72360"/>
                <a:gd name="textAreaBottom" fmla="*/ 72720 h 72360"/>
              </a:gdLst>
              <a:ahLst/>
              <a:cxnLst/>
              <a:rect l="textAreaLeft" t="textAreaTop" r="textAreaRight" b="textAreaBottom"/>
              <a:pathLst>
                <a:path w="2090" h="1751">
                  <a:moveTo>
                    <a:pt x="1791" y="597"/>
                  </a:moveTo>
                  <a:cubicBezTo>
                    <a:pt x="2090" y="995"/>
                    <a:pt x="2010" y="1453"/>
                    <a:pt x="1592" y="1592"/>
                  </a:cubicBezTo>
                  <a:cubicBezTo>
                    <a:pt x="1194" y="1751"/>
                    <a:pt x="598" y="1552"/>
                    <a:pt x="299" y="1154"/>
                  </a:cubicBezTo>
                  <a:cubicBezTo>
                    <a:pt x="1" y="756"/>
                    <a:pt x="80" y="299"/>
                    <a:pt x="478" y="159"/>
                  </a:cubicBezTo>
                  <a:cubicBezTo>
                    <a:pt x="896" y="0"/>
                    <a:pt x="1493" y="199"/>
                    <a:pt x="1791" y="597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360" bIns="36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6" name="Google Shape;870;p15"/>
            <p:cNvSpPr/>
            <p:nvPr/>
          </p:nvSpPr>
          <p:spPr>
            <a:xfrm rot="19785000">
              <a:off x="3875400" y="6091920"/>
              <a:ext cx="87480" cy="73440"/>
            </a:xfrm>
            <a:custGeom>
              <a:avLst/>
              <a:gdLst>
                <a:gd name="textAreaLeft" fmla="*/ 0 w 87480"/>
                <a:gd name="textAreaRight" fmla="*/ 87840 w 87480"/>
                <a:gd name="textAreaTop" fmla="*/ 0 h 73440"/>
                <a:gd name="textAreaBottom" fmla="*/ 73800 h 73440"/>
              </a:gdLst>
              <a:ahLst/>
              <a:cxnLst/>
              <a:rect l="textAreaLeft" t="textAreaTop" r="textAreaRight" b="textAreaBottom"/>
              <a:pathLst>
                <a:path w="2109" h="1771">
                  <a:moveTo>
                    <a:pt x="1810" y="617"/>
                  </a:moveTo>
                  <a:cubicBezTo>
                    <a:pt x="2109" y="1015"/>
                    <a:pt x="2009" y="1472"/>
                    <a:pt x="1592" y="1612"/>
                  </a:cubicBezTo>
                  <a:cubicBezTo>
                    <a:pt x="1174" y="1771"/>
                    <a:pt x="597" y="1532"/>
                    <a:pt x="299" y="1154"/>
                  </a:cubicBezTo>
                  <a:cubicBezTo>
                    <a:pt x="0" y="736"/>
                    <a:pt x="100" y="299"/>
                    <a:pt x="517" y="140"/>
                  </a:cubicBezTo>
                  <a:cubicBezTo>
                    <a:pt x="935" y="0"/>
                    <a:pt x="1512" y="199"/>
                    <a:pt x="1810" y="617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720" bIns="36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7" name="Google Shape;871;p15"/>
            <p:cNvSpPr/>
            <p:nvPr/>
          </p:nvSpPr>
          <p:spPr>
            <a:xfrm rot="19785000">
              <a:off x="3871440" y="5786640"/>
              <a:ext cx="120600" cy="165960"/>
            </a:xfrm>
            <a:custGeom>
              <a:avLst/>
              <a:gdLst>
                <a:gd name="textAreaLeft" fmla="*/ 0 w 120600"/>
                <a:gd name="textAreaRight" fmla="*/ 120960 w 120600"/>
                <a:gd name="textAreaTop" fmla="*/ 0 h 165960"/>
                <a:gd name="textAreaBottom" fmla="*/ 166320 h 165960"/>
              </a:gdLst>
              <a:ahLst/>
              <a:cxnLst/>
              <a:rect l="textAreaLeft" t="textAreaTop" r="textAreaRight" b="textAreaBottom"/>
              <a:pathLst>
                <a:path w="2906" h="4000">
                  <a:moveTo>
                    <a:pt x="2746" y="3979"/>
                  </a:moveTo>
                  <a:cubicBezTo>
                    <a:pt x="2667" y="3979"/>
                    <a:pt x="2567" y="3939"/>
                    <a:pt x="2507" y="3860"/>
                  </a:cubicBezTo>
                  <a:lnTo>
                    <a:pt x="1" y="80"/>
                  </a:lnTo>
                  <a:lnTo>
                    <a:pt x="200" y="60"/>
                  </a:lnTo>
                  <a:cubicBezTo>
                    <a:pt x="200" y="60"/>
                    <a:pt x="299" y="20"/>
                    <a:pt x="478" y="20"/>
                  </a:cubicBezTo>
                  <a:cubicBezTo>
                    <a:pt x="697" y="1"/>
                    <a:pt x="916" y="1"/>
                    <a:pt x="1155" y="20"/>
                  </a:cubicBezTo>
                  <a:cubicBezTo>
                    <a:pt x="1871" y="100"/>
                    <a:pt x="2408" y="398"/>
                    <a:pt x="2706" y="896"/>
                  </a:cubicBezTo>
                  <a:cubicBezTo>
                    <a:pt x="2766" y="995"/>
                    <a:pt x="2766" y="1095"/>
                    <a:pt x="2667" y="1115"/>
                  </a:cubicBezTo>
                  <a:cubicBezTo>
                    <a:pt x="2587" y="1154"/>
                    <a:pt x="2468" y="1095"/>
                    <a:pt x="2388" y="995"/>
                  </a:cubicBezTo>
                  <a:cubicBezTo>
                    <a:pt x="2169" y="657"/>
                    <a:pt x="1771" y="458"/>
                    <a:pt x="1214" y="398"/>
                  </a:cubicBezTo>
                  <a:cubicBezTo>
                    <a:pt x="1055" y="379"/>
                    <a:pt x="856" y="379"/>
                    <a:pt x="618" y="398"/>
                  </a:cubicBezTo>
                  <a:lnTo>
                    <a:pt x="578" y="398"/>
                  </a:lnTo>
                  <a:lnTo>
                    <a:pt x="2846" y="3780"/>
                  </a:lnTo>
                  <a:cubicBezTo>
                    <a:pt x="2905" y="3880"/>
                    <a:pt x="2885" y="3979"/>
                    <a:pt x="2786" y="3999"/>
                  </a:cubicBezTo>
                  <a:cubicBezTo>
                    <a:pt x="2766" y="3979"/>
                    <a:pt x="2766" y="3979"/>
                    <a:pt x="2746" y="3979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3160" bIns="831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8" name="Google Shape;872;p15"/>
            <p:cNvSpPr/>
            <p:nvPr/>
          </p:nvSpPr>
          <p:spPr>
            <a:xfrm rot="19785000">
              <a:off x="3946320" y="5891760"/>
              <a:ext cx="94680" cy="78120"/>
            </a:xfrm>
            <a:custGeom>
              <a:avLst/>
              <a:gdLst>
                <a:gd name="textAreaLeft" fmla="*/ 0 w 94680"/>
                <a:gd name="textAreaRight" fmla="*/ 95040 w 94680"/>
                <a:gd name="textAreaTop" fmla="*/ 0 h 78120"/>
                <a:gd name="textAreaBottom" fmla="*/ 78480 h 78120"/>
              </a:gdLst>
              <a:ahLst/>
              <a:cxnLst/>
              <a:rect l="textAreaLeft" t="textAreaTop" r="textAreaRight" b="textAreaBottom"/>
              <a:pathLst>
                <a:path w="2289" h="1891">
                  <a:moveTo>
                    <a:pt x="1990" y="677"/>
                  </a:moveTo>
                  <a:cubicBezTo>
                    <a:pt x="2288" y="1115"/>
                    <a:pt x="2129" y="1592"/>
                    <a:pt x="1651" y="1751"/>
                  </a:cubicBezTo>
                  <a:cubicBezTo>
                    <a:pt x="1194" y="1891"/>
                    <a:pt x="597" y="1652"/>
                    <a:pt x="299" y="1214"/>
                  </a:cubicBezTo>
                  <a:cubicBezTo>
                    <a:pt x="0" y="777"/>
                    <a:pt x="140" y="299"/>
                    <a:pt x="617" y="180"/>
                  </a:cubicBezTo>
                  <a:cubicBezTo>
                    <a:pt x="1094" y="1"/>
                    <a:pt x="1711" y="220"/>
                    <a:pt x="1990" y="677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9240" bIns="39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9" name="Google Shape;873;p15"/>
            <p:cNvSpPr/>
            <p:nvPr/>
          </p:nvSpPr>
          <p:spPr>
            <a:xfrm rot="19785000">
              <a:off x="4651560" y="4919760"/>
              <a:ext cx="112320" cy="188280"/>
            </a:xfrm>
            <a:custGeom>
              <a:avLst/>
              <a:gdLst>
                <a:gd name="textAreaLeft" fmla="*/ 0 w 112320"/>
                <a:gd name="textAreaRight" fmla="*/ 112680 w 112320"/>
                <a:gd name="textAreaTop" fmla="*/ 0 h 188280"/>
                <a:gd name="textAreaBottom" fmla="*/ 188640 h 188280"/>
              </a:gdLst>
              <a:ahLst/>
              <a:cxnLst/>
              <a:rect l="textAreaLeft" t="textAreaTop" r="textAreaRight" b="textAreaBottom"/>
              <a:pathLst>
                <a:path w="2706" h="4536">
                  <a:moveTo>
                    <a:pt x="1174" y="4536"/>
                  </a:moveTo>
                  <a:lnTo>
                    <a:pt x="1174" y="4536"/>
                  </a:lnTo>
                  <a:cubicBezTo>
                    <a:pt x="1055" y="4536"/>
                    <a:pt x="955" y="4436"/>
                    <a:pt x="936" y="4337"/>
                  </a:cubicBezTo>
                  <a:lnTo>
                    <a:pt x="1" y="0"/>
                  </a:lnTo>
                  <a:lnTo>
                    <a:pt x="200" y="40"/>
                  </a:lnTo>
                  <a:cubicBezTo>
                    <a:pt x="239" y="40"/>
                    <a:pt x="757" y="100"/>
                    <a:pt x="1314" y="299"/>
                  </a:cubicBezTo>
                  <a:cubicBezTo>
                    <a:pt x="2308" y="696"/>
                    <a:pt x="2607" y="1253"/>
                    <a:pt x="2666" y="1651"/>
                  </a:cubicBezTo>
                  <a:cubicBezTo>
                    <a:pt x="2706" y="1751"/>
                    <a:pt x="2626" y="1850"/>
                    <a:pt x="2527" y="1830"/>
                  </a:cubicBezTo>
                  <a:cubicBezTo>
                    <a:pt x="2428" y="1830"/>
                    <a:pt x="2328" y="1731"/>
                    <a:pt x="2308" y="1631"/>
                  </a:cubicBezTo>
                  <a:cubicBezTo>
                    <a:pt x="2248" y="1253"/>
                    <a:pt x="1890" y="935"/>
                    <a:pt x="1274" y="676"/>
                  </a:cubicBezTo>
                  <a:cubicBezTo>
                    <a:pt x="975" y="557"/>
                    <a:pt x="677" y="497"/>
                    <a:pt x="478" y="458"/>
                  </a:cubicBezTo>
                  <a:lnTo>
                    <a:pt x="1333" y="4337"/>
                  </a:lnTo>
                  <a:cubicBezTo>
                    <a:pt x="1353" y="4456"/>
                    <a:pt x="1274" y="4536"/>
                    <a:pt x="1174" y="4536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0" name="Google Shape;874;p15"/>
            <p:cNvSpPr/>
            <p:nvPr/>
          </p:nvSpPr>
          <p:spPr>
            <a:xfrm rot="19785000">
              <a:off x="4663800" y="5073120"/>
              <a:ext cx="97200" cy="75960"/>
            </a:xfrm>
            <a:custGeom>
              <a:avLst/>
              <a:gdLst>
                <a:gd name="textAreaLeft" fmla="*/ 0 w 97200"/>
                <a:gd name="textAreaRight" fmla="*/ 97560 w 97200"/>
                <a:gd name="textAreaTop" fmla="*/ 0 h 75960"/>
                <a:gd name="textAreaBottom" fmla="*/ 76320 h 75960"/>
              </a:gdLst>
              <a:ahLst/>
              <a:cxnLst/>
              <a:rect l="textAreaLeft" t="textAreaTop" r="textAreaRight" b="textAreaBottom"/>
              <a:pathLst>
                <a:path w="2348" h="1831">
                  <a:moveTo>
                    <a:pt x="2248" y="936"/>
                  </a:moveTo>
                  <a:cubicBezTo>
                    <a:pt x="2348" y="1433"/>
                    <a:pt x="1950" y="1811"/>
                    <a:pt x="1373" y="1831"/>
                  </a:cubicBezTo>
                  <a:cubicBezTo>
                    <a:pt x="1075" y="1831"/>
                    <a:pt x="796" y="1731"/>
                    <a:pt x="557" y="1552"/>
                  </a:cubicBezTo>
                  <a:cubicBezTo>
                    <a:pt x="339" y="1413"/>
                    <a:pt x="160" y="1194"/>
                    <a:pt x="80" y="936"/>
                  </a:cubicBezTo>
                  <a:cubicBezTo>
                    <a:pt x="0" y="697"/>
                    <a:pt x="80" y="458"/>
                    <a:pt x="239" y="299"/>
                  </a:cubicBezTo>
                  <a:cubicBezTo>
                    <a:pt x="378" y="120"/>
                    <a:pt x="637" y="21"/>
                    <a:pt x="935" y="21"/>
                  </a:cubicBezTo>
                  <a:cubicBezTo>
                    <a:pt x="1572" y="1"/>
                    <a:pt x="2149" y="438"/>
                    <a:pt x="2248" y="936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8160" bIns="381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1" name="Google Shape;875;p15"/>
            <p:cNvSpPr/>
            <p:nvPr/>
          </p:nvSpPr>
          <p:spPr>
            <a:xfrm rot="19785000">
              <a:off x="4488120" y="5256000"/>
              <a:ext cx="83160" cy="182520"/>
            </a:xfrm>
            <a:custGeom>
              <a:avLst/>
              <a:gdLst>
                <a:gd name="textAreaLeft" fmla="*/ 0 w 83160"/>
                <a:gd name="textAreaRight" fmla="*/ 83520 w 83160"/>
                <a:gd name="textAreaTop" fmla="*/ 0 h 182520"/>
                <a:gd name="textAreaBottom" fmla="*/ 182880 h 182520"/>
              </a:gdLst>
              <a:ahLst/>
              <a:cxnLst/>
              <a:rect l="textAreaLeft" t="textAreaTop" r="textAreaRight" b="textAreaBottom"/>
              <a:pathLst>
                <a:path w="2010" h="4397">
                  <a:moveTo>
                    <a:pt x="1850" y="4396"/>
                  </a:moveTo>
                  <a:cubicBezTo>
                    <a:pt x="1751" y="4396"/>
                    <a:pt x="1652" y="4317"/>
                    <a:pt x="1632" y="4217"/>
                  </a:cubicBezTo>
                  <a:lnTo>
                    <a:pt x="60" y="239"/>
                  </a:lnTo>
                  <a:cubicBezTo>
                    <a:pt x="0" y="139"/>
                    <a:pt x="60" y="40"/>
                    <a:pt x="160" y="20"/>
                  </a:cubicBezTo>
                  <a:cubicBezTo>
                    <a:pt x="259" y="0"/>
                    <a:pt x="358" y="80"/>
                    <a:pt x="398" y="199"/>
                  </a:cubicBezTo>
                  <a:lnTo>
                    <a:pt x="1950" y="4178"/>
                  </a:lnTo>
                  <a:cubicBezTo>
                    <a:pt x="2010" y="4277"/>
                    <a:pt x="1970" y="4376"/>
                    <a:pt x="1850" y="4396"/>
                  </a:cubicBezTo>
                  <a:cubicBezTo>
                    <a:pt x="1870" y="4376"/>
                    <a:pt x="1850" y="4396"/>
                    <a:pt x="1850" y="4396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2" name="Google Shape;876;p15"/>
            <p:cNvSpPr/>
            <p:nvPr/>
          </p:nvSpPr>
          <p:spPr>
            <a:xfrm rot="19785000">
              <a:off x="4437360" y="5233320"/>
              <a:ext cx="99000" cy="78120"/>
            </a:xfrm>
            <a:custGeom>
              <a:avLst/>
              <a:gdLst>
                <a:gd name="textAreaLeft" fmla="*/ 0 w 99000"/>
                <a:gd name="textAreaRight" fmla="*/ 99360 w 99000"/>
                <a:gd name="textAreaTop" fmla="*/ 0 h 78120"/>
                <a:gd name="textAreaBottom" fmla="*/ 78480 h 78120"/>
              </a:gdLst>
              <a:ahLst/>
              <a:cxnLst/>
              <a:rect l="textAreaLeft" t="textAreaTop" r="textAreaRight" b="textAreaBottom"/>
              <a:pathLst>
                <a:path w="2388" h="1891">
                  <a:moveTo>
                    <a:pt x="199" y="1055"/>
                  </a:moveTo>
                  <a:cubicBezTo>
                    <a:pt x="0" y="597"/>
                    <a:pt x="339" y="140"/>
                    <a:pt x="876" y="60"/>
                  </a:cubicBezTo>
                  <a:cubicBezTo>
                    <a:pt x="1453" y="0"/>
                    <a:pt x="2049" y="339"/>
                    <a:pt x="2228" y="836"/>
                  </a:cubicBezTo>
                  <a:cubicBezTo>
                    <a:pt x="2387" y="1333"/>
                    <a:pt x="2069" y="1751"/>
                    <a:pt x="1532" y="1831"/>
                  </a:cubicBezTo>
                  <a:cubicBezTo>
                    <a:pt x="995" y="1890"/>
                    <a:pt x="398" y="1532"/>
                    <a:pt x="199" y="105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9240" bIns="39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3" name="Google Shape;877;p15"/>
            <p:cNvSpPr/>
            <p:nvPr/>
          </p:nvSpPr>
          <p:spPr>
            <a:xfrm rot="19785000">
              <a:off x="4155480" y="5522760"/>
              <a:ext cx="379440" cy="246240"/>
            </a:xfrm>
            <a:custGeom>
              <a:avLst/>
              <a:gdLst>
                <a:gd name="textAreaLeft" fmla="*/ 0 w 379440"/>
                <a:gd name="textAreaRight" fmla="*/ 379800 w 379440"/>
                <a:gd name="textAreaTop" fmla="*/ 0 h 246240"/>
                <a:gd name="textAreaBottom" fmla="*/ 246600 h 246240"/>
              </a:gdLst>
              <a:ahLst/>
              <a:cxnLst/>
              <a:rect l="textAreaLeft" t="textAreaTop" r="textAreaRight" b="textAreaBottom"/>
              <a:pathLst>
                <a:path w="9132" h="5929">
                  <a:moveTo>
                    <a:pt x="2587" y="5929"/>
                  </a:moveTo>
                  <a:cubicBezTo>
                    <a:pt x="2527" y="5929"/>
                    <a:pt x="2428" y="5869"/>
                    <a:pt x="2368" y="5770"/>
                  </a:cubicBezTo>
                  <a:lnTo>
                    <a:pt x="1" y="1712"/>
                  </a:lnTo>
                  <a:lnTo>
                    <a:pt x="160" y="1672"/>
                  </a:lnTo>
                  <a:cubicBezTo>
                    <a:pt x="2826" y="916"/>
                    <a:pt x="4875" y="419"/>
                    <a:pt x="6864" y="21"/>
                  </a:cubicBezTo>
                  <a:lnTo>
                    <a:pt x="7043" y="1"/>
                  </a:lnTo>
                  <a:lnTo>
                    <a:pt x="9092" y="4238"/>
                  </a:lnTo>
                  <a:cubicBezTo>
                    <a:pt x="9132" y="4337"/>
                    <a:pt x="9112" y="4437"/>
                    <a:pt x="9012" y="4457"/>
                  </a:cubicBezTo>
                  <a:cubicBezTo>
                    <a:pt x="8913" y="4477"/>
                    <a:pt x="8813" y="4397"/>
                    <a:pt x="8774" y="4298"/>
                  </a:cubicBezTo>
                  <a:lnTo>
                    <a:pt x="6864" y="419"/>
                  </a:lnTo>
                  <a:cubicBezTo>
                    <a:pt x="4974" y="796"/>
                    <a:pt x="3005" y="1294"/>
                    <a:pt x="518" y="1990"/>
                  </a:cubicBezTo>
                  <a:lnTo>
                    <a:pt x="2666" y="5710"/>
                  </a:lnTo>
                  <a:cubicBezTo>
                    <a:pt x="2726" y="5809"/>
                    <a:pt x="2686" y="5909"/>
                    <a:pt x="2627" y="5929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4" name="Google Shape;878;p15"/>
            <p:cNvSpPr/>
            <p:nvPr/>
          </p:nvSpPr>
          <p:spPr>
            <a:xfrm rot="19785000">
              <a:off x="4269960" y="5767200"/>
              <a:ext cx="87480" cy="75960"/>
            </a:xfrm>
            <a:custGeom>
              <a:avLst/>
              <a:gdLst>
                <a:gd name="textAreaLeft" fmla="*/ 0 w 87480"/>
                <a:gd name="textAreaRight" fmla="*/ 87840 w 87480"/>
                <a:gd name="textAreaTop" fmla="*/ 0 h 75960"/>
                <a:gd name="textAreaBottom" fmla="*/ 76320 h 75960"/>
              </a:gdLst>
              <a:ahLst/>
              <a:cxnLst/>
              <a:rect l="textAreaLeft" t="textAreaTop" r="textAreaRight" b="textAreaBottom"/>
              <a:pathLst>
                <a:path w="2110" h="1832">
                  <a:moveTo>
                    <a:pt x="1851" y="697"/>
                  </a:moveTo>
                  <a:cubicBezTo>
                    <a:pt x="2109" y="1135"/>
                    <a:pt x="1950" y="1572"/>
                    <a:pt x="1513" y="1692"/>
                  </a:cubicBezTo>
                  <a:cubicBezTo>
                    <a:pt x="1055" y="1831"/>
                    <a:pt x="498" y="1572"/>
                    <a:pt x="240" y="1135"/>
                  </a:cubicBezTo>
                  <a:cubicBezTo>
                    <a:pt x="1" y="697"/>
                    <a:pt x="140" y="260"/>
                    <a:pt x="598" y="120"/>
                  </a:cubicBezTo>
                  <a:cubicBezTo>
                    <a:pt x="1035" y="1"/>
                    <a:pt x="1612" y="279"/>
                    <a:pt x="1851" y="697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8160" bIns="381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5" name="Google Shape;879;p15"/>
            <p:cNvSpPr/>
            <p:nvPr/>
          </p:nvSpPr>
          <p:spPr>
            <a:xfrm rot="19785000">
              <a:off x="4467240" y="5580000"/>
              <a:ext cx="86400" cy="74880"/>
            </a:xfrm>
            <a:custGeom>
              <a:avLst/>
              <a:gdLst>
                <a:gd name="textAreaLeft" fmla="*/ 0 w 86400"/>
                <a:gd name="textAreaRight" fmla="*/ 86760 w 86400"/>
                <a:gd name="textAreaTop" fmla="*/ 0 h 74880"/>
                <a:gd name="textAreaBottom" fmla="*/ 75240 h 74880"/>
              </a:gdLst>
              <a:ahLst/>
              <a:cxnLst/>
              <a:rect l="textAreaLeft" t="textAreaTop" r="textAreaRight" b="textAreaBottom"/>
              <a:pathLst>
                <a:path w="2090" h="1811">
                  <a:moveTo>
                    <a:pt x="1850" y="736"/>
                  </a:moveTo>
                  <a:cubicBezTo>
                    <a:pt x="2089" y="1194"/>
                    <a:pt x="1890" y="1651"/>
                    <a:pt x="1433" y="1711"/>
                  </a:cubicBezTo>
                  <a:cubicBezTo>
                    <a:pt x="995" y="1810"/>
                    <a:pt x="438" y="1512"/>
                    <a:pt x="219" y="1074"/>
                  </a:cubicBezTo>
                  <a:cubicBezTo>
                    <a:pt x="0" y="617"/>
                    <a:pt x="199" y="179"/>
                    <a:pt x="637" y="100"/>
                  </a:cubicBezTo>
                  <a:cubicBezTo>
                    <a:pt x="1114" y="0"/>
                    <a:pt x="1652" y="299"/>
                    <a:pt x="1850" y="736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7440" bIns="37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6" name="Google Shape;880;p15"/>
            <p:cNvSpPr/>
            <p:nvPr/>
          </p:nvSpPr>
          <p:spPr>
            <a:xfrm rot="19785000">
              <a:off x="4367520" y="5671440"/>
              <a:ext cx="86400" cy="74880"/>
            </a:xfrm>
            <a:custGeom>
              <a:avLst/>
              <a:gdLst>
                <a:gd name="textAreaLeft" fmla="*/ 0 w 86400"/>
                <a:gd name="textAreaRight" fmla="*/ 86760 w 86400"/>
                <a:gd name="textAreaTop" fmla="*/ 0 h 74880"/>
                <a:gd name="textAreaBottom" fmla="*/ 75240 h 74880"/>
              </a:gdLst>
              <a:ahLst/>
              <a:cxnLst/>
              <a:rect l="textAreaLeft" t="textAreaTop" r="textAreaRight" b="textAreaBottom"/>
              <a:pathLst>
                <a:path w="2090" h="1811">
                  <a:moveTo>
                    <a:pt x="1851" y="717"/>
                  </a:moveTo>
                  <a:cubicBezTo>
                    <a:pt x="2089" y="1174"/>
                    <a:pt x="1910" y="1592"/>
                    <a:pt x="1493" y="1711"/>
                  </a:cubicBezTo>
                  <a:cubicBezTo>
                    <a:pt x="1035" y="1811"/>
                    <a:pt x="498" y="1572"/>
                    <a:pt x="239" y="1114"/>
                  </a:cubicBezTo>
                  <a:cubicBezTo>
                    <a:pt x="1" y="677"/>
                    <a:pt x="180" y="239"/>
                    <a:pt x="617" y="120"/>
                  </a:cubicBezTo>
                  <a:cubicBezTo>
                    <a:pt x="1055" y="0"/>
                    <a:pt x="1612" y="279"/>
                    <a:pt x="1851" y="717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7440" bIns="37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7" name="Google Shape;881;p15"/>
            <p:cNvSpPr/>
            <p:nvPr/>
          </p:nvSpPr>
          <p:spPr>
            <a:xfrm rot="19785000">
              <a:off x="4293720" y="5557680"/>
              <a:ext cx="104040" cy="171000"/>
            </a:xfrm>
            <a:custGeom>
              <a:avLst/>
              <a:gdLst>
                <a:gd name="textAreaLeft" fmla="*/ 0 w 104040"/>
                <a:gd name="textAreaRight" fmla="*/ 104400 w 104040"/>
                <a:gd name="textAreaTop" fmla="*/ 0 h 171000"/>
                <a:gd name="textAreaBottom" fmla="*/ 171360 h 171000"/>
              </a:gdLst>
              <a:ahLst/>
              <a:cxnLst/>
              <a:rect l="textAreaLeft" t="textAreaTop" r="textAreaRight" b="textAreaBottom"/>
              <a:pathLst>
                <a:path w="2508" h="4118">
                  <a:moveTo>
                    <a:pt x="2169" y="4118"/>
                  </a:moveTo>
                  <a:lnTo>
                    <a:pt x="1" y="60"/>
                  </a:lnTo>
                  <a:lnTo>
                    <a:pt x="319" y="0"/>
                  </a:lnTo>
                  <a:lnTo>
                    <a:pt x="2507" y="4038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5680" bIns="85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8" name="Google Shape;882;p15"/>
            <p:cNvSpPr/>
            <p:nvPr/>
          </p:nvSpPr>
          <p:spPr>
            <a:xfrm rot="19785000">
              <a:off x="4158000" y="5576400"/>
              <a:ext cx="291600" cy="83160"/>
            </a:xfrm>
            <a:custGeom>
              <a:avLst/>
              <a:gdLst>
                <a:gd name="textAreaLeft" fmla="*/ 0 w 291600"/>
                <a:gd name="textAreaRight" fmla="*/ 291960 w 291600"/>
                <a:gd name="textAreaTop" fmla="*/ 0 h 83160"/>
                <a:gd name="textAreaBottom" fmla="*/ 83520 h 83160"/>
              </a:gdLst>
              <a:ahLst/>
              <a:cxnLst/>
              <a:rect l="textAreaLeft" t="textAreaTop" r="textAreaRight" b="textAreaBottom"/>
              <a:pathLst>
                <a:path w="7024" h="2010">
                  <a:moveTo>
                    <a:pt x="260" y="2009"/>
                  </a:moveTo>
                  <a:cubicBezTo>
                    <a:pt x="200" y="2009"/>
                    <a:pt x="100" y="1969"/>
                    <a:pt x="41" y="1870"/>
                  </a:cubicBezTo>
                  <a:cubicBezTo>
                    <a:pt x="1" y="1771"/>
                    <a:pt x="21" y="1671"/>
                    <a:pt x="100" y="1631"/>
                  </a:cubicBezTo>
                  <a:cubicBezTo>
                    <a:pt x="2726" y="915"/>
                    <a:pt x="4775" y="398"/>
                    <a:pt x="6725" y="20"/>
                  </a:cubicBezTo>
                  <a:cubicBezTo>
                    <a:pt x="6824" y="0"/>
                    <a:pt x="6924" y="80"/>
                    <a:pt x="6983" y="179"/>
                  </a:cubicBezTo>
                  <a:cubicBezTo>
                    <a:pt x="7023" y="279"/>
                    <a:pt x="7003" y="378"/>
                    <a:pt x="6904" y="398"/>
                  </a:cubicBezTo>
                  <a:cubicBezTo>
                    <a:pt x="4934" y="776"/>
                    <a:pt x="2905" y="1293"/>
                    <a:pt x="299" y="2009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1760" bIns="41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9" name="Google Shape;883;p15"/>
            <p:cNvSpPr/>
            <p:nvPr/>
          </p:nvSpPr>
          <p:spPr>
            <a:xfrm rot="19785000">
              <a:off x="5036040" y="5025600"/>
              <a:ext cx="185040" cy="231480"/>
            </a:xfrm>
            <a:custGeom>
              <a:avLst/>
              <a:gdLst>
                <a:gd name="textAreaLeft" fmla="*/ 0 w 185040"/>
                <a:gd name="textAreaRight" fmla="*/ 185400 w 185040"/>
                <a:gd name="textAreaTop" fmla="*/ 0 h 231480"/>
                <a:gd name="textAreaBottom" fmla="*/ 231840 h 231480"/>
              </a:gdLst>
              <a:ahLst/>
              <a:cxnLst/>
              <a:rect l="textAreaLeft" t="textAreaTop" r="textAreaRight" b="textAreaBottom"/>
              <a:pathLst>
                <a:path w="4457" h="5571">
                  <a:moveTo>
                    <a:pt x="4138" y="5570"/>
                  </a:moveTo>
                  <a:lnTo>
                    <a:pt x="4078" y="5570"/>
                  </a:lnTo>
                  <a:cubicBezTo>
                    <a:pt x="3979" y="5550"/>
                    <a:pt x="3899" y="5411"/>
                    <a:pt x="3899" y="5312"/>
                  </a:cubicBezTo>
                  <a:lnTo>
                    <a:pt x="4039" y="1273"/>
                  </a:lnTo>
                  <a:cubicBezTo>
                    <a:pt x="2865" y="915"/>
                    <a:pt x="1652" y="637"/>
                    <a:pt x="398" y="438"/>
                  </a:cubicBezTo>
                  <a:lnTo>
                    <a:pt x="776" y="4576"/>
                  </a:lnTo>
                  <a:cubicBezTo>
                    <a:pt x="776" y="4675"/>
                    <a:pt x="697" y="4755"/>
                    <a:pt x="597" y="4755"/>
                  </a:cubicBezTo>
                  <a:cubicBezTo>
                    <a:pt x="498" y="4735"/>
                    <a:pt x="398" y="4635"/>
                    <a:pt x="398" y="4536"/>
                  </a:cubicBezTo>
                  <a:lnTo>
                    <a:pt x="0" y="0"/>
                  </a:lnTo>
                  <a:lnTo>
                    <a:pt x="199" y="20"/>
                  </a:lnTo>
                  <a:cubicBezTo>
                    <a:pt x="1592" y="239"/>
                    <a:pt x="2945" y="557"/>
                    <a:pt x="4258" y="935"/>
                  </a:cubicBezTo>
                  <a:lnTo>
                    <a:pt x="4456" y="995"/>
                  </a:lnTo>
                  <a:lnTo>
                    <a:pt x="4258" y="5451"/>
                  </a:lnTo>
                  <a:cubicBezTo>
                    <a:pt x="4258" y="5510"/>
                    <a:pt x="4198" y="5570"/>
                    <a:pt x="4138" y="557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0" name="Google Shape;884;p15"/>
            <p:cNvSpPr/>
            <p:nvPr/>
          </p:nvSpPr>
          <p:spPr>
            <a:xfrm rot="19785000">
              <a:off x="5041440" y="5210640"/>
              <a:ext cx="75960" cy="7740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77400"/>
                <a:gd name="textAreaBottom" fmla="*/ 77760 h 77400"/>
              </a:gdLst>
              <a:ahLst/>
              <a:cxnLst/>
              <a:rect l="textAreaLeft" t="textAreaTop" r="textAreaRight" b="textAreaBottom"/>
              <a:pathLst>
                <a:path w="1832" h="1871">
                  <a:moveTo>
                    <a:pt x="1791" y="1075"/>
                  </a:moveTo>
                  <a:cubicBezTo>
                    <a:pt x="1831" y="1552"/>
                    <a:pt x="1493" y="1870"/>
                    <a:pt x="1015" y="1791"/>
                  </a:cubicBezTo>
                  <a:cubicBezTo>
                    <a:pt x="578" y="1711"/>
                    <a:pt x="140" y="1273"/>
                    <a:pt x="81" y="796"/>
                  </a:cubicBezTo>
                  <a:cubicBezTo>
                    <a:pt x="1" y="319"/>
                    <a:pt x="339" y="0"/>
                    <a:pt x="836" y="60"/>
                  </a:cubicBezTo>
                  <a:cubicBezTo>
                    <a:pt x="1314" y="120"/>
                    <a:pt x="1771" y="597"/>
                    <a:pt x="1791" y="107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8880" bIns="38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1" name="Google Shape;885;p15"/>
            <p:cNvSpPr/>
            <p:nvPr/>
          </p:nvSpPr>
          <p:spPr>
            <a:xfrm rot="19785000">
              <a:off x="5186880" y="5164560"/>
              <a:ext cx="70920" cy="76680"/>
            </a:xfrm>
            <a:custGeom>
              <a:avLst/>
              <a:gdLst>
                <a:gd name="textAreaLeft" fmla="*/ 0 w 70920"/>
                <a:gd name="textAreaRight" fmla="*/ 71280 w 70920"/>
                <a:gd name="textAreaTop" fmla="*/ 0 h 76680"/>
                <a:gd name="textAreaBottom" fmla="*/ 77040 h 76680"/>
              </a:gdLst>
              <a:ahLst/>
              <a:cxnLst/>
              <a:rect l="textAreaLeft" t="textAreaTop" r="textAreaRight" b="textAreaBottom"/>
              <a:pathLst>
                <a:path w="1712" h="1851">
                  <a:moveTo>
                    <a:pt x="1711" y="1174"/>
                  </a:moveTo>
                  <a:cubicBezTo>
                    <a:pt x="1711" y="1393"/>
                    <a:pt x="1612" y="1592"/>
                    <a:pt x="1433" y="1691"/>
                  </a:cubicBezTo>
                  <a:cubicBezTo>
                    <a:pt x="1294" y="1790"/>
                    <a:pt x="1095" y="1850"/>
                    <a:pt x="836" y="1771"/>
                  </a:cubicBezTo>
                  <a:cubicBezTo>
                    <a:pt x="717" y="1751"/>
                    <a:pt x="617" y="1671"/>
                    <a:pt x="518" y="1611"/>
                  </a:cubicBezTo>
                  <a:cubicBezTo>
                    <a:pt x="418" y="1532"/>
                    <a:pt x="319" y="1472"/>
                    <a:pt x="239" y="1373"/>
                  </a:cubicBezTo>
                  <a:cubicBezTo>
                    <a:pt x="100" y="1174"/>
                    <a:pt x="1" y="935"/>
                    <a:pt x="1" y="696"/>
                  </a:cubicBezTo>
                  <a:cubicBezTo>
                    <a:pt x="1" y="438"/>
                    <a:pt x="80" y="279"/>
                    <a:pt x="239" y="139"/>
                  </a:cubicBezTo>
                  <a:cubicBezTo>
                    <a:pt x="319" y="100"/>
                    <a:pt x="418" y="40"/>
                    <a:pt x="518" y="20"/>
                  </a:cubicBezTo>
                  <a:cubicBezTo>
                    <a:pt x="617" y="0"/>
                    <a:pt x="737" y="20"/>
                    <a:pt x="876" y="40"/>
                  </a:cubicBezTo>
                  <a:cubicBezTo>
                    <a:pt x="1115" y="119"/>
                    <a:pt x="1314" y="279"/>
                    <a:pt x="1473" y="478"/>
                  </a:cubicBezTo>
                  <a:cubicBezTo>
                    <a:pt x="1632" y="696"/>
                    <a:pt x="1711" y="935"/>
                    <a:pt x="1711" y="1174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8520" bIns="38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2" name="Google Shape;886;p15"/>
            <p:cNvSpPr/>
            <p:nvPr/>
          </p:nvSpPr>
          <p:spPr>
            <a:xfrm rot="19785000">
              <a:off x="7123680" y="4980960"/>
              <a:ext cx="185760" cy="253800"/>
            </a:xfrm>
            <a:custGeom>
              <a:avLst/>
              <a:gdLst>
                <a:gd name="textAreaLeft" fmla="*/ 0 w 185760"/>
                <a:gd name="textAreaRight" fmla="*/ 186120 w 185760"/>
                <a:gd name="textAreaTop" fmla="*/ 0 h 253800"/>
                <a:gd name="textAreaBottom" fmla="*/ 254160 h 253800"/>
              </a:gdLst>
              <a:ahLst/>
              <a:cxnLst/>
              <a:rect l="textAreaLeft" t="textAreaTop" r="textAreaRight" b="textAreaBottom"/>
              <a:pathLst>
                <a:path w="4477" h="6109">
                  <a:moveTo>
                    <a:pt x="4337" y="6108"/>
                  </a:moveTo>
                  <a:lnTo>
                    <a:pt x="4337" y="6108"/>
                  </a:lnTo>
                  <a:cubicBezTo>
                    <a:pt x="4238" y="6108"/>
                    <a:pt x="4118" y="5989"/>
                    <a:pt x="4098" y="5869"/>
                  </a:cubicBezTo>
                  <a:lnTo>
                    <a:pt x="3581" y="956"/>
                  </a:lnTo>
                  <a:cubicBezTo>
                    <a:pt x="2567" y="856"/>
                    <a:pt x="1512" y="717"/>
                    <a:pt x="398" y="518"/>
                  </a:cubicBezTo>
                  <a:lnTo>
                    <a:pt x="597" y="5292"/>
                  </a:lnTo>
                  <a:cubicBezTo>
                    <a:pt x="597" y="5412"/>
                    <a:pt x="518" y="5491"/>
                    <a:pt x="418" y="5491"/>
                  </a:cubicBezTo>
                  <a:cubicBezTo>
                    <a:pt x="319" y="5471"/>
                    <a:pt x="259" y="5332"/>
                    <a:pt x="219" y="5213"/>
                  </a:cubicBezTo>
                  <a:lnTo>
                    <a:pt x="0" y="1"/>
                  </a:lnTo>
                  <a:lnTo>
                    <a:pt x="179" y="21"/>
                  </a:lnTo>
                  <a:cubicBezTo>
                    <a:pt x="1433" y="260"/>
                    <a:pt x="2586" y="419"/>
                    <a:pt x="3681" y="518"/>
                  </a:cubicBezTo>
                  <a:lnTo>
                    <a:pt x="3860" y="538"/>
                  </a:lnTo>
                  <a:lnTo>
                    <a:pt x="4417" y="5909"/>
                  </a:lnTo>
                  <a:cubicBezTo>
                    <a:pt x="4476" y="6028"/>
                    <a:pt x="4436" y="6108"/>
                    <a:pt x="4337" y="610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3" name="Google Shape;887;p15"/>
            <p:cNvSpPr/>
            <p:nvPr/>
          </p:nvSpPr>
          <p:spPr>
            <a:xfrm rot="19785000">
              <a:off x="7126920" y="5189760"/>
              <a:ext cx="80640" cy="88920"/>
            </a:xfrm>
            <a:custGeom>
              <a:avLst/>
              <a:gdLst>
                <a:gd name="textAreaLeft" fmla="*/ 0 w 80640"/>
                <a:gd name="textAreaRight" fmla="*/ 81000 w 80640"/>
                <a:gd name="textAreaTop" fmla="*/ 0 h 88920"/>
                <a:gd name="textAreaBottom" fmla="*/ 89280 h 88920"/>
              </a:gdLst>
              <a:ahLst/>
              <a:cxnLst/>
              <a:rect l="textAreaLeft" t="textAreaTop" r="textAreaRight" b="textAreaBottom"/>
              <a:pathLst>
                <a:path w="1950" h="2149">
                  <a:moveTo>
                    <a:pt x="1910" y="1293"/>
                  </a:moveTo>
                  <a:cubicBezTo>
                    <a:pt x="1950" y="1572"/>
                    <a:pt x="1850" y="1791"/>
                    <a:pt x="1671" y="1950"/>
                  </a:cubicBezTo>
                  <a:cubicBezTo>
                    <a:pt x="1492" y="2089"/>
                    <a:pt x="1273" y="2149"/>
                    <a:pt x="995" y="2069"/>
                  </a:cubicBezTo>
                  <a:cubicBezTo>
                    <a:pt x="716" y="1990"/>
                    <a:pt x="478" y="1811"/>
                    <a:pt x="299" y="1592"/>
                  </a:cubicBezTo>
                  <a:cubicBezTo>
                    <a:pt x="120" y="1373"/>
                    <a:pt x="0" y="1075"/>
                    <a:pt x="0" y="816"/>
                  </a:cubicBezTo>
                  <a:cubicBezTo>
                    <a:pt x="0" y="557"/>
                    <a:pt x="100" y="319"/>
                    <a:pt x="279" y="199"/>
                  </a:cubicBezTo>
                  <a:cubicBezTo>
                    <a:pt x="458" y="80"/>
                    <a:pt x="677" y="0"/>
                    <a:pt x="915" y="80"/>
                  </a:cubicBezTo>
                  <a:cubicBezTo>
                    <a:pt x="1174" y="159"/>
                    <a:pt x="1413" y="299"/>
                    <a:pt x="1592" y="518"/>
                  </a:cubicBezTo>
                  <a:cubicBezTo>
                    <a:pt x="1791" y="756"/>
                    <a:pt x="1890" y="995"/>
                    <a:pt x="1910" y="129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4640" bIns="446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4" name="Google Shape;888;p15"/>
            <p:cNvSpPr/>
            <p:nvPr/>
          </p:nvSpPr>
          <p:spPr>
            <a:xfrm rot="19785000">
              <a:off x="7281360" y="5133600"/>
              <a:ext cx="83160" cy="88920"/>
            </a:xfrm>
            <a:custGeom>
              <a:avLst/>
              <a:gdLst>
                <a:gd name="textAreaLeft" fmla="*/ 0 w 83160"/>
                <a:gd name="textAreaRight" fmla="*/ 83520 w 83160"/>
                <a:gd name="textAreaTop" fmla="*/ 0 h 88920"/>
                <a:gd name="textAreaBottom" fmla="*/ 89280 h 88920"/>
              </a:gdLst>
              <a:ahLst/>
              <a:cxnLst/>
              <a:rect l="textAreaLeft" t="textAreaTop" r="textAreaRight" b="textAreaBottom"/>
              <a:pathLst>
                <a:path w="2010" h="2149">
                  <a:moveTo>
                    <a:pt x="1950" y="1174"/>
                  </a:moveTo>
                  <a:cubicBezTo>
                    <a:pt x="2010" y="1751"/>
                    <a:pt x="1652" y="2149"/>
                    <a:pt x="1095" y="2089"/>
                  </a:cubicBezTo>
                  <a:cubicBezTo>
                    <a:pt x="577" y="2049"/>
                    <a:pt x="100" y="1492"/>
                    <a:pt x="60" y="955"/>
                  </a:cubicBezTo>
                  <a:cubicBezTo>
                    <a:pt x="0" y="378"/>
                    <a:pt x="398" y="0"/>
                    <a:pt x="896" y="60"/>
                  </a:cubicBezTo>
                  <a:cubicBezTo>
                    <a:pt x="1393" y="100"/>
                    <a:pt x="1870" y="597"/>
                    <a:pt x="1950" y="1174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4640" bIns="446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5" name="Google Shape;889;p15"/>
            <p:cNvSpPr/>
            <p:nvPr/>
          </p:nvSpPr>
          <p:spPr>
            <a:xfrm rot="19785000">
              <a:off x="5416560" y="4915800"/>
              <a:ext cx="120600" cy="178560"/>
            </a:xfrm>
            <a:custGeom>
              <a:avLst/>
              <a:gdLst>
                <a:gd name="textAreaLeft" fmla="*/ 0 w 120600"/>
                <a:gd name="textAreaRight" fmla="*/ 120960 w 120600"/>
                <a:gd name="textAreaTop" fmla="*/ 0 h 178560"/>
                <a:gd name="textAreaBottom" fmla="*/ 178920 h 178560"/>
              </a:gdLst>
              <a:ahLst/>
              <a:cxnLst/>
              <a:rect l="textAreaLeft" t="textAreaTop" r="textAreaRight" b="textAreaBottom"/>
              <a:pathLst>
                <a:path w="2905" h="4298">
                  <a:moveTo>
                    <a:pt x="259" y="4297"/>
                  </a:moveTo>
                  <a:cubicBezTo>
                    <a:pt x="219" y="4297"/>
                    <a:pt x="179" y="4297"/>
                    <a:pt x="160" y="4257"/>
                  </a:cubicBezTo>
                  <a:cubicBezTo>
                    <a:pt x="60" y="4217"/>
                    <a:pt x="0" y="4078"/>
                    <a:pt x="20" y="3979"/>
                  </a:cubicBezTo>
                  <a:lnTo>
                    <a:pt x="1194" y="0"/>
                  </a:lnTo>
                  <a:lnTo>
                    <a:pt x="1393" y="139"/>
                  </a:lnTo>
                  <a:cubicBezTo>
                    <a:pt x="1413" y="159"/>
                    <a:pt x="1870" y="458"/>
                    <a:pt x="2268" y="935"/>
                  </a:cubicBezTo>
                  <a:cubicBezTo>
                    <a:pt x="2487" y="1194"/>
                    <a:pt x="2666" y="1472"/>
                    <a:pt x="2766" y="1751"/>
                  </a:cubicBezTo>
                  <a:cubicBezTo>
                    <a:pt x="2885" y="2069"/>
                    <a:pt x="2905" y="2427"/>
                    <a:pt x="2785" y="2686"/>
                  </a:cubicBezTo>
                  <a:cubicBezTo>
                    <a:pt x="2766" y="2785"/>
                    <a:pt x="2646" y="2825"/>
                    <a:pt x="2547" y="2745"/>
                  </a:cubicBezTo>
                  <a:cubicBezTo>
                    <a:pt x="2427" y="2666"/>
                    <a:pt x="2388" y="2547"/>
                    <a:pt x="2427" y="2447"/>
                  </a:cubicBezTo>
                  <a:cubicBezTo>
                    <a:pt x="2547" y="2228"/>
                    <a:pt x="2467" y="1970"/>
                    <a:pt x="2407" y="1830"/>
                  </a:cubicBezTo>
                  <a:cubicBezTo>
                    <a:pt x="2348" y="1631"/>
                    <a:pt x="2189" y="1413"/>
                    <a:pt x="1990" y="1174"/>
                  </a:cubicBezTo>
                  <a:cubicBezTo>
                    <a:pt x="1791" y="935"/>
                    <a:pt x="1572" y="756"/>
                    <a:pt x="1413" y="637"/>
                  </a:cubicBezTo>
                  <a:lnTo>
                    <a:pt x="378" y="4198"/>
                  </a:lnTo>
                  <a:cubicBezTo>
                    <a:pt x="358" y="4257"/>
                    <a:pt x="299" y="4297"/>
                    <a:pt x="259" y="4297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9280" bIns="892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6" name="Google Shape;890;p15"/>
            <p:cNvSpPr/>
            <p:nvPr/>
          </p:nvSpPr>
          <p:spPr>
            <a:xfrm rot="19785000">
              <a:off x="5396400" y="5055120"/>
              <a:ext cx="84240" cy="9252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92520"/>
                <a:gd name="textAreaBottom" fmla="*/ 92880 h 92520"/>
              </a:gdLst>
              <a:ahLst/>
              <a:cxnLst/>
              <a:rect l="textAreaLeft" t="textAreaTop" r="textAreaRight" b="textAreaBottom"/>
              <a:pathLst>
                <a:path w="2030" h="2229">
                  <a:moveTo>
                    <a:pt x="1890" y="1632"/>
                  </a:moveTo>
                  <a:cubicBezTo>
                    <a:pt x="1731" y="2069"/>
                    <a:pt x="1274" y="2228"/>
                    <a:pt x="796" y="1950"/>
                  </a:cubicBezTo>
                  <a:cubicBezTo>
                    <a:pt x="319" y="1691"/>
                    <a:pt x="1" y="1114"/>
                    <a:pt x="100" y="657"/>
                  </a:cubicBezTo>
                  <a:cubicBezTo>
                    <a:pt x="200" y="179"/>
                    <a:pt x="697" y="0"/>
                    <a:pt x="1214" y="279"/>
                  </a:cubicBezTo>
                  <a:cubicBezTo>
                    <a:pt x="1711" y="557"/>
                    <a:pt x="2030" y="1174"/>
                    <a:pt x="1890" y="1632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440" bIns="46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7" name="Google Shape;891;p15"/>
            <p:cNvSpPr/>
            <p:nvPr/>
          </p:nvSpPr>
          <p:spPr>
            <a:xfrm rot="19785000">
              <a:off x="7582320" y="4968360"/>
              <a:ext cx="99000" cy="229680"/>
            </a:xfrm>
            <a:custGeom>
              <a:avLst/>
              <a:gdLst>
                <a:gd name="textAreaLeft" fmla="*/ 0 w 99000"/>
                <a:gd name="textAreaRight" fmla="*/ 99360 w 99000"/>
                <a:gd name="textAreaTop" fmla="*/ 0 h 229680"/>
                <a:gd name="textAreaBottom" fmla="*/ 230040 h 229680"/>
              </a:gdLst>
              <a:ahLst/>
              <a:cxnLst/>
              <a:rect l="textAreaLeft" t="textAreaTop" r="textAreaRight" b="textAreaBottom"/>
              <a:pathLst>
                <a:path w="2388" h="5531">
                  <a:moveTo>
                    <a:pt x="1234" y="5530"/>
                  </a:moveTo>
                  <a:cubicBezTo>
                    <a:pt x="1134" y="5530"/>
                    <a:pt x="1055" y="5431"/>
                    <a:pt x="1035" y="5291"/>
                  </a:cubicBezTo>
                  <a:lnTo>
                    <a:pt x="1" y="0"/>
                  </a:lnTo>
                  <a:lnTo>
                    <a:pt x="200" y="20"/>
                  </a:lnTo>
                  <a:cubicBezTo>
                    <a:pt x="239" y="20"/>
                    <a:pt x="657" y="60"/>
                    <a:pt x="1134" y="259"/>
                  </a:cubicBezTo>
                  <a:cubicBezTo>
                    <a:pt x="1791" y="517"/>
                    <a:pt x="2229" y="1015"/>
                    <a:pt x="2368" y="1691"/>
                  </a:cubicBezTo>
                  <a:cubicBezTo>
                    <a:pt x="2388" y="1810"/>
                    <a:pt x="2348" y="1950"/>
                    <a:pt x="2248" y="1969"/>
                  </a:cubicBezTo>
                  <a:cubicBezTo>
                    <a:pt x="2149" y="1989"/>
                    <a:pt x="2050" y="1890"/>
                    <a:pt x="2030" y="1731"/>
                  </a:cubicBezTo>
                  <a:cubicBezTo>
                    <a:pt x="1930" y="1273"/>
                    <a:pt x="1592" y="915"/>
                    <a:pt x="1075" y="696"/>
                  </a:cubicBezTo>
                  <a:cubicBezTo>
                    <a:pt x="836" y="597"/>
                    <a:pt x="597" y="557"/>
                    <a:pt x="458" y="517"/>
                  </a:cubicBezTo>
                  <a:lnTo>
                    <a:pt x="1373" y="5272"/>
                  </a:lnTo>
                  <a:cubicBezTo>
                    <a:pt x="1373" y="5391"/>
                    <a:pt x="1333" y="5530"/>
                    <a:pt x="1234" y="553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8" name="Google Shape;892;p15"/>
            <p:cNvSpPr/>
            <p:nvPr/>
          </p:nvSpPr>
          <p:spPr>
            <a:xfrm rot="19785000">
              <a:off x="7609680" y="5145480"/>
              <a:ext cx="93240" cy="94680"/>
            </a:xfrm>
            <a:custGeom>
              <a:avLst/>
              <a:gdLst>
                <a:gd name="textAreaLeft" fmla="*/ 0 w 93240"/>
                <a:gd name="textAreaRight" fmla="*/ 93600 w 93240"/>
                <a:gd name="textAreaTop" fmla="*/ 0 h 94680"/>
                <a:gd name="textAreaBottom" fmla="*/ 95040 h 94680"/>
              </a:gdLst>
              <a:ahLst/>
              <a:cxnLst/>
              <a:rect l="textAreaLeft" t="textAreaTop" r="textAreaRight" b="textAreaBottom"/>
              <a:pathLst>
                <a:path w="2249" h="2289">
                  <a:moveTo>
                    <a:pt x="2129" y="1075"/>
                  </a:moveTo>
                  <a:cubicBezTo>
                    <a:pt x="2249" y="1671"/>
                    <a:pt x="1890" y="2228"/>
                    <a:pt x="1314" y="2268"/>
                  </a:cubicBezTo>
                  <a:cubicBezTo>
                    <a:pt x="737" y="2288"/>
                    <a:pt x="200" y="1831"/>
                    <a:pt x="100" y="1194"/>
                  </a:cubicBezTo>
                  <a:cubicBezTo>
                    <a:pt x="1" y="577"/>
                    <a:pt x="359" y="80"/>
                    <a:pt x="916" y="60"/>
                  </a:cubicBezTo>
                  <a:cubicBezTo>
                    <a:pt x="1493" y="0"/>
                    <a:pt x="2010" y="458"/>
                    <a:pt x="2129" y="107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7520" bIns="47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9" name="Google Shape;893;p15"/>
            <p:cNvSpPr/>
            <p:nvPr/>
          </p:nvSpPr>
          <p:spPr>
            <a:xfrm rot="19785000">
              <a:off x="6732720" y="5014440"/>
              <a:ext cx="99720" cy="202320"/>
            </a:xfrm>
            <a:custGeom>
              <a:avLst/>
              <a:gdLst>
                <a:gd name="textAreaLeft" fmla="*/ 0 w 99720"/>
                <a:gd name="textAreaRight" fmla="*/ 100080 w 99720"/>
                <a:gd name="textAreaTop" fmla="*/ 0 h 202320"/>
                <a:gd name="textAreaBottom" fmla="*/ 202680 h 202320"/>
              </a:gdLst>
              <a:ahLst/>
              <a:cxnLst/>
              <a:rect l="textAreaLeft" t="textAreaTop" r="textAreaRight" b="textAreaBottom"/>
              <a:pathLst>
                <a:path w="2408" h="4874">
                  <a:moveTo>
                    <a:pt x="220" y="4874"/>
                  </a:moveTo>
                  <a:cubicBezTo>
                    <a:pt x="200" y="4874"/>
                    <a:pt x="180" y="4874"/>
                    <a:pt x="140" y="4834"/>
                  </a:cubicBezTo>
                  <a:cubicBezTo>
                    <a:pt x="41" y="4794"/>
                    <a:pt x="1" y="4675"/>
                    <a:pt x="1" y="4536"/>
                  </a:cubicBezTo>
                  <a:lnTo>
                    <a:pt x="797" y="0"/>
                  </a:lnTo>
                  <a:lnTo>
                    <a:pt x="996" y="139"/>
                  </a:lnTo>
                  <a:cubicBezTo>
                    <a:pt x="996" y="139"/>
                    <a:pt x="1095" y="219"/>
                    <a:pt x="1214" y="318"/>
                  </a:cubicBezTo>
                  <a:cubicBezTo>
                    <a:pt x="1314" y="398"/>
                    <a:pt x="1493" y="557"/>
                    <a:pt x="1692" y="796"/>
                  </a:cubicBezTo>
                  <a:cubicBezTo>
                    <a:pt x="2189" y="1353"/>
                    <a:pt x="2408" y="1989"/>
                    <a:pt x="2328" y="2546"/>
                  </a:cubicBezTo>
                  <a:cubicBezTo>
                    <a:pt x="2308" y="2686"/>
                    <a:pt x="2229" y="2725"/>
                    <a:pt x="2129" y="2686"/>
                  </a:cubicBezTo>
                  <a:cubicBezTo>
                    <a:pt x="2030" y="2626"/>
                    <a:pt x="1970" y="2507"/>
                    <a:pt x="1990" y="2387"/>
                  </a:cubicBezTo>
                  <a:cubicBezTo>
                    <a:pt x="2030" y="1950"/>
                    <a:pt x="1871" y="1512"/>
                    <a:pt x="1493" y="1094"/>
                  </a:cubicBezTo>
                  <a:cubicBezTo>
                    <a:pt x="1314" y="895"/>
                    <a:pt x="1135" y="736"/>
                    <a:pt x="1075" y="657"/>
                  </a:cubicBezTo>
                  <a:lnTo>
                    <a:pt x="339" y="4735"/>
                  </a:lnTo>
                  <a:cubicBezTo>
                    <a:pt x="339" y="4814"/>
                    <a:pt x="299" y="4874"/>
                    <a:pt x="220" y="4874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0" name="Google Shape;894;p15"/>
            <p:cNvSpPr/>
            <p:nvPr/>
          </p:nvSpPr>
          <p:spPr>
            <a:xfrm rot="19785000">
              <a:off x="6712200" y="5166720"/>
              <a:ext cx="87480" cy="102960"/>
            </a:xfrm>
            <a:custGeom>
              <a:avLst/>
              <a:gdLst>
                <a:gd name="textAreaLeft" fmla="*/ 0 w 87480"/>
                <a:gd name="textAreaRight" fmla="*/ 87840 w 87480"/>
                <a:gd name="textAreaTop" fmla="*/ 0 h 102960"/>
                <a:gd name="textAreaBottom" fmla="*/ 103320 h 102960"/>
              </a:gdLst>
              <a:ahLst/>
              <a:cxnLst/>
              <a:rect l="textAreaLeft" t="textAreaTop" r="textAreaRight" b="textAreaBottom"/>
              <a:pathLst>
                <a:path w="2110" h="2488">
                  <a:moveTo>
                    <a:pt x="2030" y="1771"/>
                  </a:moveTo>
                  <a:cubicBezTo>
                    <a:pt x="1950" y="2289"/>
                    <a:pt x="1433" y="2488"/>
                    <a:pt x="876" y="2149"/>
                  </a:cubicBezTo>
                  <a:cubicBezTo>
                    <a:pt x="339" y="1831"/>
                    <a:pt x="1" y="1155"/>
                    <a:pt x="100" y="657"/>
                  </a:cubicBezTo>
                  <a:cubicBezTo>
                    <a:pt x="240" y="160"/>
                    <a:pt x="737" y="1"/>
                    <a:pt x="1234" y="299"/>
                  </a:cubicBezTo>
                  <a:cubicBezTo>
                    <a:pt x="1771" y="578"/>
                    <a:pt x="2109" y="1214"/>
                    <a:pt x="2030" y="177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1480" bIns="51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1" name="Google Shape;895;p15"/>
            <p:cNvSpPr/>
            <p:nvPr/>
          </p:nvSpPr>
          <p:spPr>
            <a:xfrm rot="19785000">
              <a:off x="6381000" y="5189400"/>
              <a:ext cx="88920" cy="162720"/>
            </a:xfrm>
            <a:custGeom>
              <a:avLst/>
              <a:gdLst>
                <a:gd name="textAreaLeft" fmla="*/ 0 w 88920"/>
                <a:gd name="textAreaRight" fmla="*/ 89280 w 88920"/>
                <a:gd name="textAreaTop" fmla="*/ 0 h 162720"/>
                <a:gd name="textAreaBottom" fmla="*/ 163080 h 162720"/>
              </a:gdLst>
              <a:ahLst/>
              <a:cxnLst/>
              <a:rect l="textAreaLeft" t="textAreaTop" r="textAreaRight" b="textAreaBottom"/>
              <a:pathLst>
                <a:path w="2149" h="3920">
                  <a:moveTo>
                    <a:pt x="239" y="3919"/>
                  </a:moveTo>
                  <a:cubicBezTo>
                    <a:pt x="199" y="3919"/>
                    <a:pt x="160" y="3880"/>
                    <a:pt x="120" y="3860"/>
                  </a:cubicBezTo>
                  <a:cubicBezTo>
                    <a:pt x="20" y="3780"/>
                    <a:pt x="0" y="3641"/>
                    <a:pt x="40" y="3561"/>
                  </a:cubicBezTo>
                  <a:lnTo>
                    <a:pt x="1791" y="100"/>
                  </a:lnTo>
                  <a:cubicBezTo>
                    <a:pt x="1831" y="1"/>
                    <a:pt x="1930" y="1"/>
                    <a:pt x="2029" y="80"/>
                  </a:cubicBezTo>
                  <a:cubicBezTo>
                    <a:pt x="2129" y="160"/>
                    <a:pt x="2149" y="299"/>
                    <a:pt x="2109" y="379"/>
                  </a:cubicBezTo>
                  <a:lnTo>
                    <a:pt x="358" y="3840"/>
                  </a:lnTo>
                  <a:cubicBezTo>
                    <a:pt x="319" y="3880"/>
                    <a:pt x="299" y="3919"/>
                    <a:pt x="239" y="3919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1360" bIns="81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2" name="Google Shape;896;p15"/>
            <p:cNvSpPr/>
            <p:nvPr/>
          </p:nvSpPr>
          <p:spPr>
            <a:xfrm rot="19785000">
              <a:off x="6417720" y="5151600"/>
              <a:ext cx="86400" cy="96480"/>
            </a:xfrm>
            <a:custGeom>
              <a:avLst/>
              <a:gdLst>
                <a:gd name="textAreaLeft" fmla="*/ 0 w 86400"/>
                <a:gd name="textAreaRight" fmla="*/ 86760 w 86400"/>
                <a:gd name="textAreaTop" fmla="*/ 0 h 96480"/>
                <a:gd name="textAreaBottom" fmla="*/ 96840 h 96480"/>
              </a:gdLst>
              <a:ahLst/>
              <a:cxnLst/>
              <a:rect l="textAreaLeft" t="textAreaTop" r="textAreaRight" b="textAreaBottom"/>
              <a:pathLst>
                <a:path w="2090" h="2329">
                  <a:moveTo>
                    <a:pt x="120" y="319"/>
                  </a:moveTo>
                  <a:cubicBezTo>
                    <a:pt x="219" y="120"/>
                    <a:pt x="418" y="1"/>
                    <a:pt x="657" y="21"/>
                  </a:cubicBezTo>
                  <a:cubicBezTo>
                    <a:pt x="876" y="21"/>
                    <a:pt x="1115" y="140"/>
                    <a:pt x="1373" y="319"/>
                  </a:cubicBezTo>
                  <a:cubicBezTo>
                    <a:pt x="1851" y="717"/>
                    <a:pt x="2089" y="1413"/>
                    <a:pt x="1890" y="1871"/>
                  </a:cubicBezTo>
                  <a:cubicBezTo>
                    <a:pt x="1711" y="2308"/>
                    <a:pt x="1154" y="2328"/>
                    <a:pt x="617" y="1891"/>
                  </a:cubicBezTo>
                  <a:cubicBezTo>
                    <a:pt x="379" y="1692"/>
                    <a:pt x="180" y="1373"/>
                    <a:pt x="100" y="1095"/>
                  </a:cubicBezTo>
                  <a:cubicBezTo>
                    <a:pt x="21" y="816"/>
                    <a:pt x="1" y="538"/>
                    <a:pt x="120" y="319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8240" bIns="48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3" name="Google Shape;897;p15"/>
            <p:cNvSpPr/>
            <p:nvPr/>
          </p:nvSpPr>
          <p:spPr>
            <a:xfrm rot="19785000">
              <a:off x="5781240" y="5028840"/>
              <a:ext cx="362880" cy="416520"/>
            </a:xfrm>
            <a:custGeom>
              <a:avLst/>
              <a:gdLst>
                <a:gd name="textAreaLeft" fmla="*/ 0 w 362880"/>
                <a:gd name="textAreaRight" fmla="*/ 363240 w 362880"/>
                <a:gd name="textAreaTop" fmla="*/ 0 h 416520"/>
                <a:gd name="textAreaBottom" fmla="*/ 416880 h 416520"/>
              </a:gdLst>
              <a:ahLst/>
              <a:cxnLst/>
              <a:rect l="textAreaLeft" t="textAreaTop" r="textAreaRight" b="textAreaBottom"/>
              <a:pathLst>
                <a:path w="8734" h="10027">
                  <a:moveTo>
                    <a:pt x="6287" y="10027"/>
                  </a:moveTo>
                  <a:cubicBezTo>
                    <a:pt x="6247" y="10027"/>
                    <a:pt x="6187" y="10007"/>
                    <a:pt x="6148" y="9947"/>
                  </a:cubicBezTo>
                  <a:cubicBezTo>
                    <a:pt x="6068" y="9848"/>
                    <a:pt x="6048" y="9729"/>
                    <a:pt x="6088" y="9649"/>
                  </a:cubicBezTo>
                  <a:lnTo>
                    <a:pt x="8236" y="6705"/>
                  </a:lnTo>
                  <a:cubicBezTo>
                    <a:pt x="7620" y="6028"/>
                    <a:pt x="6983" y="5372"/>
                    <a:pt x="6386" y="4735"/>
                  </a:cubicBezTo>
                  <a:cubicBezTo>
                    <a:pt x="5034" y="3263"/>
                    <a:pt x="3701" y="1891"/>
                    <a:pt x="2368" y="598"/>
                  </a:cubicBezTo>
                  <a:lnTo>
                    <a:pt x="379" y="3661"/>
                  </a:lnTo>
                  <a:cubicBezTo>
                    <a:pt x="319" y="3741"/>
                    <a:pt x="200" y="3741"/>
                    <a:pt x="120" y="3661"/>
                  </a:cubicBezTo>
                  <a:cubicBezTo>
                    <a:pt x="21" y="3582"/>
                    <a:pt x="1" y="3442"/>
                    <a:pt x="41" y="3363"/>
                  </a:cubicBezTo>
                  <a:lnTo>
                    <a:pt x="2229" y="1"/>
                  </a:lnTo>
                  <a:lnTo>
                    <a:pt x="2388" y="160"/>
                  </a:lnTo>
                  <a:cubicBezTo>
                    <a:pt x="3800" y="1493"/>
                    <a:pt x="5153" y="2925"/>
                    <a:pt x="6585" y="4437"/>
                  </a:cubicBezTo>
                  <a:cubicBezTo>
                    <a:pt x="7242" y="5133"/>
                    <a:pt x="7898" y="5849"/>
                    <a:pt x="8575" y="6566"/>
                  </a:cubicBezTo>
                  <a:lnTo>
                    <a:pt x="8734" y="6725"/>
                  </a:lnTo>
                  <a:lnTo>
                    <a:pt x="6386" y="9947"/>
                  </a:lnTo>
                  <a:cubicBezTo>
                    <a:pt x="6386" y="10007"/>
                    <a:pt x="6347" y="10027"/>
                    <a:pt x="6287" y="10027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4" name="Google Shape;898;p15"/>
            <p:cNvSpPr/>
            <p:nvPr/>
          </p:nvSpPr>
          <p:spPr>
            <a:xfrm rot="19785000">
              <a:off x="5715720" y="5221800"/>
              <a:ext cx="73440" cy="81720"/>
            </a:xfrm>
            <a:custGeom>
              <a:avLst/>
              <a:gdLst>
                <a:gd name="textAreaLeft" fmla="*/ 0 w 73440"/>
                <a:gd name="textAreaRight" fmla="*/ 73800 w 73440"/>
                <a:gd name="textAreaTop" fmla="*/ 0 h 81720"/>
                <a:gd name="textAreaBottom" fmla="*/ 82080 h 81720"/>
              </a:gdLst>
              <a:ahLst/>
              <a:cxnLst/>
              <a:rect l="textAreaLeft" t="textAreaTop" r="textAreaRight" b="textAreaBottom"/>
              <a:pathLst>
                <a:path w="1771" h="1970">
                  <a:moveTo>
                    <a:pt x="1651" y="1731"/>
                  </a:moveTo>
                  <a:cubicBezTo>
                    <a:pt x="1512" y="1910"/>
                    <a:pt x="1353" y="1970"/>
                    <a:pt x="1154" y="1970"/>
                  </a:cubicBezTo>
                  <a:cubicBezTo>
                    <a:pt x="955" y="1970"/>
                    <a:pt x="716" y="1870"/>
                    <a:pt x="517" y="1711"/>
                  </a:cubicBezTo>
                  <a:cubicBezTo>
                    <a:pt x="120" y="1333"/>
                    <a:pt x="0" y="776"/>
                    <a:pt x="219" y="418"/>
                  </a:cubicBezTo>
                  <a:cubicBezTo>
                    <a:pt x="458" y="40"/>
                    <a:pt x="955" y="0"/>
                    <a:pt x="1353" y="418"/>
                  </a:cubicBezTo>
                  <a:cubicBezTo>
                    <a:pt x="1532" y="617"/>
                    <a:pt x="1691" y="836"/>
                    <a:pt x="1731" y="1074"/>
                  </a:cubicBezTo>
                  <a:cubicBezTo>
                    <a:pt x="1771" y="1333"/>
                    <a:pt x="1751" y="1552"/>
                    <a:pt x="1651" y="173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1040" bIns="41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5" name="Google Shape;899;p15"/>
            <p:cNvSpPr/>
            <p:nvPr/>
          </p:nvSpPr>
          <p:spPr>
            <a:xfrm rot="19785000">
              <a:off x="6052320" y="5308560"/>
              <a:ext cx="90000" cy="102240"/>
            </a:xfrm>
            <a:custGeom>
              <a:avLst/>
              <a:gdLst>
                <a:gd name="textAreaLeft" fmla="*/ 0 w 90000"/>
                <a:gd name="textAreaRight" fmla="*/ 90360 w 90000"/>
                <a:gd name="textAreaTop" fmla="*/ 0 h 102240"/>
                <a:gd name="textAreaBottom" fmla="*/ 102600 h 102240"/>
              </a:gdLst>
              <a:ahLst/>
              <a:cxnLst/>
              <a:rect l="textAreaLeft" t="textAreaTop" r="textAreaRight" b="textAreaBottom"/>
              <a:pathLst>
                <a:path w="2169" h="2467">
                  <a:moveTo>
                    <a:pt x="1930" y="2129"/>
                  </a:moveTo>
                  <a:cubicBezTo>
                    <a:pt x="1671" y="2467"/>
                    <a:pt x="1094" y="2328"/>
                    <a:pt x="637" y="1830"/>
                  </a:cubicBezTo>
                  <a:cubicBezTo>
                    <a:pt x="179" y="1333"/>
                    <a:pt x="0" y="676"/>
                    <a:pt x="259" y="338"/>
                  </a:cubicBezTo>
                  <a:cubicBezTo>
                    <a:pt x="497" y="0"/>
                    <a:pt x="1074" y="100"/>
                    <a:pt x="1532" y="597"/>
                  </a:cubicBezTo>
                  <a:cubicBezTo>
                    <a:pt x="1989" y="1094"/>
                    <a:pt x="2168" y="1771"/>
                    <a:pt x="1930" y="2129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1120" bIns="511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6" name="Google Shape;900;p15"/>
            <p:cNvSpPr/>
            <p:nvPr/>
          </p:nvSpPr>
          <p:spPr>
            <a:xfrm rot="19785000">
              <a:off x="5875200" y="5259600"/>
              <a:ext cx="83160" cy="90000"/>
            </a:xfrm>
            <a:custGeom>
              <a:avLst/>
              <a:gdLst>
                <a:gd name="textAreaLeft" fmla="*/ 0 w 83160"/>
                <a:gd name="textAreaRight" fmla="*/ 83520 w 83160"/>
                <a:gd name="textAreaTop" fmla="*/ 0 h 90000"/>
                <a:gd name="textAreaBottom" fmla="*/ 90360 h 90000"/>
              </a:gdLst>
              <a:ahLst/>
              <a:cxnLst/>
              <a:rect l="textAreaLeft" t="textAreaTop" r="textAreaRight" b="textAreaBottom"/>
              <a:pathLst>
                <a:path w="2010" h="2169">
                  <a:moveTo>
                    <a:pt x="1771" y="1950"/>
                  </a:moveTo>
                  <a:cubicBezTo>
                    <a:pt x="1651" y="2129"/>
                    <a:pt x="1452" y="2169"/>
                    <a:pt x="1214" y="2149"/>
                  </a:cubicBezTo>
                  <a:cubicBezTo>
                    <a:pt x="995" y="2089"/>
                    <a:pt x="756" y="1970"/>
                    <a:pt x="557" y="1751"/>
                  </a:cubicBezTo>
                  <a:cubicBezTo>
                    <a:pt x="120" y="1313"/>
                    <a:pt x="0" y="696"/>
                    <a:pt x="239" y="358"/>
                  </a:cubicBezTo>
                  <a:cubicBezTo>
                    <a:pt x="498" y="0"/>
                    <a:pt x="1015" y="80"/>
                    <a:pt x="1452" y="537"/>
                  </a:cubicBezTo>
                  <a:cubicBezTo>
                    <a:pt x="1870" y="955"/>
                    <a:pt x="2009" y="1631"/>
                    <a:pt x="1771" y="195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5000" bIns="45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7" name="Google Shape;901;p15"/>
            <p:cNvSpPr/>
            <p:nvPr/>
          </p:nvSpPr>
          <p:spPr>
            <a:xfrm rot="19785000">
              <a:off x="5902200" y="5162760"/>
              <a:ext cx="108720" cy="143640"/>
            </a:xfrm>
            <a:custGeom>
              <a:avLst/>
              <a:gdLst>
                <a:gd name="textAreaLeft" fmla="*/ 0 w 108720"/>
                <a:gd name="textAreaRight" fmla="*/ 109080 w 108720"/>
                <a:gd name="textAreaTop" fmla="*/ 0 h 143640"/>
                <a:gd name="textAreaBottom" fmla="*/ 144000 h 143640"/>
              </a:gdLst>
              <a:ahLst/>
              <a:cxnLst/>
              <a:rect l="textAreaLeft" t="textAreaTop" r="textAreaRight" b="textAreaBottom"/>
              <a:pathLst>
                <a:path w="2627" h="3463">
                  <a:moveTo>
                    <a:pt x="299" y="3462"/>
                  </a:moveTo>
                  <a:lnTo>
                    <a:pt x="1" y="3144"/>
                  </a:lnTo>
                  <a:lnTo>
                    <a:pt x="2308" y="1"/>
                  </a:lnTo>
                  <a:lnTo>
                    <a:pt x="2627" y="319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2000" bIns="72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8" name="Google Shape;902;p15"/>
            <p:cNvSpPr/>
            <p:nvPr/>
          </p:nvSpPr>
          <p:spPr>
            <a:xfrm rot="19785000">
              <a:off x="5828400" y="5054040"/>
              <a:ext cx="274320" cy="284400"/>
            </a:xfrm>
            <a:custGeom>
              <a:avLst/>
              <a:gdLst>
                <a:gd name="textAreaLeft" fmla="*/ 0 w 274320"/>
                <a:gd name="textAreaRight" fmla="*/ 274680 w 274320"/>
                <a:gd name="textAreaTop" fmla="*/ 0 h 284400"/>
                <a:gd name="textAreaBottom" fmla="*/ 284760 h 284400"/>
              </a:gdLst>
              <a:ahLst/>
              <a:cxnLst/>
              <a:rect l="textAreaLeft" t="textAreaTop" r="textAreaRight" b="textAreaBottom"/>
              <a:pathLst>
                <a:path w="6605" h="6844">
                  <a:moveTo>
                    <a:pt x="6425" y="6844"/>
                  </a:moveTo>
                  <a:cubicBezTo>
                    <a:pt x="6366" y="6844"/>
                    <a:pt x="6326" y="6824"/>
                    <a:pt x="6266" y="6764"/>
                  </a:cubicBezTo>
                  <a:cubicBezTo>
                    <a:pt x="5610" y="6048"/>
                    <a:pt x="4914" y="5332"/>
                    <a:pt x="4257" y="4596"/>
                  </a:cubicBezTo>
                  <a:cubicBezTo>
                    <a:pt x="2845" y="3084"/>
                    <a:pt x="1492" y="1692"/>
                    <a:pt x="139" y="379"/>
                  </a:cubicBezTo>
                  <a:cubicBezTo>
                    <a:pt x="40" y="299"/>
                    <a:pt x="0" y="140"/>
                    <a:pt x="80" y="80"/>
                  </a:cubicBezTo>
                  <a:cubicBezTo>
                    <a:pt x="139" y="1"/>
                    <a:pt x="259" y="1"/>
                    <a:pt x="338" y="80"/>
                  </a:cubicBezTo>
                  <a:cubicBezTo>
                    <a:pt x="1731" y="1393"/>
                    <a:pt x="3064" y="2806"/>
                    <a:pt x="4476" y="4337"/>
                  </a:cubicBezTo>
                  <a:cubicBezTo>
                    <a:pt x="5132" y="5034"/>
                    <a:pt x="5809" y="5750"/>
                    <a:pt x="6505" y="6466"/>
                  </a:cubicBezTo>
                  <a:cubicBezTo>
                    <a:pt x="6565" y="6565"/>
                    <a:pt x="6604" y="6685"/>
                    <a:pt x="6545" y="6764"/>
                  </a:cubicBezTo>
                  <a:cubicBezTo>
                    <a:pt x="6525" y="6824"/>
                    <a:pt x="6465" y="6844"/>
                    <a:pt x="6425" y="6844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9" name="Google Shape;903;p15"/>
            <p:cNvSpPr/>
            <p:nvPr/>
          </p:nvSpPr>
          <p:spPr>
            <a:xfrm rot="19785000">
              <a:off x="7770600" y="4534920"/>
              <a:ext cx="230400" cy="303480"/>
            </a:xfrm>
            <a:custGeom>
              <a:avLst/>
              <a:gdLst>
                <a:gd name="textAreaLeft" fmla="*/ 0 w 230400"/>
                <a:gd name="textAreaRight" fmla="*/ 230760 w 230400"/>
                <a:gd name="textAreaTop" fmla="*/ 0 h 303480"/>
                <a:gd name="textAreaBottom" fmla="*/ 303840 h 303480"/>
              </a:gdLst>
              <a:ahLst/>
              <a:cxnLst/>
              <a:rect l="textAreaLeft" t="textAreaTop" r="textAreaRight" b="textAreaBottom"/>
              <a:pathLst>
                <a:path w="5551" h="7302">
                  <a:moveTo>
                    <a:pt x="1811" y="7261"/>
                  </a:moveTo>
                  <a:cubicBezTo>
                    <a:pt x="1731" y="7261"/>
                    <a:pt x="1652" y="7202"/>
                    <a:pt x="1612" y="7102"/>
                  </a:cubicBezTo>
                  <a:lnTo>
                    <a:pt x="1" y="1632"/>
                  </a:lnTo>
                  <a:lnTo>
                    <a:pt x="160" y="1572"/>
                  </a:lnTo>
                  <a:cubicBezTo>
                    <a:pt x="558" y="1433"/>
                    <a:pt x="995" y="1254"/>
                    <a:pt x="1373" y="1075"/>
                  </a:cubicBezTo>
                  <a:cubicBezTo>
                    <a:pt x="1552" y="995"/>
                    <a:pt x="1712" y="936"/>
                    <a:pt x="1871" y="876"/>
                  </a:cubicBezTo>
                  <a:lnTo>
                    <a:pt x="3144" y="299"/>
                  </a:lnTo>
                  <a:lnTo>
                    <a:pt x="3721" y="1"/>
                  </a:lnTo>
                  <a:lnTo>
                    <a:pt x="5511" y="5431"/>
                  </a:lnTo>
                  <a:cubicBezTo>
                    <a:pt x="5551" y="5551"/>
                    <a:pt x="5511" y="5710"/>
                    <a:pt x="5431" y="5750"/>
                  </a:cubicBezTo>
                  <a:cubicBezTo>
                    <a:pt x="5332" y="5809"/>
                    <a:pt x="5233" y="5730"/>
                    <a:pt x="5213" y="5610"/>
                  </a:cubicBezTo>
                  <a:lnTo>
                    <a:pt x="3601" y="677"/>
                  </a:lnTo>
                  <a:lnTo>
                    <a:pt x="3343" y="796"/>
                  </a:lnTo>
                  <a:lnTo>
                    <a:pt x="2070" y="1393"/>
                  </a:lnTo>
                  <a:cubicBezTo>
                    <a:pt x="1910" y="1473"/>
                    <a:pt x="1751" y="1552"/>
                    <a:pt x="1572" y="1592"/>
                  </a:cubicBezTo>
                  <a:cubicBezTo>
                    <a:pt x="1234" y="1751"/>
                    <a:pt x="876" y="1890"/>
                    <a:pt x="538" y="2030"/>
                  </a:cubicBezTo>
                  <a:lnTo>
                    <a:pt x="2010" y="7003"/>
                  </a:lnTo>
                  <a:cubicBezTo>
                    <a:pt x="2050" y="7122"/>
                    <a:pt x="2010" y="7261"/>
                    <a:pt x="1910" y="7301"/>
                  </a:cubicBezTo>
                  <a:cubicBezTo>
                    <a:pt x="1831" y="7261"/>
                    <a:pt x="1811" y="7261"/>
                    <a:pt x="1811" y="726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0" name="Google Shape;904;p15"/>
            <p:cNvSpPr/>
            <p:nvPr/>
          </p:nvSpPr>
          <p:spPr>
            <a:xfrm rot="19785000">
              <a:off x="7858080" y="4801680"/>
              <a:ext cx="86400" cy="102240"/>
            </a:xfrm>
            <a:custGeom>
              <a:avLst/>
              <a:gdLst>
                <a:gd name="textAreaLeft" fmla="*/ 0 w 86400"/>
                <a:gd name="textAreaRight" fmla="*/ 86760 w 86400"/>
                <a:gd name="textAreaTop" fmla="*/ 0 h 102240"/>
                <a:gd name="textAreaBottom" fmla="*/ 102600 h 102240"/>
              </a:gdLst>
              <a:ahLst/>
              <a:cxnLst/>
              <a:rect l="textAreaLeft" t="textAreaTop" r="textAreaRight" b="textAreaBottom"/>
              <a:pathLst>
                <a:path w="2090" h="2467">
                  <a:moveTo>
                    <a:pt x="1910" y="895"/>
                  </a:moveTo>
                  <a:cubicBezTo>
                    <a:pt x="2089" y="1472"/>
                    <a:pt x="1811" y="2089"/>
                    <a:pt x="1333" y="2288"/>
                  </a:cubicBezTo>
                  <a:cubicBezTo>
                    <a:pt x="836" y="2467"/>
                    <a:pt x="319" y="2109"/>
                    <a:pt x="140" y="1552"/>
                  </a:cubicBezTo>
                  <a:cubicBezTo>
                    <a:pt x="1" y="975"/>
                    <a:pt x="239" y="358"/>
                    <a:pt x="737" y="199"/>
                  </a:cubicBezTo>
                  <a:cubicBezTo>
                    <a:pt x="1214" y="0"/>
                    <a:pt x="1771" y="318"/>
                    <a:pt x="1910" y="89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1120" bIns="511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1" name="Google Shape;905;p15"/>
            <p:cNvSpPr/>
            <p:nvPr/>
          </p:nvSpPr>
          <p:spPr>
            <a:xfrm rot="19785000">
              <a:off x="7956000" y="4671360"/>
              <a:ext cx="86400" cy="104760"/>
            </a:xfrm>
            <a:custGeom>
              <a:avLst/>
              <a:gdLst>
                <a:gd name="textAreaLeft" fmla="*/ 0 w 86400"/>
                <a:gd name="textAreaRight" fmla="*/ 86760 w 86400"/>
                <a:gd name="textAreaTop" fmla="*/ 0 h 104760"/>
                <a:gd name="textAreaBottom" fmla="*/ 105120 h 104760"/>
              </a:gdLst>
              <a:ahLst/>
              <a:cxnLst/>
              <a:rect l="textAreaLeft" t="textAreaTop" r="textAreaRight" b="textAreaBottom"/>
              <a:pathLst>
                <a:path w="2089" h="2527">
                  <a:moveTo>
                    <a:pt x="1890" y="836"/>
                  </a:moveTo>
                  <a:cubicBezTo>
                    <a:pt x="2089" y="1413"/>
                    <a:pt x="1850" y="2089"/>
                    <a:pt x="1373" y="2308"/>
                  </a:cubicBezTo>
                  <a:cubicBezTo>
                    <a:pt x="895" y="2527"/>
                    <a:pt x="358" y="2228"/>
                    <a:pt x="179" y="1671"/>
                  </a:cubicBezTo>
                  <a:cubicBezTo>
                    <a:pt x="0" y="1094"/>
                    <a:pt x="219" y="438"/>
                    <a:pt x="696" y="219"/>
                  </a:cubicBezTo>
                  <a:cubicBezTo>
                    <a:pt x="1174" y="0"/>
                    <a:pt x="1731" y="279"/>
                    <a:pt x="1890" y="836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2560" bIns="525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2" name="Google Shape;906;p15"/>
            <p:cNvSpPr/>
            <p:nvPr/>
          </p:nvSpPr>
          <p:spPr>
            <a:xfrm rot="19785000">
              <a:off x="7940520" y="4222800"/>
              <a:ext cx="104040" cy="231480"/>
            </a:xfrm>
            <a:custGeom>
              <a:avLst/>
              <a:gdLst>
                <a:gd name="textAreaLeft" fmla="*/ 0 w 104040"/>
                <a:gd name="textAreaRight" fmla="*/ 104400 w 104040"/>
                <a:gd name="textAreaTop" fmla="*/ 0 h 231480"/>
                <a:gd name="textAreaBottom" fmla="*/ 231840 h 231480"/>
              </a:gdLst>
              <a:ahLst/>
              <a:cxnLst/>
              <a:rect l="textAreaLeft" t="textAreaTop" r="textAreaRight" b="textAreaBottom"/>
              <a:pathLst>
                <a:path w="2508" h="5571">
                  <a:moveTo>
                    <a:pt x="2129" y="5571"/>
                  </a:moveTo>
                  <a:cubicBezTo>
                    <a:pt x="2050" y="5571"/>
                    <a:pt x="1990" y="5531"/>
                    <a:pt x="1950" y="5432"/>
                  </a:cubicBezTo>
                  <a:lnTo>
                    <a:pt x="1" y="279"/>
                  </a:lnTo>
                  <a:lnTo>
                    <a:pt x="200" y="200"/>
                  </a:lnTo>
                  <a:cubicBezTo>
                    <a:pt x="200" y="200"/>
                    <a:pt x="299" y="160"/>
                    <a:pt x="439" y="140"/>
                  </a:cubicBezTo>
                  <a:cubicBezTo>
                    <a:pt x="598" y="81"/>
                    <a:pt x="816" y="41"/>
                    <a:pt x="1055" y="41"/>
                  </a:cubicBezTo>
                  <a:cubicBezTo>
                    <a:pt x="1732" y="1"/>
                    <a:pt x="2209" y="359"/>
                    <a:pt x="2448" y="996"/>
                  </a:cubicBezTo>
                  <a:cubicBezTo>
                    <a:pt x="2507" y="1135"/>
                    <a:pt x="2487" y="1274"/>
                    <a:pt x="2388" y="1334"/>
                  </a:cubicBezTo>
                  <a:cubicBezTo>
                    <a:pt x="2308" y="1374"/>
                    <a:pt x="2189" y="1334"/>
                    <a:pt x="2129" y="1195"/>
                  </a:cubicBezTo>
                  <a:cubicBezTo>
                    <a:pt x="1950" y="757"/>
                    <a:pt x="1612" y="538"/>
                    <a:pt x="1095" y="538"/>
                  </a:cubicBezTo>
                  <a:cubicBezTo>
                    <a:pt x="856" y="538"/>
                    <a:pt x="657" y="578"/>
                    <a:pt x="538" y="638"/>
                  </a:cubicBezTo>
                  <a:lnTo>
                    <a:pt x="498" y="638"/>
                  </a:lnTo>
                  <a:lnTo>
                    <a:pt x="2229" y="5233"/>
                  </a:lnTo>
                  <a:cubicBezTo>
                    <a:pt x="2289" y="5352"/>
                    <a:pt x="2249" y="5491"/>
                    <a:pt x="2149" y="5551"/>
                  </a:cubicBezTo>
                  <a:cubicBezTo>
                    <a:pt x="2189" y="5551"/>
                    <a:pt x="2149" y="5571"/>
                    <a:pt x="2129" y="557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3" name="Google Shape;907;p15"/>
            <p:cNvSpPr/>
            <p:nvPr/>
          </p:nvSpPr>
          <p:spPr>
            <a:xfrm rot="19785000">
              <a:off x="8015040" y="4384800"/>
              <a:ext cx="90720" cy="113760"/>
            </a:xfrm>
            <a:custGeom>
              <a:avLst/>
              <a:gdLst>
                <a:gd name="textAreaLeft" fmla="*/ 0 w 90720"/>
                <a:gd name="textAreaRight" fmla="*/ 91080 w 90720"/>
                <a:gd name="textAreaTop" fmla="*/ 0 h 113760"/>
                <a:gd name="textAreaBottom" fmla="*/ 114120 h 113760"/>
              </a:gdLst>
              <a:ahLst/>
              <a:cxnLst/>
              <a:rect l="textAreaLeft" t="textAreaTop" r="textAreaRight" b="textAreaBottom"/>
              <a:pathLst>
                <a:path w="2189" h="2746">
                  <a:moveTo>
                    <a:pt x="1970" y="836"/>
                  </a:moveTo>
                  <a:cubicBezTo>
                    <a:pt x="2188" y="1433"/>
                    <a:pt x="1989" y="2149"/>
                    <a:pt x="1492" y="2447"/>
                  </a:cubicBezTo>
                  <a:cubicBezTo>
                    <a:pt x="1015" y="2746"/>
                    <a:pt x="438" y="2487"/>
                    <a:pt x="219" y="1890"/>
                  </a:cubicBezTo>
                  <a:cubicBezTo>
                    <a:pt x="0" y="1293"/>
                    <a:pt x="219" y="577"/>
                    <a:pt x="696" y="279"/>
                  </a:cubicBezTo>
                  <a:cubicBezTo>
                    <a:pt x="1174" y="0"/>
                    <a:pt x="1731" y="239"/>
                    <a:pt x="1970" y="836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6880" bIns="56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4" name="Google Shape;908;p15"/>
            <p:cNvSpPr/>
            <p:nvPr/>
          </p:nvSpPr>
          <p:spPr>
            <a:xfrm rot="19785000">
              <a:off x="8294760" y="2878560"/>
              <a:ext cx="111240" cy="274320"/>
            </a:xfrm>
            <a:custGeom>
              <a:avLst/>
              <a:gdLst>
                <a:gd name="textAreaLeft" fmla="*/ 0 w 111240"/>
                <a:gd name="textAreaRight" fmla="*/ 111600 w 111240"/>
                <a:gd name="textAreaTop" fmla="*/ 0 h 274320"/>
                <a:gd name="textAreaBottom" fmla="*/ 274680 h 274320"/>
              </a:gdLst>
              <a:ahLst/>
              <a:cxnLst/>
              <a:rect l="textAreaLeft" t="textAreaTop" r="textAreaRight" b="textAreaBottom"/>
              <a:pathLst>
                <a:path w="2687" h="6605">
                  <a:moveTo>
                    <a:pt x="1851" y="6605"/>
                  </a:moveTo>
                  <a:cubicBezTo>
                    <a:pt x="1791" y="6605"/>
                    <a:pt x="1712" y="6545"/>
                    <a:pt x="1692" y="6446"/>
                  </a:cubicBezTo>
                  <a:lnTo>
                    <a:pt x="1" y="1095"/>
                  </a:lnTo>
                  <a:lnTo>
                    <a:pt x="200" y="995"/>
                  </a:lnTo>
                  <a:cubicBezTo>
                    <a:pt x="259" y="955"/>
                    <a:pt x="2149" y="1"/>
                    <a:pt x="2627" y="1632"/>
                  </a:cubicBezTo>
                  <a:cubicBezTo>
                    <a:pt x="2686" y="1751"/>
                    <a:pt x="2627" y="1930"/>
                    <a:pt x="2527" y="1970"/>
                  </a:cubicBezTo>
                  <a:cubicBezTo>
                    <a:pt x="2428" y="2049"/>
                    <a:pt x="2328" y="1970"/>
                    <a:pt x="2288" y="1851"/>
                  </a:cubicBezTo>
                  <a:cubicBezTo>
                    <a:pt x="2010" y="935"/>
                    <a:pt x="956" y="1234"/>
                    <a:pt x="518" y="1393"/>
                  </a:cubicBezTo>
                  <a:lnTo>
                    <a:pt x="2030" y="6167"/>
                  </a:lnTo>
                  <a:cubicBezTo>
                    <a:pt x="2090" y="6307"/>
                    <a:pt x="2030" y="6466"/>
                    <a:pt x="1930" y="6545"/>
                  </a:cubicBezTo>
                  <a:cubicBezTo>
                    <a:pt x="1910" y="6565"/>
                    <a:pt x="1891" y="6565"/>
                    <a:pt x="1851" y="660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5" name="Google Shape;909;p15"/>
            <p:cNvSpPr/>
            <p:nvPr/>
          </p:nvSpPr>
          <p:spPr>
            <a:xfrm rot="19785000">
              <a:off x="8368560" y="3085920"/>
              <a:ext cx="94680" cy="123840"/>
            </a:xfrm>
            <a:custGeom>
              <a:avLst/>
              <a:gdLst>
                <a:gd name="textAreaLeft" fmla="*/ 0 w 94680"/>
                <a:gd name="textAreaRight" fmla="*/ 95040 w 94680"/>
                <a:gd name="textAreaTop" fmla="*/ 0 h 123840"/>
                <a:gd name="textAreaBottom" fmla="*/ 124200 h 123840"/>
              </a:gdLst>
              <a:ahLst/>
              <a:cxnLst/>
              <a:rect l="textAreaLeft" t="textAreaTop" r="textAreaRight" b="textAreaBottom"/>
              <a:pathLst>
                <a:path w="2289" h="2985">
                  <a:moveTo>
                    <a:pt x="2090" y="816"/>
                  </a:moveTo>
                  <a:cubicBezTo>
                    <a:pt x="2289" y="1453"/>
                    <a:pt x="2030" y="2249"/>
                    <a:pt x="1493" y="2607"/>
                  </a:cubicBezTo>
                  <a:cubicBezTo>
                    <a:pt x="976" y="2985"/>
                    <a:pt x="399" y="2806"/>
                    <a:pt x="200" y="2189"/>
                  </a:cubicBezTo>
                  <a:cubicBezTo>
                    <a:pt x="1" y="1592"/>
                    <a:pt x="260" y="776"/>
                    <a:pt x="777" y="399"/>
                  </a:cubicBezTo>
                  <a:cubicBezTo>
                    <a:pt x="1294" y="1"/>
                    <a:pt x="1891" y="220"/>
                    <a:pt x="2090" y="816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1920" bIns="61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6" name="Google Shape;910;p15"/>
            <p:cNvSpPr/>
            <p:nvPr/>
          </p:nvSpPr>
          <p:spPr>
            <a:xfrm rot="19785000">
              <a:off x="8328600" y="3428280"/>
              <a:ext cx="93960" cy="228240"/>
            </a:xfrm>
            <a:custGeom>
              <a:avLst/>
              <a:gdLst>
                <a:gd name="textAreaLeft" fmla="*/ 0 w 93960"/>
                <a:gd name="textAreaRight" fmla="*/ 94320 w 93960"/>
                <a:gd name="textAreaTop" fmla="*/ 0 h 228240"/>
                <a:gd name="textAreaBottom" fmla="*/ 228600 h 228240"/>
              </a:gdLst>
              <a:ahLst/>
              <a:cxnLst/>
              <a:rect l="textAreaLeft" t="textAreaTop" r="textAreaRight" b="textAreaBottom"/>
              <a:pathLst>
                <a:path w="2268" h="5492">
                  <a:moveTo>
                    <a:pt x="2069" y="5491"/>
                  </a:moveTo>
                  <a:cubicBezTo>
                    <a:pt x="1990" y="5491"/>
                    <a:pt x="1910" y="5452"/>
                    <a:pt x="1890" y="5352"/>
                  </a:cubicBezTo>
                  <a:lnTo>
                    <a:pt x="40" y="419"/>
                  </a:lnTo>
                  <a:cubicBezTo>
                    <a:pt x="0" y="299"/>
                    <a:pt x="20" y="120"/>
                    <a:pt x="120" y="80"/>
                  </a:cubicBezTo>
                  <a:cubicBezTo>
                    <a:pt x="219" y="1"/>
                    <a:pt x="319" y="41"/>
                    <a:pt x="378" y="180"/>
                  </a:cubicBezTo>
                  <a:lnTo>
                    <a:pt x="2208" y="5093"/>
                  </a:lnTo>
                  <a:cubicBezTo>
                    <a:pt x="2268" y="5213"/>
                    <a:pt x="2228" y="5392"/>
                    <a:pt x="2129" y="5452"/>
                  </a:cubicBezTo>
                  <a:cubicBezTo>
                    <a:pt x="2109" y="5491"/>
                    <a:pt x="2089" y="5491"/>
                    <a:pt x="2069" y="549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7" name="Google Shape;911;p15"/>
            <p:cNvSpPr/>
            <p:nvPr/>
          </p:nvSpPr>
          <p:spPr>
            <a:xfrm rot="19785000">
              <a:off x="8259480" y="3378960"/>
              <a:ext cx="93960" cy="122040"/>
            </a:xfrm>
            <a:custGeom>
              <a:avLst/>
              <a:gdLst>
                <a:gd name="textAreaLeft" fmla="*/ 0 w 93960"/>
                <a:gd name="textAreaRight" fmla="*/ 94320 w 93960"/>
                <a:gd name="textAreaTop" fmla="*/ 0 h 122040"/>
                <a:gd name="textAreaBottom" fmla="*/ 122400 h 122040"/>
              </a:gdLst>
              <a:ahLst/>
              <a:cxnLst/>
              <a:rect l="textAreaLeft" t="textAreaTop" r="textAreaRight" b="textAreaBottom"/>
              <a:pathLst>
                <a:path w="2269" h="2945">
                  <a:moveTo>
                    <a:pt x="219" y="2168"/>
                  </a:moveTo>
                  <a:cubicBezTo>
                    <a:pt x="0" y="1572"/>
                    <a:pt x="219" y="776"/>
                    <a:pt x="716" y="398"/>
                  </a:cubicBezTo>
                  <a:cubicBezTo>
                    <a:pt x="1214" y="0"/>
                    <a:pt x="1811" y="179"/>
                    <a:pt x="2029" y="776"/>
                  </a:cubicBezTo>
                  <a:cubicBezTo>
                    <a:pt x="2268" y="1373"/>
                    <a:pt x="2029" y="2168"/>
                    <a:pt x="1532" y="2566"/>
                  </a:cubicBezTo>
                  <a:cubicBezTo>
                    <a:pt x="1015" y="2944"/>
                    <a:pt x="438" y="2765"/>
                    <a:pt x="219" y="216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1200" bIns="61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8" name="Google Shape;912;p15"/>
            <p:cNvSpPr/>
            <p:nvPr/>
          </p:nvSpPr>
          <p:spPr>
            <a:xfrm rot="19785000">
              <a:off x="8139240" y="3793680"/>
              <a:ext cx="363600" cy="442440"/>
            </a:xfrm>
            <a:custGeom>
              <a:avLst/>
              <a:gdLst>
                <a:gd name="textAreaLeft" fmla="*/ 0 w 363600"/>
                <a:gd name="textAreaRight" fmla="*/ 363960 w 363600"/>
                <a:gd name="textAreaTop" fmla="*/ 0 h 442440"/>
                <a:gd name="textAreaBottom" fmla="*/ 442800 h 442440"/>
              </a:gdLst>
              <a:ahLst/>
              <a:cxnLst/>
              <a:rect l="textAreaLeft" t="textAreaTop" r="textAreaRight" b="textAreaBottom"/>
              <a:pathLst>
                <a:path w="8754" h="10644">
                  <a:moveTo>
                    <a:pt x="2269" y="10643"/>
                  </a:moveTo>
                  <a:cubicBezTo>
                    <a:pt x="2189" y="10643"/>
                    <a:pt x="2129" y="10603"/>
                    <a:pt x="2089" y="10504"/>
                  </a:cubicBezTo>
                  <a:lnTo>
                    <a:pt x="1" y="5212"/>
                  </a:lnTo>
                  <a:lnTo>
                    <a:pt x="160" y="5073"/>
                  </a:lnTo>
                  <a:cubicBezTo>
                    <a:pt x="1871" y="3780"/>
                    <a:pt x="3581" y="2447"/>
                    <a:pt x="5272" y="1095"/>
                  </a:cubicBezTo>
                  <a:lnTo>
                    <a:pt x="6645" y="0"/>
                  </a:lnTo>
                  <a:lnTo>
                    <a:pt x="8714" y="5312"/>
                  </a:lnTo>
                  <a:cubicBezTo>
                    <a:pt x="8754" y="5431"/>
                    <a:pt x="8734" y="5610"/>
                    <a:pt x="8634" y="5650"/>
                  </a:cubicBezTo>
                  <a:cubicBezTo>
                    <a:pt x="8555" y="5730"/>
                    <a:pt x="8435" y="5670"/>
                    <a:pt x="8395" y="5550"/>
                  </a:cubicBezTo>
                  <a:lnTo>
                    <a:pt x="6506" y="697"/>
                  </a:lnTo>
                  <a:lnTo>
                    <a:pt x="5451" y="1552"/>
                  </a:lnTo>
                  <a:cubicBezTo>
                    <a:pt x="3820" y="2845"/>
                    <a:pt x="2149" y="4158"/>
                    <a:pt x="478" y="5411"/>
                  </a:cubicBezTo>
                  <a:lnTo>
                    <a:pt x="2368" y="10225"/>
                  </a:lnTo>
                  <a:cubicBezTo>
                    <a:pt x="2428" y="10345"/>
                    <a:pt x="2388" y="10504"/>
                    <a:pt x="2288" y="10583"/>
                  </a:cubicBezTo>
                  <a:cubicBezTo>
                    <a:pt x="2288" y="10623"/>
                    <a:pt x="2269" y="10623"/>
                    <a:pt x="2269" y="1064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9" name="Google Shape;913;p15"/>
            <p:cNvSpPr/>
            <p:nvPr/>
          </p:nvSpPr>
          <p:spPr>
            <a:xfrm rot="19785000">
              <a:off x="8295120" y="4211640"/>
              <a:ext cx="86400" cy="111240"/>
            </a:xfrm>
            <a:custGeom>
              <a:avLst/>
              <a:gdLst>
                <a:gd name="textAreaLeft" fmla="*/ 0 w 86400"/>
                <a:gd name="textAreaRight" fmla="*/ 86760 w 86400"/>
                <a:gd name="textAreaTop" fmla="*/ 0 h 111240"/>
                <a:gd name="textAreaBottom" fmla="*/ 111600 h 111240"/>
              </a:gdLst>
              <a:ahLst/>
              <a:cxnLst/>
              <a:rect l="textAreaLeft" t="textAreaTop" r="textAreaRight" b="textAreaBottom"/>
              <a:pathLst>
                <a:path w="2090" h="2687">
                  <a:moveTo>
                    <a:pt x="1850" y="756"/>
                  </a:moveTo>
                  <a:cubicBezTo>
                    <a:pt x="2089" y="1313"/>
                    <a:pt x="1890" y="2050"/>
                    <a:pt x="1433" y="2368"/>
                  </a:cubicBezTo>
                  <a:cubicBezTo>
                    <a:pt x="995" y="2686"/>
                    <a:pt x="438" y="2507"/>
                    <a:pt x="219" y="1950"/>
                  </a:cubicBezTo>
                  <a:cubicBezTo>
                    <a:pt x="0" y="1373"/>
                    <a:pt x="199" y="657"/>
                    <a:pt x="637" y="319"/>
                  </a:cubicBezTo>
                  <a:cubicBezTo>
                    <a:pt x="1114" y="1"/>
                    <a:pt x="1632" y="200"/>
                    <a:pt x="1850" y="756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5800" bIns="55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0" name="Google Shape;914;p15"/>
            <p:cNvSpPr/>
            <p:nvPr/>
          </p:nvSpPr>
          <p:spPr>
            <a:xfrm rot="19785000">
              <a:off x="8420400" y="3903480"/>
              <a:ext cx="86400" cy="114840"/>
            </a:xfrm>
            <a:custGeom>
              <a:avLst/>
              <a:gdLst>
                <a:gd name="textAreaLeft" fmla="*/ 0 w 86400"/>
                <a:gd name="textAreaRight" fmla="*/ 86760 w 86400"/>
                <a:gd name="textAreaTop" fmla="*/ 0 h 114840"/>
                <a:gd name="textAreaBottom" fmla="*/ 115200 h 114840"/>
              </a:gdLst>
              <a:ahLst/>
              <a:cxnLst/>
              <a:rect l="textAreaLeft" t="textAreaTop" r="textAreaRight" b="textAreaBottom"/>
              <a:pathLst>
                <a:path w="2090" h="2767">
                  <a:moveTo>
                    <a:pt x="1870" y="737"/>
                  </a:moveTo>
                  <a:cubicBezTo>
                    <a:pt x="2089" y="1314"/>
                    <a:pt x="1890" y="2070"/>
                    <a:pt x="1452" y="2408"/>
                  </a:cubicBezTo>
                  <a:cubicBezTo>
                    <a:pt x="995" y="2766"/>
                    <a:pt x="458" y="2587"/>
                    <a:pt x="219" y="2030"/>
                  </a:cubicBezTo>
                  <a:cubicBezTo>
                    <a:pt x="0" y="1473"/>
                    <a:pt x="199" y="717"/>
                    <a:pt x="657" y="379"/>
                  </a:cubicBezTo>
                  <a:cubicBezTo>
                    <a:pt x="1114" y="1"/>
                    <a:pt x="1651" y="180"/>
                    <a:pt x="1870" y="737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7600" bIns="57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1" name="Google Shape;915;p15"/>
            <p:cNvSpPr/>
            <p:nvPr/>
          </p:nvSpPr>
          <p:spPr>
            <a:xfrm rot="19785000">
              <a:off x="8358120" y="4059360"/>
              <a:ext cx="86400" cy="113040"/>
            </a:xfrm>
            <a:custGeom>
              <a:avLst/>
              <a:gdLst>
                <a:gd name="textAreaLeft" fmla="*/ 0 w 86400"/>
                <a:gd name="textAreaRight" fmla="*/ 86760 w 86400"/>
                <a:gd name="textAreaTop" fmla="*/ 0 h 113040"/>
                <a:gd name="textAreaBottom" fmla="*/ 113400 h 113040"/>
              </a:gdLst>
              <a:ahLst/>
              <a:cxnLst/>
              <a:rect l="textAreaLeft" t="textAreaTop" r="textAreaRight" b="textAreaBottom"/>
              <a:pathLst>
                <a:path w="2090" h="2726">
                  <a:moveTo>
                    <a:pt x="1870" y="737"/>
                  </a:moveTo>
                  <a:cubicBezTo>
                    <a:pt x="2089" y="1313"/>
                    <a:pt x="1890" y="2030"/>
                    <a:pt x="1453" y="2388"/>
                  </a:cubicBezTo>
                  <a:cubicBezTo>
                    <a:pt x="995" y="2726"/>
                    <a:pt x="458" y="2567"/>
                    <a:pt x="239" y="1990"/>
                  </a:cubicBezTo>
                  <a:cubicBezTo>
                    <a:pt x="0" y="1413"/>
                    <a:pt x="199" y="697"/>
                    <a:pt x="657" y="339"/>
                  </a:cubicBezTo>
                  <a:cubicBezTo>
                    <a:pt x="1134" y="1"/>
                    <a:pt x="1671" y="180"/>
                    <a:pt x="1870" y="737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6520" bIns="56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2" name="Google Shape;916;p15"/>
            <p:cNvSpPr/>
            <p:nvPr/>
          </p:nvSpPr>
          <p:spPr>
            <a:xfrm rot="19785000">
              <a:off x="8273160" y="3904560"/>
              <a:ext cx="98280" cy="225360"/>
            </a:xfrm>
            <a:custGeom>
              <a:avLst/>
              <a:gdLst>
                <a:gd name="textAreaLeft" fmla="*/ 0 w 98280"/>
                <a:gd name="textAreaRight" fmla="*/ 98640 w 98280"/>
                <a:gd name="textAreaTop" fmla="*/ 0 h 225360"/>
                <a:gd name="textAreaBottom" fmla="*/ 225720 h 225360"/>
              </a:gdLst>
              <a:ahLst/>
              <a:cxnLst/>
              <a:rect l="textAreaLeft" t="textAreaTop" r="textAreaRight" b="textAreaBottom"/>
              <a:pathLst>
                <a:path w="2368" h="5431">
                  <a:moveTo>
                    <a:pt x="2069" y="5431"/>
                  </a:moveTo>
                  <a:lnTo>
                    <a:pt x="1" y="259"/>
                  </a:lnTo>
                  <a:lnTo>
                    <a:pt x="339" y="0"/>
                  </a:lnTo>
                  <a:lnTo>
                    <a:pt x="2368" y="5172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3" name="Google Shape;917;p15"/>
            <p:cNvSpPr/>
            <p:nvPr/>
          </p:nvSpPr>
          <p:spPr>
            <a:xfrm rot="19785000">
              <a:off x="8132760" y="3861720"/>
              <a:ext cx="280800" cy="227880"/>
            </a:xfrm>
            <a:custGeom>
              <a:avLst/>
              <a:gdLst>
                <a:gd name="textAreaLeft" fmla="*/ 0 w 280800"/>
                <a:gd name="textAreaRight" fmla="*/ 281160 w 280800"/>
                <a:gd name="textAreaTop" fmla="*/ 0 h 227880"/>
                <a:gd name="textAreaBottom" fmla="*/ 228240 h 227880"/>
              </a:gdLst>
              <a:ahLst/>
              <a:cxnLst/>
              <a:rect l="textAreaLeft" t="textAreaTop" r="textAreaRight" b="textAreaBottom"/>
              <a:pathLst>
                <a:path w="6764" h="5491">
                  <a:moveTo>
                    <a:pt x="219" y="5490"/>
                  </a:moveTo>
                  <a:cubicBezTo>
                    <a:pt x="159" y="5490"/>
                    <a:pt x="80" y="5451"/>
                    <a:pt x="60" y="5351"/>
                  </a:cubicBezTo>
                  <a:cubicBezTo>
                    <a:pt x="0" y="5232"/>
                    <a:pt x="20" y="5073"/>
                    <a:pt x="120" y="4993"/>
                  </a:cubicBezTo>
                  <a:cubicBezTo>
                    <a:pt x="1850" y="3740"/>
                    <a:pt x="3561" y="2367"/>
                    <a:pt x="5232" y="1054"/>
                  </a:cubicBezTo>
                  <a:lnTo>
                    <a:pt x="6465" y="80"/>
                  </a:lnTo>
                  <a:cubicBezTo>
                    <a:pt x="6545" y="0"/>
                    <a:pt x="6664" y="60"/>
                    <a:pt x="6724" y="179"/>
                  </a:cubicBezTo>
                  <a:cubicBezTo>
                    <a:pt x="6764" y="298"/>
                    <a:pt x="6744" y="478"/>
                    <a:pt x="6644" y="517"/>
                  </a:cubicBezTo>
                  <a:lnTo>
                    <a:pt x="5431" y="1492"/>
                  </a:lnTo>
                  <a:cubicBezTo>
                    <a:pt x="3760" y="2805"/>
                    <a:pt x="2009" y="4158"/>
                    <a:pt x="318" y="5451"/>
                  </a:cubicBezTo>
                  <a:cubicBezTo>
                    <a:pt x="279" y="5490"/>
                    <a:pt x="259" y="5490"/>
                    <a:pt x="219" y="549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4" name="Google Shape;918;p15"/>
            <p:cNvSpPr/>
            <p:nvPr/>
          </p:nvSpPr>
          <p:spPr>
            <a:xfrm rot="19785000">
              <a:off x="8645040" y="2841840"/>
              <a:ext cx="223200" cy="348120"/>
            </a:xfrm>
            <a:custGeom>
              <a:avLst/>
              <a:gdLst>
                <a:gd name="textAreaLeft" fmla="*/ 0 w 223200"/>
                <a:gd name="textAreaRight" fmla="*/ 223560 w 223200"/>
                <a:gd name="textAreaTop" fmla="*/ 0 h 348120"/>
                <a:gd name="textAreaBottom" fmla="*/ 348480 h 348120"/>
              </a:gdLst>
              <a:ahLst/>
              <a:cxnLst/>
              <a:rect l="textAreaLeft" t="textAreaTop" r="textAreaRight" b="textAreaBottom"/>
              <a:pathLst>
                <a:path w="5372" h="8376">
                  <a:moveTo>
                    <a:pt x="1632" y="8376"/>
                  </a:moveTo>
                  <a:cubicBezTo>
                    <a:pt x="1572" y="8376"/>
                    <a:pt x="1493" y="8336"/>
                    <a:pt x="1473" y="8197"/>
                  </a:cubicBezTo>
                  <a:lnTo>
                    <a:pt x="1" y="2428"/>
                  </a:lnTo>
                  <a:lnTo>
                    <a:pt x="180" y="2328"/>
                  </a:lnTo>
                  <a:cubicBezTo>
                    <a:pt x="577" y="2089"/>
                    <a:pt x="995" y="1831"/>
                    <a:pt x="1393" y="1592"/>
                  </a:cubicBezTo>
                  <a:cubicBezTo>
                    <a:pt x="1612" y="1473"/>
                    <a:pt x="1831" y="1314"/>
                    <a:pt x="2069" y="1194"/>
                  </a:cubicBezTo>
                  <a:cubicBezTo>
                    <a:pt x="2189" y="1115"/>
                    <a:pt x="2288" y="1075"/>
                    <a:pt x="2388" y="995"/>
                  </a:cubicBezTo>
                  <a:cubicBezTo>
                    <a:pt x="2587" y="876"/>
                    <a:pt x="2786" y="737"/>
                    <a:pt x="3004" y="617"/>
                  </a:cubicBezTo>
                  <a:lnTo>
                    <a:pt x="4158" y="1"/>
                  </a:lnTo>
                  <a:lnTo>
                    <a:pt x="5352" y="5949"/>
                  </a:lnTo>
                  <a:cubicBezTo>
                    <a:pt x="5372" y="6088"/>
                    <a:pt x="5312" y="6247"/>
                    <a:pt x="5212" y="6287"/>
                  </a:cubicBezTo>
                  <a:cubicBezTo>
                    <a:pt x="5113" y="6347"/>
                    <a:pt x="5014" y="6267"/>
                    <a:pt x="4994" y="6108"/>
                  </a:cubicBezTo>
                  <a:lnTo>
                    <a:pt x="3880" y="697"/>
                  </a:lnTo>
                  <a:lnTo>
                    <a:pt x="3104" y="1115"/>
                  </a:lnTo>
                  <a:cubicBezTo>
                    <a:pt x="2905" y="1234"/>
                    <a:pt x="2706" y="1373"/>
                    <a:pt x="2507" y="1473"/>
                  </a:cubicBezTo>
                  <a:cubicBezTo>
                    <a:pt x="2388" y="1533"/>
                    <a:pt x="2288" y="1592"/>
                    <a:pt x="2169" y="1672"/>
                  </a:cubicBezTo>
                  <a:cubicBezTo>
                    <a:pt x="1930" y="1791"/>
                    <a:pt x="1711" y="1930"/>
                    <a:pt x="1493" y="2070"/>
                  </a:cubicBezTo>
                  <a:cubicBezTo>
                    <a:pt x="1134" y="2269"/>
                    <a:pt x="796" y="2487"/>
                    <a:pt x="438" y="2686"/>
                  </a:cubicBezTo>
                  <a:lnTo>
                    <a:pt x="1791" y="7958"/>
                  </a:lnTo>
                  <a:cubicBezTo>
                    <a:pt x="1811" y="8097"/>
                    <a:pt x="1771" y="8256"/>
                    <a:pt x="1691" y="8296"/>
                  </a:cubicBezTo>
                  <a:cubicBezTo>
                    <a:pt x="1672" y="8356"/>
                    <a:pt x="1632" y="8376"/>
                    <a:pt x="1632" y="8376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5" name="Google Shape;919;p15"/>
            <p:cNvSpPr/>
            <p:nvPr/>
          </p:nvSpPr>
          <p:spPr>
            <a:xfrm rot="19785000">
              <a:off x="8742240" y="3149280"/>
              <a:ext cx="84960" cy="118080"/>
            </a:xfrm>
            <a:custGeom>
              <a:avLst/>
              <a:gdLst>
                <a:gd name="textAreaLeft" fmla="*/ 0 w 84960"/>
                <a:gd name="textAreaRight" fmla="*/ 85320 w 84960"/>
                <a:gd name="textAreaTop" fmla="*/ 0 h 118080"/>
                <a:gd name="textAreaBottom" fmla="*/ 118440 h 118080"/>
              </a:gdLst>
              <a:ahLst/>
              <a:cxnLst/>
              <a:rect l="textAreaLeft" t="textAreaTop" r="textAreaRight" b="textAreaBottom"/>
              <a:pathLst>
                <a:path w="2050" h="2846">
                  <a:moveTo>
                    <a:pt x="1891" y="876"/>
                  </a:moveTo>
                  <a:cubicBezTo>
                    <a:pt x="2050" y="1473"/>
                    <a:pt x="1791" y="2228"/>
                    <a:pt x="1314" y="2547"/>
                  </a:cubicBezTo>
                  <a:cubicBezTo>
                    <a:pt x="856" y="2845"/>
                    <a:pt x="359" y="2606"/>
                    <a:pt x="180" y="2010"/>
                  </a:cubicBezTo>
                  <a:cubicBezTo>
                    <a:pt x="1" y="1413"/>
                    <a:pt x="279" y="657"/>
                    <a:pt x="757" y="339"/>
                  </a:cubicBezTo>
                  <a:cubicBezTo>
                    <a:pt x="1214" y="0"/>
                    <a:pt x="1752" y="259"/>
                    <a:pt x="1891" y="876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9040" bIns="59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6" name="Google Shape;920;p15"/>
            <p:cNvSpPr/>
            <p:nvPr/>
          </p:nvSpPr>
          <p:spPr>
            <a:xfrm rot="19785000">
              <a:off x="8827920" y="2998800"/>
              <a:ext cx="79200" cy="109800"/>
            </a:xfrm>
            <a:custGeom>
              <a:avLst/>
              <a:gdLst>
                <a:gd name="textAreaLeft" fmla="*/ 0 w 79200"/>
                <a:gd name="textAreaRight" fmla="*/ 79560 w 79200"/>
                <a:gd name="textAreaTop" fmla="*/ 0 h 109800"/>
                <a:gd name="textAreaBottom" fmla="*/ 110160 h 109800"/>
              </a:gdLst>
              <a:ahLst/>
              <a:cxnLst/>
              <a:rect l="textAreaLeft" t="textAreaTop" r="textAreaRight" b="textAreaBottom"/>
              <a:pathLst>
                <a:path w="1910" h="2647">
                  <a:moveTo>
                    <a:pt x="1791" y="916"/>
                  </a:moveTo>
                  <a:cubicBezTo>
                    <a:pt x="1910" y="1552"/>
                    <a:pt x="1631" y="2269"/>
                    <a:pt x="1174" y="2547"/>
                  </a:cubicBezTo>
                  <a:cubicBezTo>
                    <a:pt x="1035" y="2627"/>
                    <a:pt x="915" y="2647"/>
                    <a:pt x="816" y="2647"/>
                  </a:cubicBezTo>
                  <a:cubicBezTo>
                    <a:pt x="696" y="2647"/>
                    <a:pt x="597" y="2627"/>
                    <a:pt x="498" y="2567"/>
                  </a:cubicBezTo>
                  <a:cubicBezTo>
                    <a:pt x="299" y="2468"/>
                    <a:pt x="139" y="2249"/>
                    <a:pt x="80" y="1930"/>
                  </a:cubicBezTo>
                  <a:cubicBezTo>
                    <a:pt x="0" y="1592"/>
                    <a:pt x="40" y="1274"/>
                    <a:pt x="139" y="976"/>
                  </a:cubicBezTo>
                  <a:cubicBezTo>
                    <a:pt x="199" y="836"/>
                    <a:pt x="279" y="677"/>
                    <a:pt x="378" y="578"/>
                  </a:cubicBezTo>
                  <a:cubicBezTo>
                    <a:pt x="478" y="458"/>
                    <a:pt x="577" y="379"/>
                    <a:pt x="696" y="299"/>
                  </a:cubicBezTo>
                  <a:cubicBezTo>
                    <a:pt x="1174" y="1"/>
                    <a:pt x="1671" y="299"/>
                    <a:pt x="1791" y="916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5080" bIns="55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7" name="Google Shape;921;p15"/>
            <p:cNvSpPr/>
            <p:nvPr/>
          </p:nvSpPr>
          <p:spPr>
            <a:xfrm rot="19785000">
              <a:off x="10300320" y="2012760"/>
              <a:ext cx="238680" cy="354600"/>
            </a:xfrm>
            <a:custGeom>
              <a:avLst/>
              <a:gdLst>
                <a:gd name="textAreaLeft" fmla="*/ 0 w 238680"/>
                <a:gd name="textAreaRight" fmla="*/ 239040 w 238680"/>
                <a:gd name="textAreaTop" fmla="*/ 0 h 354600"/>
                <a:gd name="textAreaBottom" fmla="*/ 354960 h 354600"/>
              </a:gdLst>
              <a:ahLst/>
              <a:cxnLst/>
              <a:rect l="textAreaLeft" t="textAreaTop" r="textAreaRight" b="textAreaBottom"/>
              <a:pathLst>
                <a:path w="5750" h="8535">
                  <a:moveTo>
                    <a:pt x="3979" y="8535"/>
                  </a:moveTo>
                  <a:lnTo>
                    <a:pt x="3919" y="8535"/>
                  </a:lnTo>
                  <a:cubicBezTo>
                    <a:pt x="3820" y="8515"/>
                    <a:pt x="3780" y="8376"/>
                    <a:pt x="3820" y="8197"/>
                  </a:cubicBezTo>
                  <a:lnTo>
                    <a:pt x="5212" y="1752"/>
                  </a:lnTo>
                  <a:cubicBezTo>
                    <a:pt x="4814" y="1652"/>
                    <a:pt x="4397" y="1533"/>
                    <a:pt x="4019" y="1433"/>
                  </a:cubicBezTo>
                  <a:cubicBezTo>
                    <a:pt x="3899" y="1393"/>
                    <a:pt x="3780" y="1354"/>
                    <a:pt x="3661" y="1334"/>
                  </a:cubicBezTo>
                  <a:lnTo>
                    <a:pt x="3302" y="1195"/>
                  </a:lnTo>
                  <a:cubicBezTo>
                    <a:pt x="2905" y="1055"/>
                    <a:pt x="2507" y="936"/>
                    <a:pt x="2109" y="757"/>
                  </a:cubicBezTo>
                  <a:lnTo>
                    <a:pt x="378" y="7023"/>
                  </a:lnTo>
                  <a:cubicBezTo>
                    <a:pt x="319" y="7202"/>
                    <a:pt x="219" y="7302"/>
                    <a:pt x="120" y="7242"/>
                  </a:cubicBezTo>
                  <a:cubicBezTo>
                    <a:pt x="20" y="7202"/>
                    <a:pt x="0" y="7043"/>
                    <a:pt x="40" y="6864"/>
                  </a:cubicBezTo>
                  <a:lnTo>
                    <a:pt x="1970" y="1"/>
                  </a:lnTo>
                  <a:lnTo>
                    <a:pt x="2129" y="81"/>
                  </a:lnTo>
                  <a:cubicBezTo>
                    <a:pt x="2586" y="279"/>
                    <a:pt x="3024" y="439"/>
                    <a:pt x="3481" y="598"/>
                  </a:cubicBezTo>
                  <a:lnTo>
                    <a:pt x="3820" y="737"/>
                  </a:lnTo>
                  <a:cubicBezTo>
                    <a:pt x="3959" y="757"/>
                    <a:pt x="4078" y="817"/>
                    <a:pt x="4198" y="836"/>
                  </a:cubicBezTo>
                  <a:cubicBezTo>
                    <a:pt x="4655" y="956"/>
                    <a:pt x="5093" y="1095"/>
                    <a:pt x="5570" y="1195"/>
                  </a:cubicBezTo>
                  <a:lnTo>
                    <a:pt x="5749" y="1254"/>
                  </a:lnTo>
                  <a:lnTo>
                    <a:pt x="4198" y="8316"/>
                  </a:lnTo>
                  <a:cubicBezTo>
                    <a:pt x="4158" y="8436"/>
                    <a:pt x="4078" y="8535"/>
                    <a:pt x="3979" y="853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8" name="Google Shape;922;p15"/>
            <p:cNvSpPr/>
            <p:nvPr/>
          </p:nvSpPr>
          <p:spPr>
            <a:xfrm rot="19785000">
              <a:off x="10301040" y="2279880"/>
              <a:ext cx="91440" cy="12888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128880"/>
                <a:gd name="textAreaBottom" fmla="*/ 129240 h 128880"/>
              </a:gdLst>
              <a:ahLst/>
              <a:cxnLst/>
              <a:rect l="textAreaLeft" t="textAreaTop" r="textAreaRight" b="textAreaBottom"/>
              <a:pathLst>
                <a:path w="2210" h="3105">
                  <a:moveTo>
                    <a:pt x="2010" y="1970"/>
                  </a:moveTo>
                  <a:cubicBezTo>
                    <a:pt x="1811" y="2686"/>
                    <a:pt x="1234" y="3104"/>
                    <a:pt x="737" y="2865"/>
                  </a:cubicBezTo>
                  <a:cubicBezTo>
                    <a:pt x="240" y="2607"/>
                    <a:pt x="1" y="1811"/>
                    <a:pt x="220" y="1095"/>
                  </a:cubicBezTo>
                  <a:cubicBezTo>
                    <a:pt x="439" y="379"/>
                    <a:pt x="1015" y="1"/>
                    <a:pt x="1493" y="259"/>
                  </a:cubicBezTo>
                  <a:cubicBezTo>
                    <a:pt x="1950" y="498"/>
                    <a:pt x="2209" y="1254"/>
                    <a:pt x="2010" y="197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4440" bIns="64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9" name="Google Shape;923;p15"/>
            <p:cNvSpPr/>
            <p:nvPr/>
          </p:nvSpPr>
          <p:spPr>
            <a:xfrm rot="19785000">
              <a:off x="10467000" y="2254680"/>
              <a:ext cx="91440" cy="12456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124560"/>
                <a:gd name="textAreaBottom" fmla="*/ 124920 h 124560"/>
              </a:gdLst>
              <a:ahLst/>
              <a:cxnLst/>
              <a:rect l="textAreaLeft" t="textAreaTop" r="textAreaRight" b="textAreaBottom"/>
              <a:pathLst>
                <a:path w="2209" h="3005">
                  <a:moveTo>
                    <a:pt x="2050" y="1771"/>
                  </a:moveTo>
                  <a:cubicBezTo>
                    <a:pt x="1910" y="2507"/>
                    <a:pt x="1333" y="3005"/>
                    <a:pt x="816" y="2865"/>
                  </a:cubicBezTo>
                  <a:cubicBezTo>
                    <a:pt x="279" y="2686"/>
                    <a:pt x="1" y="1970"/>
                    <a:pt x="199" y="1214"/>
                  </a:cubicBezTo>
                  <a:cubicBezTo>
                    <a:pt x="359" y="478"/>
                    <a:pt x="916" y="1"/>
                    <a:pt x="1433" y="180"/>
                  </a:cubicBezTo>
                  <a:cubicBezTo>
                    <a:pt x="1930" y="319"/>
                    <a:pt x="2209" y="1015"/>
                    <a:pt x="2050" y="177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2280" bIns="622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0" name="Google Shape;924;p15"/>
            <p:cNvSpPr/>
            <p:nvPr/>
          </p:nvSpPr>
          <p:spPr>
            <a:xfrm rot="19785000">
              <a:off x="8872920" y="2488320"/>
              <a:ext cx="99000" cy="265320"/>
            </a:xfrm>
            <a:custGeom>
              <a:avLst/>
              <a:gdLst>
                <a:gd name="textAreaLeft" fmla="*/ 0 w 99000"/>
                <a:gd name="textAreaRight" fmla="*/ 99360 w 99000"/>
                <a:gd name="textAreaTop" fmla="*/ 0 h 265320"/>
                <a:gd name="textAreaBottom" fmla="*/ 265680 h 265320"/>
              </a:gdLst>
              <a:ahLst/>
              <a:cxnLst/>
              <a:rect l="textAreaLeft" t="textAreaTop" r="textAreaRight" b="textAreaBottom"/>
              <a:pathLst>
                <a:path w="2388" h="6387">
                  <a:moveTo>
                    <a:pt x="895" y="6307"/>
                  </a:moveTo>
                  <a:cubicBezTo>
                    <a:pt x="796" y="6347"/>
                    <a:pt x="716" y="6227"/>
                    <a:pt x="696" y="6108"/>
                  </a:cubicBezTo>
                  <a:lnTo>
                    <a:pt x="0" y="120"/>
                  </a:lnTo>
                  <a:lnTo>
                    <a:pt x="199" y="60"/>
                  </a:lnTo>
                  <a:cubicBezTo>
                    <a:pt x="199" y="60"/>
                    <a:pt x="318" y="41"/>
                    <a:pt x="517" y="21"/>
                  </a:cubicBezTo>
                  <a:cubicBezTo>
                    <a:pt x="756" y="1"/>
                    <a:pt x="995" y="21"/>
                    <a:pt x="1194" y="60"/>
                  </a:cubicBezTo>
                  <a:cubicBezTo>
                    <a:pt x="1890" y="220"/>
                    <a:pt x="2308" y="717"/>
                    <a:pt x="2347" y="1513"/>
                  </a:cubicBezTo>
                  <a:cubicBezTo>
                    <a:pt x="2387" y="1652"/>
                    <a:pt x="2308" y="1811"/>
                    <a:pt x="2188" y="1851"/>
                  </a:cubicBezTo>
                  <a:cubicBezTo>
                    <a:pt x="2089" y="1891"/>
                    <a:pt x="1989" y="1811"/>
                    <a:pt x="1989" y="1652"/>
                  </a:cubicBezTo>
                  <a:cubicBezTo>
                    <a:pt x="1930" y="956"/>
                    <a:pt x="1452" y="737"/>
                    <a:pt x="1074" y="657"/>
                  </a:cubicBezTo>
                  <a:cubicBezTo>
                    <a:pt x="855" y="617"/>
                    <a:pt x="617" y="617"/>
                    <a:pt x="458" y="637"/>
                  </a:cubicBezTo>
                  <a:lnTo>
                    <a:pt x="418" y="637"/>
                  </a:lnTo>
                  <a:lnTo>
                    <a:pt x="1035" y="6028"/>
                  </a:lnTo>
                  <a:cubicBezTo>
                    <a:pt x="1054" y="6187"/>
                    <a:pt x="995" y="6327"/>
                    <a:pt x="875" y="6386"/>
                  </a:cubicBezTo>
                  <a:cubicBezTo>
                    <a:pt x="915" y="6307"/>
                    <a:pt x="915" y="6307"/>
                    <a:pt x="895" y="6307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1" name="Google Shape;925;p15"/>
            <p:cNvSpPr/>
            <p:nvPr/>
          </p:nvSpPr>
          <p:spPr>
            <a:xfrm rot="19785000">
              <a:off x="8906040" y="2696760"/>
              <a:ext cx="87480" cy="121320"/>
            </a:xfrm>
            <a:custGeom>
              <a:avLst/>
              <a:gdLst>
                <a:gd name="textAreaLeft" fmla="*/ 0 w 87480"/>
                <a:gd name="textAreaRight" fmla="*/ 87840 w 87480"/>
                <a:gd name="textAreaTop" fmla="*/ 0 h 121320"/>
                <a:gd name="textAreaBottom" fmla="*/ 121680 h 121320"/>
              </a:gdLst>
              <a:ahLst/>
              <a:cxnLst/>
              <a:rect l="textAreaLeft" t="textAreaTop" r="textAreaRight" b="textAreaBottom"/>
              <a:pathLst>
                <a:path w="2109" h="2925">
                  <a:moveTo>
                    <a:pt x="2049" y="1075"/>
                  </a:moveTo>
                  <a:cubicBezTo>
                    <a:pt x="2109" y="1771"/>
                    <a:pt x="1751" y="2507"/>
                    <a:pt x="1214" y="2706"/>
                  </a:cubicBezTo>
                  <a:cubicBezTo>
                    <a:pt x="696" y="2925"/>
                    <a:pt x="199" y="2567"/>
                    <a:pt x="100" y="1890"/>
                  </a:cubicBezTo>
                  <a:cubicBezTo>
                    <a:pt x="0" y="1214"/>
                    <a:pt x="358" y="438"/>
                    <a:pt x="895" y="219"/>
                  </a:cubicBezTo>
                  <a:cubicBezTo>
                    <a:pt x="1472" y="0"/>
                    <a:pt x="1970" y="378"/>
                    <a:pt x="2049" y="107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0840" bIns="608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2" name="Google Shape;926;p15"/>
            <p:cNvSpPr/>
            <p:nvPr/>
          </p:nvSpPr>
          <p:spPr>
            <a:xfrm rot="19785000">
              <a:off x="10789920" y="2116800"/>
              <a:ext cx="118080" cy="304200"/>
            </a:xfrm>
            <a:custGeom>
              <a:avLst/>
              <a:gdLst>
                <a:gd name="textAreaLeft" fmla="*/ 0 w 118080"/>
                <a:gd name="textAreaRight" fmla="*/ 118440 w 118080"/>
                <a:gd name="textAreaTop" fmla="*/ 0 h 304200"/>
                <a:gd name="textAreaBottom" fmla="*/ 304560 h 304200"/>
              </a:gdLst>
              <a:ahLst/>
              <a:cxnLst/>
              <a:rect l="textAreaLeft" t="textAreaTop" r="textAreaRight" b="textAreaBottom"/>
              <a:pathLst>
                <a:path w="2846" h="7322">
                  <a:moveTo>
                    <a:pt x="180" y="7321"/>
                  </a:moveTo>
                  <a:lnTo>
                    <a:pt x="180" y="7321"/>
                  </a:lnTo>
                  <a:cubicBezTo>
                    <a:pt x="60" y="7321"/>
                    <a:pt x="0" y="7202"/>
                    <a:pt x="40" y="7023"/>
                  </a:cubicBezTo>
                  <a:lnTo>
                    <a:pt x="916" y="1"/>
                  </a:lnTo>
                  <a:lnTo>
                    <a:pt x="1095" y="41"/>
                  </a:lnTo>
                  <a:cubicBezTo>
                    <a:pt x="1095" y="41"/>
                    <a:pt x="1234" y="61"/>
                    <a:pt x="1373" y="100"/>
                  </a:cubicBezTo>
                  <a:cubicBezTo>
                    <a:pt x="1473" y="140"/>
                    <a:pt x="1572" y="180"/>
                    <a:pt x="1652" y="240"/>
                  </a:cubicBezTo>
                  <a:cubicBezTo>
                    <a:pt x="1771" y="279"/>
                    <a:pt x="1870" y="339"/>
                    <a:pt x="1970" y="399"/>
                  </a:cubicBezTo>
                  <a:cubicBezTo>
                    <a:pt x="2567" y="797"/>
                    <a:pt x="2845" y="1493"/>
                    <a:pt x="2746" y="2368"/>
                  </a:cubicBezTo>
                  <a:cubicBezTo>
                    <a:pt x="2726" y="2547"/>
                    <a:pt x="2626" y="2686"/>
                    <a:pt x="2527" y="2726"/>
                  </a:cubicBezTo>
                  <a:cubicBezTo>
                    <a:pt x="2427" y="2746"/>
                    <a:pt x="2348" y="2587"/>
                    <a:pt x="2368" y="2428"/>
                  </a:cubicBezTo>
                  <a:cubicBezTo>
                    <a:pt x="2447" y="1791"/>
                    <a:pt x="2228" y="1334"/>
                    <a:pt x="1751" y="996"/>
                  </a:cubicBezTo>
                  <a:cubicBezTo>
                    <a:pt x="1671" y="956"/>
                    <a:pt x="1572" y="896"/>
                    <a:pt x="1473" y="856"/>
                  </a:cubicBezTo>
                  <a:cubicBezTo>
                    <a:pt x="1413" y="797"/>
                    <a:pt x="1294" y="777"/>
                    <a:pt x="1234" y="757"/>
                  </a:cubicBezTo>
                  <a:cubicBezTo>
                    <a:pt x="1194" y="757"/>
                    <a:pt x="1194" y="757"/>
                    <a:pt x="1174" y="737"/>
                  </a:cubicBezTo>
                  <a:lnTo>
                    <a:pt x="378" y="7023"/>
                  </a:lnTo>
                  <a:cubicBezTo>
                    <a:pt x="378" y="7162"/>
                    <a:pt x="279" y="7321"/>
                    <a:pt x="180" y="732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3" name="Google Shape;927;p15"/>
            <p:cNvSpPr/>
            <p:nvPr/>
          </p:nvSpPr>
          <p:spPr>
            <a:xfrm rot="19785000">
              <a:off x="10792080" y="2373120"/>
              <a:ext cx="102240" cy="122040"/>
            </a:xfrm>
            <a:custGeom>
              <a:avLst/>
              <a:gdLst>
                <a:gd name="textAreaLeft" fmla="*/ 0 w 102240"/>
                <a:gd name="textAreaRight" fmla="*/ 102600 w 102240"/>
                <a:gd name="textAreaTop" fmla="*/ 0 h 122040"/>
                <a:gd name="textAreaBottom" fmla="*/ 122400 h 122040"/>
              </a:gdLst>
              <a:ahLst/>
              <a:cxnLst/>
              <a:rect l="textAreaLeft" t="textAreaTop" r="textAreaRight" b="textAreaBottom"/>
              <a:pathLst>
                <a:path w="2468" h="2946">
                  <a:moveTo>
                    <a:pt x="2368" y="1453"/>
                  </a:moveTo>
                  <a:cubicBezTo>
                    <a:pt x="2269" y="2249"/>
                    <a:pt x="1672" y="2945"/>
                    <a:pt x="1055" y="2945"/>
                  </a:cubicBezTo>
                  <a:cubicBezTo>
                    <a:pt x="419" y="2905"/>
                    <a:pt x="1" y="2249"/>
                    <a:pt x="120" y="1453"/>
                  </a:cubicBezTo>
                  <a:cubicBezTo>
                    <a:pt x="260" y="638"/>
                    <a:pt x="817" y="1"/>
                    <a:pt x="1433" y="21"/>
                  </a:cubicBezTo>
                  <a:cubicBezTo>
                    <a:pt x="2070" y="21"/>
                    <a:pt x="2468" y="657"/>
                    <a:pt x="2368" y="145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1200" bIns="61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4" name="Google Shape;928;p15"/>
            <p:cNvSpPr/>
            <p:nvPr/>
          </p:nvSpPr>
          <p:spPr>
            <a:xfrm rot="19785000">
              <a:off x="9900360" y="1938240"/>
              <a:ext cx="149400" cy="272880"/>
            </a:xfrm>
            <a:custGeom>
              <a:avLst/>
              <a:gdLst>
                <a:gd name="textAreaLeft" fmla="*/ 0 w 149400"/>
                <a:gd name="textAreaRight" fmla="*/ 149760 w 149400"/>
                <a:gd name="textAreaTop" fmla="*/ 0 h 272880"/>
                <a:gd name="textAreaBottom" fmla="*/ 273240 h 272880"/>
              </a:gdLst>
              <a:ahLst/>
              <a:cxnLst/>
              <a:rect l="textAreaLeft" t="textAreaTop" r="textAreaRight" b="textAreaBottom"/>
              <a:pathLst>
                <a:path w="3602" h="6566">
                  <a:moveTo>
                    <a:pt x="200" y="6565"/>
                  </a:moveTo>
                  <a:cubicBezTo>
                    <a:pt x="180" y="6565"/>
                    <a:pt x="120" y="6565"/>
                    <a:pt x="100" y="6545"/>
                  </a:cubicBezTo>
                  <a:cubicBezTo>
                    <a:pt x="21" y="6466"/>
                    <a:pt x="1" y="6287"/>
                    <a:pt x="41" y="6148"/>
                  </a:cubicBezTo>
                  <a:lnTo>
                    <a:pt x="2487" y="1"/>
                  </a:lnTo>
                  <a:lnTo>
                    <a:pt x="2627" y="180"/>
                  </a:lnTo>
                  <a:cubicBezTo>
                    <a:pt x="2627" y="180"/>
                    <a:pt x="2726" y="279"/>
                    <a:pt x="2826" y="438"/>
                  </a:cubicBezTo>
                  <a:cubicBezTo>
                    <a:pt x="2985" y="677"/>
                    <a:pt x="3124" y="896"/>
                    <a:pt x="3223" y="1135"/>
                  </a:cubicBezTo>
                  <a:cubicBezTo>
                    <a:pt x="3581" y="1970"/>
                    <a:pt x="3601" y="2786"/>
                    <a:pt x="3303" y="3581"/>
                  </a:cubicBezTo>
                  <a:cubicBezTo>
                    <a:pt x="3243" y="3741"/>
                    <a:pt x="3124" y="3800"/>
                    <a:pt x="3024" y="3760"/>
                  </a:cubicBezTo>
                  <a:cubicBezTo>
                    <a:pt x="2945" y="3681"/>
                    <a:pt x="2925" y="3502"/>
                    <a:pt x="2985" y="3363"/>
                  </a:cubicBezTo>
                  <a:cubicBezTo>
                    <a:pt x="3203" y="2806"/>
                    <a:pt x="3144" y="2189"/>
                    <a:pt x="2885" y="1572"/>
                  </a:cubicBezTo>
                  <a:cubicBezTo>
                    <a:pt x="2786" y="1373"/>
                    <a:pt x="2686" y="1135"/>
                    <a:pt x="2527" y="936"/>
                  </a:cubicBezTo>
                  <a:lnTo>
                    <a:pt x="2507" y="916"/>
                  </a:lnTo>
                  <a:lnTo>
                    <a:pt x="319" y="6406"/>
                  </a:lnTo>
                  <a:cubicBezTo>
                    <a:pt x="319" y="6486"/>
                    <a:pt x="259" y="6565"/>
                    <a:pt x="200" y="656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5" name="Google Shape;929;p15"/>
            <p:cNvSpPr/>
            <p:nvPr/>
          </p:nvSpPr>
          <p:spPr>
            <a:xfrm rot="19785000">
              <a:off x="9897480" y="2141640"/>
              <a:ext cx="94680" cy="137160"/>
            </a:xfrm>
            <a:custGeom>
              <a:avLst/>
              <a:gdLst>
                <a:gd name="textAreaLeft" fmla="*/ 0 w 94680"/>
                <a:gd name="textAreaRight" fmla="*/ 95040 w 94680"/>
                <a:gd name="textAreaTop" fmla="*/ 0 h 137160"/>
                <a:gd name="textAreaBottom" fmla="*/ 137520 h 137160"/>
              </a:gdLst>
              <a:ahLst/>
              <a:cxnLst/>
              <a:rect l="textAreaLeft" t="textAreaTop" r="textAreaRight" b="textAreaBottom"/>
              <a:pathLst>
                <a:path w="2289" h="3303">
                  <a:moveTo>
                    <a:pt x="1990" y="2328"/>
                  </a:moveTo>
                  <a:cubicBezTo>
                    <a:pt x="1711" y="3044"/>
                    <a:pt x="1095" y="3303"/>
                    <a:pt x="617" y="2925"/>
                  </a:cubicBezTo>
                  <a:cubicBezTo>
                    <a:pt x="140" y="2567"/>
                    <a:pt x="0" y="1672"/>
                    <a:pt x="259" y="975"/>
                  </a:cubicBezTo>
                  <a:cubicBezTo>
                    <a:pt x="538" y="279"/>
                    <a:pt x="1154" y="1"/>
                    <a:pt x="1632" y="379"/>
                  </a:cubicBezTo>
                  <a:cubicBezTo>
                    <a:pt x="2109" y="737"/>
                    <a:pt x="2288" y="1612"/>
                    <a:pt x="1990" y="232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8760" bIns="68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6" name="Google Shape;930;p15"/>
            <p:cNvSpPr/>
            <p:nvPr/>
          </p:nvSpPr>
          <p:spPr>
            <a:xfrm rot="19785000">
              <a:off x="9593280" y="2175840"/>
              <a:ext cx="102240" cy="267840"/>
            </a:xfrm>
            <a:custGeom>
              <a:avLst/>
              <a:gdLst>
                <a:gd name="textAreaLeft" fmla="*/ 0 w 102240"/>
                <a:gd name="textAreaRight" fmla="*/ 102600 w 102240"/>
                <a:gd name="textAreaTop" fmla="*/ 0 h 267840"/>
                <a:gd name="textAreaBottom" fmla="*/ 268200 h 267840"/>
              </a:gdLst>
              <a:ahLst/>
              <a:cxnLst/>
              <a:rect l="textAreaLeft" t="textAreaTop" r="textAreaRight" b="textAreaBottom"/>
              <a:pathLst>
                <a:path w="2467" h="6446">
                  <a:moveTo>
                    <a:pt x="219" y="6446"/>
                  </a:moveTo>
                  <a:cubicBezTo>
                    <a:pt x="199" y="6446"/>
                    <a:pt x="159" y="6446"/>
                    <a:pt x="119" y="6426"/>
                  </a:cubicBezTo>
                  <a:cubicBezTo>
                    <a:pt x="20" y="6366"/>
                    <a:pt x="0" y="6207"/>
                    <a:pt x="40" y="6048"/>
                  </a:cubicBezTo>
                  <a:lnTo>
                    <a:pt x="2069" y="239"/>
                  </a:lnTo>
                  <a:cubicBezTo>
                    <a:pt x="2109" y="80"/>
                    <a:pt x="2228" y="1"/>
                    <a:pt x="2328" y="60"/>
                  </a:cubicBezTo>
                  <a:cubicBezTo>
                    <a:pt x="2427" y="100"/>
                    <a:pt x="2467" y="279"/>
                    <a:pt x="2407" y="438"/>
                  </a:cubicBezTo>
                  <a:lnTo>
                    <a:pt x="378" y="6247"/>
                  </a:lnTo>
                  <a:cubicBezTo>
                    <a:pt x="378" y="6346"/>
                    <a:pt x="298" y="6426"/>
                    <a:pt x="219" y="6446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7" name="Google Shape;931;p15"/>
            <p:cNvSpPr/>
            <p:nvPr/>
          </p:nvSpPr>
          <p:spPr>
            <a:xfrm rot="19785000">
              <a:off x="9608760" y="2118960"/>
              <a:ext cx="95760" cy="134640"/>
            </a:xfrm>
            <a:custGeom>
              <a:avLst/>
              <a:gdLst>
                <a:gd name="textAreaLeft" fmla="*/ 0 w 95760"/>
                <a:gd name="textAreaRight" fmla="*/ 96120 w 95760"/>
                <a:gd name="textAreaTop" fmla="*/ 0 h 134640"/>
                <a:gd name="textAreaBottom" fmla="*/ 135000 h 134640"/>
              </a:gdLst>
              <a:ahLst/>
              <a:cxnLst/>
              <a:rect l="textAreaLeft" t="textAreaTop" r="textAreaRight" b="textAreaBottom"/>
              <a:pathLst>
                <a:path w="2308" h="3243">
                  <a:moveTo>
                    <a:pt x="259" y="1015"/>
                  </a:moveTo>
                  <a:cubicBezTo>
                    <a:pt x="498" y="298"/>
                    <a:pt x="1114" y="0"/>
                    <a:pt x="1612" y="358"/>
                  </a:cubicBezTo>
                  <a:cubicBezTo>
                    <a:pt x="2149" y="696"/>
                    <a:pt x="2308" y="1572"/>
                    <a:pt x="2049" y="2268"/>
                  </a:cubicBezTo>
                  <a:cubicBezTo>
                    <a:pt x="1771" y="2964"/>
                    <a:pt x="1174" y="3243"/>
                    <a:pt x="677" y="2924"/>
                  </a:cubicBezTo>
                  <a:cubicBezTo>
                    <a:pt x="199" y="2586"/>
                    <a:pt x="0" y="1751"/>
                    <a:pt x="259" y="101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7320" bIns="673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8" name="Google Shape;932;p15"/>
            <p:cNvSpPr/>
            <p:nvPr/>
          </p:nvSpPr>
          <p:spPr>
            <a:xfrm rot="19785000">
              <a:off x="9190080" y="2356920"/>
              <a:ext cx="318240" cy="321480"/>
            </a:xfrm>
            <a:custGeom>
              <a:avLst/>
              <a:gdLst>
                <a:gd name="textAreaLeft" fmla="*/ 0 w 318240"/>
                <a:gd name="textAreaRight" fmla="*/ 318600 w 318240"/>
                <a:gd name="textAreaTop" fmla="*/ 0 h 321480"/>
                <a:gd name="textAreaBottom" fmla="*/ 321840 h 321480"/>
              </a:gdLst>
              <a:ahLst/>
              <a:cxnLst/>
              <a:rect l="textAreaLeft" t="textAreaTop" r="textAreaRight" b="textAreaBottom"/>
              <a:pathLst>
                <a:path w="7660" h="7739">
                  <a:moveTo>
                    <a:pt x="6008" y="7738"/>
                  </a:moveTo>
                  <a:lnTo>
                    <a:pt x="5969" y="7738"/>
                  </a:lnTo>
                  <a:cubicBezTo>
                    <a:pt x="5869" y="7718"/>
                    <a:pt x="5809" y="7539"/>
                    <a:pt x="5829" y="7400"/>
                  </a:cubicBezTo>
                  <a:lnTo>
                    <a:pt x="7182" y="1432"/>
                  </a:lnTo>
                  <a:cubicBezTo>
                    <a:pt x="5193" y="776"/>
                    <a:pt x="2985" y="597"/>
                    <a:pt x="538" y="895"/>
                  </a:cubicBezTo>
                  <a:lnTo>
                    <a:pt x="359" y="6863"/>
                  </a:lnTo>
                  <a:cubicBezTo>
                    <a:pt x="359" y="7022"/>
                    <a:pt x="259" y="7161"/>
                    <a:pt x="160" y="7161"/>
                  </a:cubicBezTo>
                  <a:cubicBezTo>
                    <a:pt x="60" y="7161"/>
                    <a:pt x="1" y="7062"/>
                    <a:pt x="1" y="6903"/>
                  </a:cubicBezTo>
                  <a:lnTo>
                    <a:pt x="160" y="358"/>
                  </a:lnTo>
                  <a:lnTo>
                    <a:pt x="359" y="338"/>
                  </a:lnTo>
                  <a:cubicBezTo>
                    <a:pt x="2985" y="0"/>
                    <a:pt x="5372" y="179"/>
                    <a:pt x="7480" y="895"/>
                  </a:cubicBezTo>
                  <a:lnTo>
                    <a:pt x="7659" y="955"/>
                  </a:lnTo>
                  <a:lnTo>
                    <a:pt x="6187" y="7500"/>
                  </a:lnTo>
                  <a:cubicBezTo>
                    <a:pt x="6167" y="7639"/>
                    <a:pt x="6108" y="7718"/>
                    <a:pt x="6008" y="773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9" name="Google Shape;933;p15"/>
            <p:cNvSpPr/>
            <p:nvPr/>
          </p:nvSpPr>
          <p:spPr>
            <a:xfrm rot="19785000">
              <a:off x="9231480" y="2664000"/>
              <a:ext cx="67680" cy="105480"/>
            </a:xfrm>
            <a:custGeom>
              <a:avLst/>
              <a:gdLst>
                <a:gd name="textAreaLeft" fmla="*/ 0 w 67680"/>
                <a:gd name="textAreaRight" fmla="*/ 68040 w 67680"/>
                <a:gd name="textAreaTop" fmla="*/ 0 h 105480"/>
                <a:gd name="textAreaBottom" fmla="*/ 105840 h 105480"/>
              </a:gdLst>
              <a:ahLst/>
              <a:cxnLst/>
              <a:rect l="textAreaLeft" t="textAreaTop" r="textAreaRight" b="textAreaBottom"/>
              <a:pathLst>
                <a:path w="1633" h="2547">
                  <a:moveTo>
                    <a:pt x="1592" y="1154"/>
                  </a:moveTo>
                  <a:cubicBezTo>
                    <a:pt x="1592" y="1512"/>
                    <a:pt x="1493" y="1830"/>
                    <a:pt x="1354" y="2089"/>
                  </a:cubicBezTo>
                  <a:cubicBezTo>
                    <a:pt x="1274" y="2208"/>
                    <a:pt x="1195" y="2308"/>
                    <a:pt x="1095" y="2387"/>
                  </a:cubicBezTo>
                  <a:cubicBezTo>
                    <a:pt x="996" y="2447"/>
                    <a:pt x="896" y="2507"/>
                    <a:pt x="797" y="2527"/>
                  </a:cubicBezTo>
                  <a:cubicBezTo>
                    <a:pt x="578" y="2547"/>
                    <a:pt x="399" y="2447"/>
                    <a:pt x="260" y="2248"/>
                  </a:cubicBezTo>
                  <a:cubicBezTo>
                    <a:pt x="100" y="2049"/>
                    <a:pt x="1" y="1751"/>
                    <a:pt x="1" y="1413"/>
                  </a:cubicBezTo>
                  <a:cubicBezTo>
                    <a:pt x="1" y="716"/>
                    <a:pt x="379" y="100"/>
                    <a:pt x="836" y="20"/>
                  </a:cubicBezTo>
                  <a:cubicBezTo>
                    <a:pt x="956" y="0"/>
                    <a:pt x="1055" y="20"/>
                    <a:pt x="1155" y="60"/>
                  </a:cubicBezTo>
                  <a:cubicBezTo>
                    <a:pt x="1254" y="120"/>
                    <a:pt x="1334" y="199"/>
                    <a:pt x="1393" y="319"/>
                  </a:cubicBezTo>
                  <a:cubicBezTo>
                    <a:pt x="1553" y="518"/>
                    <a:pt x="1632" y="816"/>
                    <a:pt x="1592" y="1154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2920" bIns="52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0" name="Google Shape;934;p15"/>
            <p:cNvSpPr/>
            <p:nvPr/>
          </p:nvSpPr>
          <p:spPr>
            <a:xfrm rot="19785000">
              <a:off x="9450000" y="2548080"/>
              <a:ext cx="68400" cy="11232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112320"/>
                <a:gd name="textAreaBottom" fmla="*/ 112680 h 112320"/>
              </a:gdLst>
              <a:ahLst/>
              <a:cxnLst/>
              <a:rect l="textAreaLeft" t="textAreaTop" r="textAreaRight" b="textAreaBottom"/>
              <a:pathLst>
                <a:path w="1652" h="2706">
                  <a:moveTo>
                    <a:pt x="1472" y="1572"/>
                  </a:moveTo>
                  <a:cubicBezTo>
                    <a:pt x="1333" y="2268"/>
                    <a:pt x="895" y="2705"/>
                    <a:pt x="517" y="2586"/>
                  </a:cubicBezTo>
                  <a:cubicBezTo>
                    <a:pt x="338" y="2507"/>
                    <a:pt x="199" y="2367"/>
                    <a:pt x="100" y="2089"/>
                  </a:cubicBezTo>
                  <a:cubicBezTo>
                    <a:pt x="20" y="1850"/>
                    <a:pt x="0" y="1492"/>
                    <a:pt x="40" y="1154"/>
                  </a:cubicBezTo>
                  <a:cubicBezTo>
                    <a:pt x="100" y="796"/>
                    <a:pt x="239" y="497"/>
                    <a:pt x="418" y="298"/>
                  </a:cubicBezTo>
                  <a:cubicBezTo>
                    <a:pt x="597" y="99"/>
                    <a:pt x="816" y="0"/>
                    <a:pt x="1015" y="80"/>
                  </a:cubicBezTo>
                  <a:cubicBezTo>
                    <a:pt x="1452" y="219"/>
                    <a:pt x="1651" y="875"/>
                    <a:pt x="1472" y="1572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6160" bIns="561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1" name="Google Shape;935;p15"/>
            <p:cNvSpPr/>
            <p:nvPr/>
          </p:nvSpPr>
          <p:spPr>
            <a:xfrm rot="19785000">
              <a:off x="9338040" y="2593800"/>
              <a:ext cx="65880" cy="106560"/>
            </a:xfrm>
            <a:custGeom>
              <a:avLst/>
              <a:gdLst>
                <a:gd name="textAreaLeft" fmla="*/ 0 w 65880"/>
                <a:gd name="textAreaRight" fmla="*/ 66240 w 65880"/>
                <a:gd name="textAreaTop" fmla="*/ 0 h 106560"/>
                <a:gd name="textAreaBottom" fmla="*/ 106920 h 106560"/>
              </a:gdLst>
              <a:ahLst/>
              <a:cxnLst/>
              <a:rect l="textAreaLeft" t="textAreaTop" r="textAreaRight" b="textAreaBottom"/>
              <a:pathLst>
                <a:path w="1592" h="2567">
                  <a:moveTo>
                    <a:pt x="1552" y="1333"/>
                  </a:moveTo>
                  <a:cubicBezTo>
                    <a:pt x="1492" y="1691"/>
                    <a:pt x="1373" y="1990"/>
                    <a:pt x="1214" y="2208"/>
                  </a:cubicBezTo>
                  <a:cubicBezTo>
                    <a:pt x="1075" y="2407"/>
                    <a:pt x="876" y="2566"/>
                    <a:pt x="677" y="2566"/>
                  </a:cubicBezTo>
                  <a:cubicBezTo>
                    <a:pt x="577" y="2566"/>
                    <a:pt x="478" y="2507"/>
                    <a:pt x="398" y="2447"/>
                  </a:cubicBezTo>
                  <a:cubicBezTo>
                    <a:pt x="319" y="2368"/>
                    <a:pt x="259" y="2288"/>
                    <a:pt x="179" y="2169"/>
                  </a:cubicBezTo>
                  <a:cubicBezTo>
                    <a:pt x="60" y="1930"/>
                    <a:pt x="0" y="1612"/>
                    <a:pt x="20" y="1273"/>
                  </a:cubicBezTo>
                  <a:cubicBezTo>
                    <a:pt x="60" y="915"/>
                    <a:pt x="179" y="597"/>
                    <a:pt x="319" y="378"/>
                  </a:cubicBezTo>
                  <a:cubicBezTo>
                    <a:pt x="398" y="259"/>
                    <a:pt x="498" y="179"/>
                    <a:pt x="597" y="100"/>
                  </a:cubicBezTo>
                  <a:cubicBezTo>
                    <a:pt x="697" y="60"/>
                    <a:pt x="796" y="0"/>
                    <a:pt x="915" y="20"/>
                  </a:cubicBezTo>
                  <a:cubicBezTo>
                    <a:pt x="1154" y="60"/>
                    <a:pt x="1313" y="179"/>
                    <a:pt x="1453" y="418"/>
                  </a:cubicBezTo>
                  <a:cubicBezTo>
                    <a:pt x="1552" y="677"/>
                    <a:pt x="1592" y="995"/>
                    <a:pt x="1552" y="133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3280" bIns="532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2" name="Google Shape;936;p15"/>
            <p:cNvSpPr/>
            <p:nvPr/>
          </p:nvSpPr>
          <p:spPr>
            <a:xfrm rot="19785000">
              <a:off x="9311760" y="2378160"/>
              <a:ext cx="47520" cy="269280"/>
            </a:xfrm>
            <a:custGeom>
              <a:avLst/>
              <a:gdLst>
                <a:gd name="textAreaLeft" fmla="*/ 0 w 47520"/>
                <a:gd name="textAreaRight" fmla="*/ 47880 w 47520"/>
                <a:gd name="textAreaTop" fmla="*/ 0 h 269280"/>
                <a:gd name="textAreaBottom" fmla="*/ 269640 h 269280"/>
              </a:gdLst>
              <a:ahLst/>
              <a:cxnLst/>
              <a:rect l="textAreaLeft" t="textAreaTop" r="textAreaRight" b="textAreaBottom"/>
              <a:pathLst>
                <a:path w="1155" h="6486">
                  <a:moveTo>
                    <a:pt x="378" y="6485"/>
                  </a:moveTo>
                  <a:lnTo>
                    <a:pt x="0" y="6465"/>
                  </a:lnTo>
                  <a:lnTo>
                    <a:pt x="776" y="0"/>
                  </a:lnTo>
                  <a:lnTo>
                    <a:pt x="1154" y="4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3" name="Google Shape;937;p15"/>
            <p:cNvSpPr/>
            <p:nvPr/>
          </p:nvSpPr>
          <p:spPr>
            <a:xfrm rot="19785000">
              <a:off x="9159480" y="2427120"/>
              <a:ext cx="298440" cy="60840"/>
            </a:xfrm>
            <a:custGeom>
              <a:avLst/>
              <a:gdLst>
                <a:gd name="textAreaLeft" fmla="*/ 0 w 298440"/>
                <a:gd name="textAreaRight" fmla="*/ 298800 w 298440"/>
                <a:gd name="textAreaTop" fmla="*/ 0 h 60840"/>
                <a:gd name="textAreaBottom" fmla="*/ 61200 h 60840"/>
              </a:gdLst>
              <a:ahLst/>
              <a:cxnLst/>
              <a:rect l="textAreaLeft" t="textAreaTop" r="textAreaRight" b="textAreaBottom"/>
              <a:pathLst>
                <a:path w="7182" h="1473">
                  <a:moveTo>
                    <a:pt x="6982" y="1473"/>
                  </a:moveTo>
                  <a:lnTo>
                    <a:pt x="6923" y="1473"/>
                  </a:lnTo>
                  <a:cubicBezTo>
                    <a:pt x="4894" y="776"/>
                    <a:pt x="2686" y="617"/>
                    <a:pt x="179" y="896"/>
                  </a:cubicBezTo>
                  <a:cubicBezTo>
                    <a:pt x="80" y="936"/>
                    <a:pt x="0" y="796"/>
                    <a:pt x="0" y="637"/>
                  </a:cubicBezTo>
                  <a:cubicBezTo>
                    <a:pt x="0" y="478"/>
                    <a:pt x="100" y="339"/>
                    <a:pt x="199" y="339"/>
                  </a:cubicBezTo>
                  <a:cubicBezTo>
                    <a:pt x="2765" y="1"/>
                    <a:pt x="4993" y="200"/>
                    <a:pt x="7042" y="896"/>
                  </a:cubicBezTo>
                  <a:cubicBezTo>
                    <a:pt x="7142" y="936"/>
                    <a:pt x="7181" y="1095"/>
                    <a:pt x="7142" y="1254"/>
                  </a:cubicBezTo>
                  <a:cubicBezTo>
                    <a:pt x="7142" y="1353"/>
                    <a:pt x="7062" y="1453"/>
                    <a:pt x="6982" y="147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0600" bIns="30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74" name="PlaceHolder 1"/>
          <p:cNvSpPr>
            <a:spLocks noGrp="1"/>
          </p:cNvSpPr>
          <p:nvPr>
            <p:ph type="title"/>
          </p:nvPr>
        </p:nvSpPr>
        <p:spPr>
          <a:xfrm>
            <a:off x="720000" y="827280"/>
            <a:ext cx="2788560" cy="2321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35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75" name="Google Shape;940;p15"/>
          <p:cNvSpPr/>
          <p:nvPr/>
        </p:nvSpPr>
        <p:spPr>
          <a:xfrm>
            <a:off x="6403320" y="202680"/>
            <a:ext cx="2380680" cy="2380680"/>
          </a:xfrm>
          <a:prstGeom prst="ellipse">
            <a:avLst/>
          </a:prstGeom>
          <a:gradFill rotWithShape="0">
            <a:gsLst>
              <a:gs pos="0">
                <a:srgbClr val="dea2e9"/>
              </a:gs>
              <a:gs pos="100000">
                <a:srgbClr val="cbacfd"/>
              </a:gs>
            </a:gsLst>
            <a:lin ang="2700000"/>
          </a:gradFill>
          <a:ln w="9525">
            <a:solidFill>
              <a:srgbClr val="cbacf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276" name="Google Shape;941;p15"/>
          <p:cNvGrpSpPr/>
          <p:nvPr/>
        </p:nvGrpSpPr>
        <p:grpSpPr>
          <a:xfrm>
            <a:off x="4555440" y="4197240"/>
            <a:ext cx="226800" cy="226440"/>
            <a:chOff x="4555440" y="4197240"/>
            <a:chExt cx="226800" cy="226440"/>
          </a:xfrm>
        </p:grpSpPr>
        <p:sp>
          <p:nvSpPr>
            <p:cNvPr id="277" name="Google Shape;942;p15"/>
            <p:cNvSpPr/>
            <p:nvPr/>
          </p:nvSpPr>
          <p:spPr>
            <a:xfrm>
              <a:off x="4663080" y="4197240"/>
              <a:ext cx="13320" cy="94320"/>
            </a:xfrm>
            <a:custGeom>
              <a:avLst/>
              <a:gdLst>
                <a:gd name="textAreaLeft" fmla="*/ 0 w 13320"/>
                <a:gd name="textAreaRight" fmla="*/ 13680 w 13320"/>
                <a:gd name="textAreaTop" fmla="*/ 0 h 94320"/>
                <a:gd name="textAreaBottom" fmla="*/ 94680 h 94320"/>
              </a:gdLst>
              <a:ahLst/>
              <a:cxnLst/>
              <a:rect l="textAreaLeft" t="textAreaTop" r="textAreaRight" b="textAreaBottom"/>
              <a:pathLst>
                <a:path w="339" h="2348">
                  <a:moveTo>
                    <a:pt x="180" y="0"/>
                  </a:moveTo>
                  <a:cubicBezTo>
                    <a:pt x="80" y="0"/>
                    <a:pt x="1" y="80"/>
                    <a:pt x="1" y="179"/>
                  </a:cubicBezTo>
                  <a:lnTo>
                    <a:pt x="1" y="2169"/>
                  </a:lnTo>
                  <a:cubicBezTo>
                    <a:pt x="1" y="2268"/>
                    <a:pt x="80" y="2348"/>
                    <a:pt x="180" y="2348"/>
                  </a:cubicBezTo>
                  <a:cubicBezTo>
                    <a:pt x="239" y="2348"/>
                    <a:pt x="319" y="2268"/>
                    <a:pt x="339" y="2169"/>
                  </a:cubicBezTo>
                  <a:lnTo>
                    <a:pt x="339" y="179"/>
                  </a:lnTo>
                  <a:cubicBezTo>
                    <a:pt x="339" y="80"/>
                    <a:pt x="279" y="0"/>
                    <a:pt x="18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7160" bIns="471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8" name="Google Shape;943;p15"/>
            <p:cNvSpPr/>
            <p:nvPr/>
          </p:nvSpPr>
          <p:spPr>
            <a:xfrm>
              <a:off x="4663080" y="4329360"/>
              <a:ext cx="13320" cy="94320"/>
            </a:xfrm>
            <a:custGeom>
              <a:avLst/>
              <a:gdLst>
                <a:gd name="textAreaLeft" fmla="*/ 0 w 13320"/>
                <a:gd name="textAreaRight" fmla="*/ 13680 w 13320"/>
                <a:gd name="textAreaTop" fmla="*/ 0 h 94320"/>
                <a:gd name="textAreaBottom" fmla="*/ 94680 h 94320"/>
              </a:gdLst>
              <a:ahLst/>
              <a:cxnLst/>
              <a:rect l="textAreaLeft" t="textAreaTop" r="textAreaRight" b="textAreaBottom"/>
              <a:pathLst>
                <a:path w="339" h="2349">
                  <a:moveTo>
                    <a:pt x="180" y="1"/>
                  </a:moveTo>
                  <a:cubicBezTo>
                    <a:pt x="80" y="1"/>
                    <a:pt x="1" y="80"/>
                    <a:pt x="1" y="180"/>
                  </a:cubicBezTo>
                  <a:lnTo>
                    <a:pt x="1" y="2169"/>
                  </a:lnTo>
                  <a:cubicBezTo>
                    <a:pt x="1" y="2269"/>
                    <a:pt x="80" y="2348"/>
                    <a:pt x="180" y="2348"/>
                  </a:cubicBezTo>
                  <a:cubicBezTo>
                    <a:pt x="239" y="2348"/>
                    <a:pt x="319" y="2269"/>
                    <a:pt x="339" y="2169"/>
                  </a:cubicBezTo>
                  <a:lnTo>
                    <a:pt x="339" y="180"/>
                  </a:lnTo>
                  <a:cubicBezTo>
                    <a:pt x="339" y="80"/>
                    <a:pt x="279" y="1"/>
                    <a:pt x="18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7160" bIns="471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9" name="Google Shape;944;p15"/>
            <p:cNvSpPr/>
            <p:nvPr/>
          </p:nvSpPr>
          <p:spPr>
            <a:xfrm>
              <a:off x="4687920" y="4303800"/>
              <a:ext cx="94320" cy="13320"/>
            </a:xfrm>
            <a:custGeom>
              <a:avLst/>
              <a:gdLst>
                <a:gd name="textAreaLeft" fmla="*/ 0 w 94320"/>
                <a:gd name="textAreaRight" fmla="*/ 94680 w 94320"/>
                <a:gd name="textAreaTop" fmla="*/ 0 h 13320"/>
                <a:gd name="textAreaBottom" fmla="*/ 13680 h 13320"/>
              </a:gdLst>
              <a:ahLst/>
              <a:cxnLst/>
              <a:rect l="textAreaLeft" t="textAreaTop" r="textAreaRight" b="textAreaBottom"/>
              <a:pathLst>
                <a:path w="2348" h="339">
                  <a:moveTo>
                    <a:pt x="179" y="0"/>
                  </a:moveTo>
                  <a:cubicBezTo>
                    <a:pt x="80" y="0"/>
                    <a:pt x="0" y="60"/>
                    <a:pt x="0" y="159"/>
                  </a:cubicBezTo>
                  <a:cubicBezTo>
                    <a:pt x="0" y="279"/>
                    <a:pt x="80" y="338"/>
                    <a:pt x="179" y="338"/>
                  </a:cubicBezTo>
                  <a:lnTo>
                    <a:pt x="2168" y="338"/>
                  </a:lnTo>
                  <a:cubicBezTo>
                    <a:pt x="2268" y="338"/>
                    <a:pt x="2348" y="279"/>
                    <a:pt x="2348" y="159"/>
                  </a:cubicBezTo>
                  <a:cubicBezTo>
                    <a:pt x="2348" y="60"/>
                    <a:pt x="2268" y="0"/>
                    <a:pt x="216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840" bIns="68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0" name="Google Shape;945;p15"/>
            <p:cNvSpPr/>
            <p:nvPr/>
          </p:nvSpPr>
          <p:spPr>
            <a:xfrm>
              <a:off x="4555440" y="4303800"/>
              <a:ext cx="94320" cy="13320"/>
            </a:xfrm>
            <a:custGeom>
              <a:avLst/>
              <a:gdLst>
                <a:gd name="textAreaLeft" fmla="*/ 0 w 94320"/>
                <a:gd name="textAreaRight" fmla="*/ 94680 w 94320"/>
                <a:gd name="textAreaTop" fmla="*/ 0 h 13320"/>
                <a:gd name="textAreaBottom" fmla="*/ 13680 h 13320"/>
              </a:gdLst>
              <a:ahLst/>
              <a:cxnLst/>
              <a:rect l="textAreaLeft" t="textAreaTop" r="textAreaRight" b="textAreaBottom"/>
              <a:pathLst>
                <a:path w="2349" h="339">
                  <a:moveTo>
                    <a:pt x="180" y="0"/>
                  </a:moveTo>
                  <a:cubicBezTo>
                    <a:pt x="80" y="0"/>
                    <a:pt x="1" y="60"/>
                    <a:pt x="1" y="159"/>
                  </a:cubicBezTo>
                  <a:cubicBezTo>
                    <a:pt x="1" y="279"/>
                    <a:pt x="80" y="338"/>
                    <a:pt x="180" y="338"/>
                  </a:cubicBezTo>
                  <a:lnTo>
                    <a:pt x="2169" y="338"/>
                  </a:lnTo>
                  <a:cubicBezTo>
                    <a:pt x="2269" y="338"/>
                    <a:pt x="2348" y="279"/>
                    <a:pt x="2348" y="159"/>
                  </a:cubicBezTo>
                  <a:cubicBezTo>
                    <a:pt x="2348" y="60"/>
                    <a:pt x="2269" y="0"/>
                    <a:pt x="2169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840" bIns="68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1" name="Google Shape;946;p15"/>
            <p:cNvSpPr/>
            <p:nvPr/>
          </p:nvSpPr>
          <p:spPr>
            <a:xfrm>
              <a:off x="4679640" y="4246200"/>
              <a:ext cx="55080" cy="53280"/>
            </a:xfrm>
            <a:custGeom>
              <a:avLst/>
              <a:gdLst>
                <a:gd name="textAreaLeft" fmla="*/ 0 w 55080"/>
                <a:gd name="textAreaRight" fmla="*/ 55440 w 55080"/>
                <a:gd name="textAreaTop" fmla="*/ 0 h 53280"/>
                <a:gd name="textAreaBottom" fmla="*/ 53640 h 53280"/>
              </a:gdLst>
              <a:ahLst/>
              <a:cxnLst/>
              <a:rect l="textAreaLeft" t="textAreaTop" r="textAreaRight" b="textAreaBottom"/>
              <a:pathLst>
                <a:path w="1373" h="1334">
                  <a:moveTo>
                    <a:pt x="1166" y="1"/>
                  </a:moveTo>
                  <a:cubicBezTo>
                    <a:pt x="1124" y="1"/>
                    <a:pt x="1084" y="21"/>
                    <a:pt x="1055" y="61"/>
                  </a:cubicBezTo>
                  <a:lnTo>
                    <a:pt x="80" y="1035"/>
                  </a:lnTo>
                  <a:cubicBezTo>
                    <a:pt x="0" y="1095"/>
                    <a:pt x="0" y="1214"/>
                    <a:pt x="80" y="1274"/>
                  </a:cubicBezTo>
                  <a:cubicBezTo>
                    <a:pt x="100" y="1314"/>
                    <a:pt x="159" y="1334"/>
                    <a:pt x="199" y="1334"/>
                  </a:cubicBezTo>
                  <a:cubicBezTo>
                    <a:pt x="259" y="1334"/>
                    <a:pt x="299" y="1314"/>
                    <a:pt x="319" y="1274"/>
                  </a:cubicBezTo>
                  <a:lnTo>
                    <a:pt x="1293" y="319"/>
                  </a:lnTo>
                  <a:cubicBezTo>
                    <a:pt x="1373" y="240"/>
                    <a:pt x="1373" y="140"/>
                    <a:pt x="1293" y="61"/>
                  </a:cubicBezTo>
                  <a:cubicBezTo>
                    <a:pt x="1254" y="21"/>
                    <a:pt x="1209" y="1"/>
                    <a:pt x="1166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6640" bIns="266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2" name="Google Shape;947;p15"/>
            <p:cNvSpPr/>
            <p:nvPr/>
          </p:nvSpPr>
          <p:spPr>
            <a:xfrm>
              <a:off x="4603680" y="4322160"/>
              <a:ext cx="55080" cy="53280"/>
            </a:xfrm>
            <a:custGeom>
              <a:avLst/>
              <a:gdLst>
                <a:gd name="textAreaLeft" fmla="*/ 0 w 55080"/>
                <a:gd name="textAreaRight" fmla="*/ 55440 w 55080"/>
                <a:gd name="textAreaTop" fmla="*/ 0 h 53280"/>
                <a:gd name="textAreaBottom" fmla="*/ 53640 h 53280"/>
              </a:gdLst>
              <a:ahLst/>
              <a:cxnLst/>
              <a:rect l="textAreaLeft" t="textAreaTop" r="textAreaRight" b="textAreaBottom"/>
              <a:pathLst>
                <a:path w="1374" h="1334">
                  <a:moveTo>
                    <a:pt x="1167" y="1"/>
                  </a:moveTo>
                  <a:cubicBezTo>
                    <a:pt x="1124" y="1"/>
                    <a:pt x="1085" y="21"/>
                    <a:pt x="1055" y="60"/>
                  </a:cubicBezTo>
                  <a:lnTo>
                    <a:pt x="80" y="1035"/>
                  </a:lnTo>
                  <a:cubicBezTo>
                    <a:pt x="0" y="1095"/>
                    <a:pt x="0" y="1194"/>
                    <a:pt x="80" y="1274"/>
                  </a:cubicBezTo>
                  <a:cubicBezTo>
                    <a:pt x="100" y="1294"/>
                    <a:pt x="160" y="1334"/>
                    <a:pt x="199" y="1334"/>
                  </a:cubicBezTo>
                  <a:cubicBezTo>
                    <a:pt x="259" y="1334"/>
                    <a:pt x="279" y="1314"/>
                    <a:pt x="319" y="1274"/>
                  </a:cubicBezTo>
                  <a:lnTo>
                    <a:pt x="1293" y="299"/>
                  </a:lnTo>
                  <a:cubicBezTo>
                    <a:pt x="1373" y="239"/>
                    <a:pt x="1373" y="140"/>
                    <a:pt x="1293" y="60"/>
                  </a:cubicBezTo>
                  <a:cubicBezTo>
                    <a:pt x="1254" y="21"/>
                    <a:pt x="1209" y="1"/>
                    <a:pt x="1167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6640" bIns="266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3" name="Google Shape;948;p15"/>
            <p:cNvSpPr/>
            <p:nvPr/>
          </p:nvSpPr>
          <p:spPr>
            <a:xfrm>
              <a:off x="4679640" y="4322160"/>
              <a:ext cx="55080" cy="53280"/>
            </a:xfrm>
            <a:custGeom>
              <a:avLst/>
              <a:gdLst>
                <a:gd name="textAreaLeft" fmla="*/ 0 w 55080"/>
                <a:gd name="textAreaRight" fmla="*/ 55440 w 55080"/>
                <a:gd name="textAreaTop" fmla="*/ 0 h 53280"/>
                <a:gd name="textAreaBottom" fmla="*/ 53640 h 53280"/>
              </a:gdLst>
              <a:ahLst/>
              <a:cxnLst/>
              <a:rect l="textAreaLeft" t="textAreaTop" r="textAreaRight" b="textAreaBottom"/>
              <a:pathLst>
                <a:path w="1373" h="1334">
                  <a:moveTo>
                    <a:pt x="207" y="1"/>
                  </a:moveTo>
                  <a:cubicBezTo>
                    <a:pt x="164" y="1"/>
                    <a:pt x="120" y="21"/>
                    <a:pt x="80" y="60"/>
                  </a:cubicBezTo>
                  <a:cubicBezTo>
                    <a:pt x="0" y="140"/>
                    <a:pt x="0" y="239"/>
                    <a:pt x="80" y="299"/>
                  </a:cubicBezTo>
                  <a:lnTo>
                    <a:pt x="1055" y="1274"/>
                  </a:lnTo>
                  <a:cubicBezTo>
                    <a:pt x="1074" y="1294"/>
                    <a:pt x="1114" y="1334"/>
                    <a:pt x="1174" y="1334"/>
                  </a:cubicBezTo>
                  <a:cubicBezTo>
                    <a:pt x="1214" y="1334"/>
                    <a:pt x="1273" y="1314"/>
                    <a:pt x="1293" y="1274"/>
                  </a:cubicBezTo>
                  <a:cubicBezTo>
                    <a:pt x="1373" y="1194"/>
                    <a:pt x="1373" y="1095"/>
                    <a:pt x="1293" y="1035"/>
                  </a:cubicBezTo>
                  <a:lnTo>
                    <a:pt x="319" y="60"/>
                  </a:lnTo>
                  <a:cubicBezTo>
                    <a:pt x="289" y="21"/>
                    <a:pt x="249" y="1"/>
                    <a:pt x="207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6640" bIns="266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4" name="Google Shape;949;p15"/>
            <p:cNvSpPr/>
            <p:nvPr/>
          </p:nvSpPr>
          <p:spPr>
            <a:xfrm>
              <a:off x="4603680" y="4246200"/>
              <a:ext cx="55080" cy="53280"/>
            </a:xfrm>
            <a:custGeom>
              <a:avLst/>
              <a:gdLst>
                <a:gd name="textAreaLeft" fmla="*/ 0 w 55080"/>
                <a:gd name="textAreaRight" fmla="*/ 55440 w 55080"/>
                <a:gd name="textAreaTop" fmla="*/ 0 h 53280"/>
                <a:gd name="textAreaBottom" fmla="*/ 53640 h 53280"/>
              </a:gdLst>
              <a:ahLst/>
              <a:cxnLst/>
              <a:rect l="textAreaLeft" t="textAreaTop" r="textAreaRight" b="textAreaBottom"/>
              <a:pathLst>
                <a:path w="1374" h="1334">
                  <a:moveTo>
                    <a:pt x="207" y="1"/>
                  </a:moveTo>
                  <a:cubicBezTo>
                    <a:pt x="165" y="1"/>
                    <a:pt x="120" y="21"/>
                    <a:pt x="80" y="61"/>
                  </a:cubicBezTo>
                  <a:cubicBezTo>
                    <a:pt x="0" y="140"/>
                    <a:pt x="0" y="240"/>
                    <a:pt x="80" y="319"/>
                  </a:cubicBezTo>
                  <a:lnTo>
                    <a:pt x="1055" y="1274"/>
                  </a:lnTo>
                  <a:cubicBezTo>
                    <a:pt x="1075" y="1314"/>
                    <a:pt x="1114" y="1334"/>
                    <a:pt x="1174" y="1334"/>
                  </a:cubicBezTo>
                  <a:cubicBezTo>
                    <a:pt x="1214" y="1334"/>
                    <a:pt x="1254" y="1314"/>
                    <a:pt x="1293" y="1274"/>
                  </a:cubicBezTo>
                  <a:cubicBezTo>
                    <a:pt x="1373" y="1214"/>
                    <a:pt x="1373" y="1095"/>
                    <a:pt x="1293" y="1035"/>
                  </a:cubicBezTo>
                  <a:lnTo>
                    <a:pt x="319" y="61"/>
                  </a:lnTo>
                  <a:cubicBezTo>
                    <a:pt x="289" y="21"/>
                    <a:pt x="249" y="1"/>
                    <a:pt x="207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6640" bIns="266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85" name="Google Shape;950;p15"/>
          <p:cNvSpPr/>
          <p:nvPr/>
        </p:nvSpPr>
        <p:spPr>
          <a:xfrm>
            <a:off x="4239360" y="725040"/>
            <a:ext cx="85320" cy="85320"/>
          </a:xfrm>
          <a:custGeom>
            <a:avLst/>
            <a:gdLst>
              <a:gd name="textAreaLeft" fmla="*/ 0 w 85320"/>
              <a:gd name="textAreaRight" fmla="*/ 85680 w 85320"/>
              <a:gd name="textAreaTop" fmla="*/ 0 h 85320"/>
              <a:gd name="textAreaBottom" fmla="*/ 85680 h 85320"/>
            </a:gdLst>
            <a:ahLst/>
            <a:cxnLst/>
            <a:rect l="textAreaLeft" t="textAreaTop" r="textAreaRight" b="textAreaBottom"/>
            <a:pathLst>
              <a:path w="2687" h="2686">
                <a:moveTo>
                  <a:pt x="1334" y="2686"/>
                </a:moveTo>
                <a:cubicBezTo>
                  <a:pt x="598" y="2686"/>
                  <a:pt x="1" y="2089"/>
                  <a:pt x="1" y="1333"/>
                </a:cubicBezTo>
                <a:cubicBezTo>
                  <a:pt x="1" y="597"/>
                  <a:pt x="598" y="0"/>
                  <a:pt x="1334" y="0"/>
                </a:cubicBezTo>
                <a:cubicBezTo>
                  <a:pt x="2090" y="0"/>
                  <a:pt x="2686" y="597"/>
                  <a:pt x="2686" y="1333"/>
                </a:cubicBezTo>
                <a:cubicBezTo>
                  <a:pt x="2686" y="2089"/>
                  <a:pt x="2090" y="2686"/>
                  <a:pt x="1334" y="2686"/>
                </a:cubicBezTo>
                <a:close/>
                <a:moveTo>
                  <a:pt x="1334" y="338"/>
                </a:moveTo>
                <a:cubicBezTo>
                  <a:pt x="797" y="338"/>
                  <a:pt x="339" y="796"/>
                  <a:pt x="339" y="1333"/>
                </a:cubicBezTo>
                <a:cubicBezTo>
                  <a:pt x="339" y="1870"/>
                  <a:pt x="797" y="2328"/>
                  <a:pt x="1334" y="2328"/>
                </a:cubicBezTo>
                <a:cubicBezTo>
                  <a:pt x="1891" y="2328"/>
                  <a:pt x="2328" y="1870"/>
                  <a:pt x="2328" y="1333"/>
                </a:cubicBezTo>
                <a:cubicBezTo>
                  <a:pt x="2328" y="796"/>
                  <a:pt x="1891" y="338"/>
                  <a:pt x="1334" y="338"/>
                </a:cubicBezTo>
                <a:close/>
              </a:path>
            </a:pathLst>
          </a:cu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2840" bIns="428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86" name="Google Shape;951;p15"/>
          <p:cNvSpPr/>
          <p:nvPr/>
        </p:nvSpPr>
        <p:spPr>
          <a:xfrm>
            <a:off x="4079520" y="1094040"/>
            <a:ext cx="124560" cy="124560"/>
          </a:xfrm>
          <a:custGeom>
            <a:avLst/>
            <a:gdLst>
              <a:gd name="textAreaLeft" fmla="*/ 0 w 124560"/>
              <a:gd name="textAreaRight" fmla="*/ 124920 w 124560"/>
              <a:gd name="textAreaTop" fmla="*/ 0 h 124560"/>
              <a:gd name="textAreaBottom" fmla="*/ 124920 h 124560"/>
            </a:gdLst>
            <a:ahLst/>
            <a:cxnLst/>
            <a:rect l="textAreaLeft" t="textAreaTop" r="textAreaRight" b="textAreaBottom"/>
            <a:pathLst>
              <a:path w="2687" h="2686">
                <a:moveTo>
                  <a:pt x="1334" y="2686"/>
                </a:moveTo>
                <a:cubicBezTo>
                  <a:pt x="598" y="2686"/>
                  <a:pt x="1" y="2089"/>
                  <a:pt x="1" y="1333"/>
                </a:cubicBezTo>
                <a:cubicBezTo>
                  <a:pt x="1" y="597"/>
                  <a:pt x="598" y="0"/>
                  <a:pt x="1334" y="0"/>
                </a:cubicBezTo>
                <a:cubicBezTo>
                  <a:pt x="2090" y="0"/>
                  <a:pt x="2686" y="597"/>
                  <a:pt x="2686" y="1333"/>
                </a:cubicBezTo>
                <a:cubicBezTo>
                  <a:pt x="2686" y="2089"/>
                  <a:pt x="2090" y="2686"/>
                  <a:pt x="1334" y="2686"/>
                </a:cubicBezTo>
                <a:close/>
                <a:moveTo>
                  <a:pt x="1334" y="338"/>
                </a:moveTo>
                <a:cubicBezTo>
                  <a:pt x="797" y="338"/>
                  <a:pt x="339" y="796"/>
                  <a:pt x="339" y="1333"/>
                </a:cubicBezTo>
                <a:cubicBezTo>
                  <a:pt x="339" y="1870"/>
                  <a:pt x="797" y="2328"/>
                  <a:pt x="1334" y="2328"/>
                </a:cubicBezTo>
                <a:cubicBezTo>
                  <a:pt x="1891" y="2328"/>
                  <a:pt x="2328" y="1870"/>
                  <a:pt x="2328" y="1333"/>
                </a:cubicBezTo>
                <a:cubicBezTo>
                  <a:pt x="2328" y="796"/>
                  <a:pt x="1891" y="338"/>
                  <a:pt x="1334" y="338"/>
                </a:cubicBezTo>
                <a:close/>
              </a:path>
            </a:pathLst>
          </a:cu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62280" bIns="6228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87" name="PlaceHolder 2"/>
          <p:cNvSpPr>
            <a:spLocks noGrp="1"/>
          </p:cNvSpPr>
          <p:nvPr>
            <p:ph type="body"/>
          </p:nvPr>
        </p:nvSpPr>
        <p:spPr>
          <a:xfrm>
            <a:off x="4239360" y="690480"/>
            <a:ext cx="3767040" cy="37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02;p4"/>
          <p:cNvSpPr/>
          <p:nvPr/>
        </p:nvSpPr>
        <p:spPr>
          <a:xfrm>
            <a:off x="-30600" y="0"/>
            <a:ext cx="9393120" cy="514332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63000">
                <a:srgbClr val="fdf0db"/>
              </a:gs>
              <a:gs pos="100000">
                <a:srgbClr val="fdf0db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90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35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91" name="PlaceHolder 2"/>
          <p:cNvSpPr>
            <a:spLocks noGrp="1"/>
          </p:cNvSpPr>
          <p:nvPr>
            <p:ph type="body"/>
          </p:nvPr>
        </p:nvSpPr>
        <p:spPr>
          <a:xfrm>
            <a:off x="720000" y="1005120"/>
            <a:ext cx="7703640" cy="338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Google Shape;305;p4"/>
          <p:cNvSpPr/>
          <p:nvPr/>
        </p:nvSpPr>
        <p:spPr>
          <a:xfrm rot="16200000">
            <a:off x="4728240" y="1162440"/>
            <a:ext cx="6612120" cy="3837240"/>
          </a:xfrm>
          <a:custGeom>
            <a:avLst/>
            <a:gdLst>
              <a:gd name="textAreaLeft" fmla="*/ 0 w 6612120"/>
              <a:gd name="textAreaRight" fmla="*/ 6612480 w 6612120"/>
              <a:gd name="textAreaTop" fmla="*/ 0 h 3837240"/>
              <a:gd name="textAreaBottom" fmla="*/ 3837600 h 3837240"/>
            </a:gdLst>
            <a:ahLst/>
            <a:cxnLst/>
            <a:rect l="textAreaLeft" t="textAreaTop" r="textAreaRight" b="textAreaBottom"/>
            <a:pathLst>
              <a:path w="138236" h="80228">
                <a:moveTo>
                  <a:pt x="2527" y="80188"/>
                </a:moveTo>
                <a:cubicBezTo>
                  <a:pt x="1" y="74419"/>
                  <a:pt x="3900" y="66900"/>
                  <a:pt x="10186" y="65408"/>
                </a:cubicBezTo>
                <a:cubicBezTo>
                  <a:pt x="14125" y="64493"/>
                  <a:pt x="19197" y="65209"/>
                  <a:pt x="21286" y="61887"/>
                </a:cubicBezTo>
                <a:cubicBezTo>
                  <a:pt x="21943" y="60812"/>
                  <a:pt x="22122" y="59539"/>
                  <a:pt x="22599" y="58385"/>
                </a:cubicBezTo>
                <a:cubicBezTo>
                  <a:pt x="24369" y="54327"/>
                  <a:pt x="29840" y="52935"/>
                  <a:pt x="34256" y="53910"/>
                </a:cubicBezTo>
                <a:cubicBezTo>
                  <a:pt x="38712" y="54864"/>
                  <a:pt x="42492" y="57530"/>
                  <a:pt x="46550" y="59579"/>
                </a:cubicBezTo>
                <a:cubicBezTo>
                  <a:pt x="50568" y="61588"/>
                  <a:pt x="55442" y="63001"/>
                  <a:pt x="59619" y="61290"/>
                </a:cubicBezTo>
                <a:cubicBezTo>
                  <a:pt x="62603" y="60076"/>
                  <a:pt x="64692" y="57490"/>
                  <a:pt x="67318" y="55640"/>
                </a:cubicBezTo>
                <a:cubicBezTo>
                  <a:pt x="69924" y="53790"/>
                  <a:pt x="73823" y="52796"/>
                  <a:pt x="76210" y="54884"/>
                </a:cubicBezTo>
                <a:cubicBezTo>
                  <a:pt x="77861" y="56317"/>
                  <a:pt x="78199" y="58644"/>
                  <a:pt x="79492" y="60355"/>
                </a:cubicBezTo>
                <a:cubicBezTo>
                  <a:pt x="81780" y="63398"/>
                  <a:pt x="87210" y="63398"/>
                  <a:pt x="89518" y="60395"/>
                </a:cubicBezTo>
                <a:cubicBezTo>
                  <a:pt x="90552" y="59022"/>
                  <a:pt x="90950" y="57331"/>
                  <a:pt x="91786" y="55839"/>
                </a:cubicBezTo>
                <a:cubicBezTo>
                  <a:pt x="93278" y="53134"/>
                  <a:pt x="96262" y="51244"/>
                  <a:pt x="99405" y="51025"/>
                </a:cubicBezTo>
                <a:cubicBezTo>
                  <a:pt x="102568" y="50767"/>
                  <a:pt x="105830" y="52179"/>
                  <a:pt x="107740" y="54626"/>
                </a:cubicBezTo>
                <a:cubicBezTo>
                  <a:pt x="108834" y="55998"/>
                  <a:pt x="109550" y="57729"/>
                  <a:pt x="111121" y="58604"/>
                </a:cubicBezTo>
                <a:cubicBezTo>
                  <a:pt x="113568" y="59977"/>
                  <a:pt x="116870" y="58326"/>
                  <a:pt x="118104" y="55859"/>
                </a:cubicBezTo>
                <a:cubicBezTo>
                  <a:pt x="119357" y="53432"/>
                  <a:pt x="119098" y="50548"/>
                  <a:pt x="118681" y="47842"/>
                </a:cubicBezTo>
                <a:cubicBezTo>
                  <a:pt x="118263" y="45157"/>
                  <a:pt x="117686" y="42372"/>
                  <a:pt x="118382" y="39726"/>
                </a:cubicBezTo>
                <a:cubicBezTo>
                  <a:pt x="119079" y="37100"/>
                  <a:pt x="121545" y="34653"/>
                  <a:pt x="124350" y="34932"/>
                </a:cubicBezTo>
                <a:cubicBezTo>
                  <a:pt x="125026" y="35012"/>
                  <a:pt x="125703" y="35230"/>
                  <a:pt x="126359" y="35111"/>
                </a:cubicBezTo>
                <a:cubicBezTo>
                  <a:pt x="127632" y="34852"/>
                  <a:pt x="128289" y="33460"/>
                  <a:pt x="128488" y="32246"/>
                </a:cubicBezTo>
                <a:cubicBezTo>
                  <a:pt x="129741" y="24906"/>
                  <a:pt x="123256" y="17904"/>
                  <a:pt x="124370" y="10563"/>
                </a:cubicBezTo>
                <a:cubicBezTo>
                  <a:pt x="125305" y="4536"/>
                  <a:pt x="132068" y="0"/>
                  <a:pt x="138235" y="1293"/>
                </a:cubicBezTo>
                <a:lnTo>
                  <a:pt x="138235" y="80228"/>
                </a:lnTo>
                <a:lnTo>
                  <a:pt x="2527" y="80228"/>
                </a:lnTo>
                <a:close/>
              </a:path>
            </a:pathLst>
          </a:custGeom>
          <a:gradFill rotWithShape="0">
            <a:gsLst>
              <a:gs pos="0">
                <a:srgbClr val="dea2e9"/>
              </a:gs>
              <a:gs pos="100000">
                <a:srgbClr val="cbacfd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393" name="Google Shape;306;p4" descr=""/>
          <p:cNvPicPr/>
          <p:nvPr/>
        </p:nvPicPr>
        <p:blipFill>
          <a:blip r:embed="rId2"/>
          <a:stretch/>
        </p:blipFill>
        <p:spPr>
          <a:xfrm>
            <a:off x="50040" y="4101480"/>
            <a:ext cx="590760" cy="1183680"/>
          </a:xfrm>
          <a:prstGeom prst="rect">
            <a:avLst/>
          </a:prstGeom>
          <a:noFill/>
          <a:ln w="0">
            <a:noFill/>
          </a:ln>
          <a:effectLst>
            <a:outerShdw algn="bl" blurRad="57240" dir="5400000" dist="19080" rotWithShape="0">
              <a:srgbClr val="000000">
                <a:alpha val="50000"/>
              </a:srgbClr>
            </a:outerShdw>
          </a:effectLst>
        </p:spPr>
      </p:pic>
      <p:grpSp>
        <p:nvGrpSpPr>
          <p:cNvPr id="394" name="Google Shape;307;p4"/>
          <p:cNvGrpSpPr/>
          <p:nvPr/>
        </p:nvGrpSpPr>
        <p:grpSpPr>
          <a:xfrm>
            <a:off x="-2740320" y="-1942560"/>
            <a:ext cx="4723200" cy="6023160"/>
            <a:chOff x="-2740320" y="-1942560"/>
            <a:chExt cx="4723200" cy="6023160"/>
          </a:xfrm>
        </p:grpSpPr>
        <p:sp>
          <p:nvSpPr>
            <p:cNvPr id="395" name="Google Shape;308;p4"/>
            <p:cNvSpPr/>
            <p:nvPr/>
          </p:nvSpPr>
          <p:spPr>
            <a:xfrm rot="18169200">
              <a:off x="-2576880" y="3004200"/>
              <a:ext cx="205560" cy="400680"/>
            </a:xfrm>
            <a:custGeom>
              <a:avLst/>
              <a:gdLst>
                <a:gd name="textAreaLeft" fmla="*/ 0 w 205560"/>
                <a:gd name="textAreaRight" fmla="*/ 205920 w 205560"/>
                <a:gd name="textAreaTop" fmla="*/ 0 h 400680"/>
                <a:gd name="textAreaBottom" fmla="*/ 401040 h 400680"/>
              </a:gdLst>
              <a:ahLst/>
              <a:cxnLst/>
              <a:rect l="textAreaLeft" t="textAreaTop" r="textAreaRight" b="textAreaBottom"/>
              <a:pathLst>
                <a:path w="7302" h="14224">
                  <a:moveTo>
                    <a:pt x="5789" y="14125"/>
                  </a:moveTo>
                  <a:cubicBezTo>
                    <a:pt x="5392" y="14005"/>
                    <a:pt x="5014" y="13707"/>
                    <a:pt x="4795" y="13309"/>
                  </a:cubicBezTo>
                  <a:cubicBezTo>
                    <a:pt x="4656" y="13050"/>
                    <a:pt x="4616" y="12812"/>
                    <a:pt x="4675" y="12593"/>
                  </a:cubicBezTo>
                  <a:cubicBezTo>
                    <a:pt x="4755" y="12334"/>
                    <a:pt x="4914" y="12195"/>
                    <a:pt x="5193" y="12135"/>
                  </a:cubicBezTo>
                  <a:cubicBezTo>
                    <a:pt x="5312" y="12115"/>
                    <a:pt x="5471" y="12215"/>
                    <a:pt x="5551" y="12354"/>
                  </a:cubicBezTo>
                  <a:cubicBezTo>
                    <a:pt x="5610" y="12513"/>
                    <a:pt x="5591" y="12633"/>
                    <a:pt x="5471" y="12652"/>
                  </a:cubicBezTo>
                  <a:cubicBezTo>
                    <a:pt x="5312" y="12692"/>
                    <a:pt x="5193" y="12792"/>
                    <a:pt x="5173" y="12911"/>
                  </a:cubicBezTo>
                  <a:cubicBezTo>
                    <a:pt x="5153" y="12991"/>
                    <a:pt x="5153" y="13110"/>
                    <a:pt x="5213" y="13229"/>
                  </a:cubicBezTo>
                  <a:cubicBezTo>
                    <a:pt x="5372" y="13508"/>
                    <a:pt x="5750" y="13707"/>
                    <a:pt x="6008" y="13647"/>
                  </a:cubicBezTo>
                  <a:cubicBezTo>
                    <a:pt x="6207" y="13627"/>
                    <a:pt x="6884" y="13448"/>
                    <a:pt x="6446" y="12633"/>
                  </a:cubicBezTo>
                  <a:lnTo>
                    <a:pt x="5352" y="10604"/>
                  </a:lnTo>
                  <a:cubicBezTo>
                    <a:pt x="3999" y="10663"/>
                    <a:pt x="2408" y="9748"/>
                    <a:pt x="1672" y="8455"/>
                  </a:cubicBezTo>
                  <a:cubicBezTo>
                    <a:pt x="995" y="7262"/>
                    <a:pt x="1513" y="6148"/>
                    <a:pt x="1970" y="5252"/>
                  </a:cubicBezTo>
                  <a:lnTo>
                    <a:pt x="1970" y="5232"/>
                  </a:lnTo>
                  <a:cubicBezTo>
                    <a:pt x="2010" y="5093"/>
                    <a:pt x="2089" y="4954"/>
                    <a:pt x="2169" y="4795"/>
                  </a:cubicBezTo>
                  <a:lnTo>
                    <a:pt x="1115" y="2945"/>
                  </a:lnTo>
                  <a:cubicBezTo>
                    <a:pt x="379" y="1612"/>
                    <a:pt x="1" y="617"/>
                    <a:pt x="120" y="220"/>
                  </a:cubicBezTo>
                  <a:cubicBezTo>
                    <a:pt x="180" y="80"/>
                    <a:pt x="279" y="21"/>
                    <a:pt x="339" y="21"/>
                  </a:cubicBezTo>
                  <a:cubicBezTo>
                    <a:pt x="438" y="1"/>
                    <a:pt x="597" y="21"/>
                    <a:pt x="796" y="160"/>
                  </a:cubicBezTo>
                  <a:cubicBezTo>
                    <a:pt x="1234" y="418"/>
                    <a:pt x="1831" y="1154"/>
                    <a:pt x="2368" y="2089"/>
                  </a:cubicBezTo>
                  <a:cubicBezTo>
                    <a:pt x="2786" y="2845"/>
                    <a:pt x="2925" y="3581"/>
                    <a:pt x="2865" y="4278"/>
                  </a:cubicBezTo>
                  <a:cubicBezTo>
                    <a:pt x="2825" y="4536"/>
                    <a:pt x="2786" y="4755"/>
                    <a:pt x="2706" y="4954"/>
                  </a:cubicBezTo>
                  <a:lnTo>
                    <a:pt x="3880" y="7043"/>
                  </a:lnTo>
                  <a:cubicBezTo>
                    <a:pt x="4357" y="7023"/>
                    <a:pt x="4874" y="7182"/>
                    <a:pt x="5352" y="7460"/>
                  </a:cubicBezTo>
                  <a:cubicBezTo>
                    <a:pt x="5789" y="7739"/>
                    <a:pt x="6167" y="8137"/>
                    <a:pt x="6386" y="8555"/>
                  </a:cubicBezTo>
                  <a:cubicBezTo>
                    <a:pt x="6864" y="9450"/>
                    <a:pt x="6585" y="10305"/>
                    <a:pt x="5770" y="10544"/>
                  </a:cubicBezTo>
                  <a:lnTo>
                    <a:pt x="6864" y="12593"/>
                  </a:lnTo>
                  <a:cubicBezTo>
                    <a:pt x="7301" y="13428"/>
                    <a:pt x="7083" y="14085"/>
                    <a:pt x="6287" y="14204"/>
                  </a:cubicBezTo>
                  <a:cubicBezTo>
                    <a:pt x="6167" y="14224"/>
                    <a:pt x="5988" y="14204"/>
                    <a:pt x="5789" y="14125"/>
                  </a:cubicBezTo>
                  <a:close/>
                  <a:moveTo>
                    <a:pt x="2527" y="5451"/>
                  </a:moveTo>
                  <a:cubicBezTo>
                    <a:pt x="2507" y="5491"/>
                    <a:pt x="2487" y="5531"/>
                    <a:pt x="2487" y="5571"/>
                  </a:cubicBezTo>
                  <a:lnTo>
                    <a:pt x="2487" y="5591"/>
                  </a:lnTo>
                  <a:cubicBezTo>
                    <a:pt x="2109" y="6386"/>
                    <a:pt x="1592" y="7460"/>
                    <a:pt x="2129" y="8415"/>
                  </a:cubicBezTo>
                  <a:cubicBezTo>
                    <a:pt x="2726" y="9430"/>
                    <a:pt x="4019" y="10166"/>
                    <a:pt x="5113" y="10106"/>
                  </a:cubicBezTo>
                  <a:lnTo>
                    <a:pt x="4576" y="9072"/>
                  </a:lnTo>
                  <a:cubicBezTo>
                    <a:pt x="4079" y="9052"/>
                    <a:pt x="3542" y="8694"/>
                    <a:pt x="3263" y="8236"/>
                  </a:cubicBezTo>
                  <a:cubicBezTo>
                    <a:pt x="3124" y="7978"/>
                    <a:pt x="3084" y="7739"/>
                    <a:pt x="3124" y="7540"/>
                  </a:cubicBezTo>
                  <a:cubicBezTo>
                    <a:pt x="3184" y="7361"/>
                    <a:pt x="3303" y="7222"/>
                    <a:pt x="3482" y="7142"/>
                  </a:cubicBezTo>
                  <a:close/>
                  <a:moveTo>
                    <a:pt x="4178" y="7560"/>
                  </a:moveTo>
                  <a:lnTo>
                    <a:pt x="5511" y="10047"/>
                  </a:lnTo>
                  <a:cubicBezTo>
                    <a:pt x="6088" y="9848"/>
                    <a:pt x="6287" y="9271"/>
                    <a:pt x="5969" y="8634"/>
                  </a:cubicBezTo>
                  <a:cubicBezTo>
                    <a:pt x="5829" y="8336"/>
                    <a:pt x="5571" y="8077"/>
                    <a:pt x="5252" y="7878"/>
                  </a:cubicBezTo>
                  <a:cubicBezTo>
                    <a:pt x="4894" y="7659"/>
                    <a:pt x="4516" y="7560"/>
                    <a:pt x="4178" y="7560"/>
                  </a:cubicBezTo>
                  <a:close/>
                  <a:moveTo>
                    <a:pt x="3760" y="7639"/>
                  </a:moveTo>
                  <a:cubicBezTo>
                    <a:pt x="3681" y="7679"/>
                    <a:pt x="3621" y="7759"/>
                    <a:pt x="3601" y="7838"/>
                  </a:cubicBezTo>
                  <a:cubicBezTo>
                    <a:pt x="3581" y="7898"/>
                    <a:pt x="3581" y="8017"/>
                    <a:pt x="3661" y="8157"/>
                  </a:cubicBezTo>
                  <a:cubicBezTo>
                    <a:pt x="3780" y="8356"/>
                    <a:pt x="3999" y="8535"/>
                    <a:pt x="4258" y="8555"/>
                  </a:cubicBezTo>
                  <a:close/>
                  <a:moveTo>
                    <a:pt x="637" y="518"/>
                  </a:moveTo>
                  <a:cubicBezTo>
                    <a:pt x="597" y="617"/>
                    <a:pt x="697" y="1353"/>
                    <a:pt x="1572" y="2885"/>
                  </a:cubicBezTo>
                  <a:lnTo>
                    <a:pt x="2328" y="4258"/>
                  </a:lnTo>
                  <a:cubicBezTo>
                    <a:pt x="2368" y="4178"/>
                    <a:pt x="2368" y="4138"/>
                    <a:pt x="2368" y="4059"/>
                  </a:cubicBezTo>
                  <a:cubicBezTo>
                    <a:pt x="2428" y="3442"/>
                    <a:pt x="2288" y="2806"/>
                    <a:pt x="1930" y="2169"/>
                  </a:cubicBezTo>
                  <a:cubicBezTo>
                    <a:pt x="1433" y="1274"/>
                    <a:pt x="936" y="697"/>
                    <a:pt x="697" y="558"/>
                  </a:cubicBezTo>
                  <a:cubicBezTo>
                    <a:pt x="677" y="518"/>
                    <a:pt x="677" y="518"/>
                    <a:pt x="637" y="51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6" name="Google Shape;309;p4"/>
            <p:cNvSpPr/>
            <p:nvPr/>
          </p:nvSpPr>
          <p:spPr>
            <a:xfrm rot="18169200">
              <a:off x="-3590280" y="361440"/>
              <a:ext cx="6231600" cy="1372680"/>
            </a:xfrm>
            <a:custGeom>
              <a:avLst/>
              <a:gdLst>
                <a:gd name="textAreaLeft" fmla="*/ 0 w 6231600"/>
                <a:gd name="textAreaRight" fmla="*/ 6231960 w 6231600"/>
                <a:gd name="textAreaTop" fmla="*/ 0 h 1372680"/>
                <a:gd name="textAreaBottom" fmla="*/ 1373040 h 1372680"/>
              </a:gdLst>
              <a:ahLst/>
              <a:cxnLst/>
              <a:rect l="textAreaLeft" t="textAreaTop" r="textAreaRight" b="textAreaBottom"/>
              <a:pathLst>
                <a:path w="220949" h="48679">
                  <a:moveTo>
                    <a:pt x="106147" y="44680"/>
                  </a:moveTo>
                  <a:cubicBezTo>
                    <a:pt x="104914" y="44441"/>
                    <a:pt x="103800" y="44123"/>
                    <a:pt x="102686" y="43745"/>
                  </a:cubicBezTo>
                  <a:cubicBezTo>
                    <a:pt x="101493" y="43347"/>
                    <a:pt x="100339" y="42850"/>
                    <a:pt x="99404" y="42432"/>
                  </a:cubicBezTo>
                  <a:lnTo>
                    <a:pt x="98946" y="42193"/>
                  </a:lnTo>
                  <a:cubicBezTo>
                    <a:pt x="98588" y="42034"/>
                    <a:pt x="98190" y="41835"/>
                    <a:pt x="97812" y="41597"/>
                  </a:cubicBezTo>
                  <a:lnTo>
                    <a:pt x="97514" y="41457"/>
                  </a:lnTo>
                  <a:cubicBezTo>
                    <a:pt x="97335" y="41358"/>
                    <a:pt x="97156" y="41278"/>
                    <a:pt x="97017" y="41179"/>
                  </a:cubicBezTo>
                  <a:lnTo>
                    <a:pt x="96241" y="40701"/>
                  </a:lnTo>
                  <a:cubicBezTo>
                    <a:pt x="95027" y="39945"/>
                    <a:pt x="94053" y="39269"/>
                    <a:pt x="93177" y="38553"/>
                  </a:cubicBezTo>
                  <a:cubicBezTo>
                    <a:pt x="92839" y="38274"/>
                    <a:pt x="92461" y="37976"/>
                    <a:pt x="92143" y="37678"/>
                  </a:cubicBezTo>
                  <a:cubicBezTo>
                    <a:pt x="92024" y="37558"/>
                    <a:pt x="91864" y="37459"/>
                    <a:pt x="91745" y="37320"/>
                  </a:cubicBezTo>
                  <a:cubicBezTo>
                    <a:pt x="91586" y="37200"/>
                    <a:pt x="91447" y="37061"/>
                    <a:pt x="91288" y="36902"/>
                  </a:cubicBezTo>
                  <a:cubicBezTo>
                    <a:pt x="91188" y="36822"/>
                    <a:pt x="91128" y="36723"/>
                    <a:pt x="91029" y="36663"/>
                  </a:cubicBezTo>
                  <a:lnTo>
                    <a:pt x="90671" y="36325"/>
                  </a:lnTo>
                  <a:lnTo>
                    <a:pt x="90452" y="36106"/>
                  </a:lnTo>
                  <a:lnTo>
                    <a:pt x="90333" y="35987"/>
                  </a:lnTo>
                  <a:lnTo>
                    <a:pt x="89636" y="35291"/>
                  </a:lnTo>
                  <a:lnTo>
                    <a:pt x="88642" y="34196"/>
                  </a:lnTo>
                  <a:lnTo>
                    <a:pt x="87667" y="33043"/>
                  </a:lnTo>
                  <a:lnTo>
                    <a:pt x="86752" y="31849"/>
                  </a:lnTo>
                  <a:lnTo>
                    <a:pt x="85996" y="30815"/>
                  </a:lnTo>
                  <a:lnTo>
                    <a:pt x="85260" y="29721"/>
                  </a:lnTo>
                  <a:cubicBezTo>
                    <a:pt x="84544" y="28646"/>
                    <a:pt x="83788" y="27433"/>
                    <a:pt x="82933" y="26021"/>
                  </a:cubicBezTo>
                  <a:cubicBezTo>
                    <a:pt x="82415" y="25165"/>
                    <a:pt x="81918" y="24290"/>
                    <a:pt x="81401" y="23395"/>
                  </a:cubicBezTo>
                  <a:cubicBezTo>
                    <a:pt x="81122" y="22957"/>
                    <a:pt x="80884" y="22500"/>
                    <a:pt x="80605" y="22062"/>
                  </a:cubicBezTo>
                  <a:cubicBezTo>
                    <a:pt x="80227" y="21465"/>
                    <a:pt x="79849" y="20809"/>
                    <a:pt x="79491" y="20212"/>
                  </a:cubicBezTo>
                  <a:lnTo>
                    <a:pt x="79252" y="19854"/>
                  </a:lnTo>
                  <a:cubicBezTo>
                    <a:pt x="78894" y="19257"/>
                    <a:pt x="78497" y="18620"/>
                    <a:pt x="78059" y="18004"/>
                  </a:cubicBezTo>
                  <a:cubicBezTo>
                    <a:pt x="77323" y="16890"/>
                    <a:pt x="76308" y="15438"/>
                    <a:pt x="75155" y="14045"/>
                  </a:cubicBezTo>
                  <a:cubicBezTo>
                    <a:pt x="74080" y="12752"/>
                    <a:pt x="72947" y="11539"/>
                    <a:pt x="71753" y="10464"/>
                  </a:cubicBezTo>
                  <a:cubicBezTo>
                    <a:pt x="70599" y="9430"/>
                    <a:pt x="69346" y="8435"/>
                    <a:pt x="67973" y="7520"/>
                  </a:cubicBezTo>
                  <a:cubicBezTo>
                    <a:pt x="67874" y="7441"/>
                    <a:pt x="67735" y="7361"/>
                    <a:pt x="67655" y="7282"/>
                  </a:cubicBezTo>
                  <a:cubicBezTo>
                    <a:pt x="67456" y="7142"/>
                    <a:pt x="67217" y="6983"/>
                    <a:pt x="66999" y="6864"/>
                  </a:cubicBezTo>
                  <a:lnTo>
                    <a:pt x="66004" y="6247"/>
                  </a:lnTo>
                  <a:lnTo>
                    <a:pt x="64989" y="5670"/>
                  </a:lnTo>
                  <a:cubicBezTo>
                    <a:pt x="64830" y="5591"/>
                    <a:pt x="64691" y="5491"/>
                    <a:pt x="64492" y="5392"/>
                  </a:cubicBezTo>
                  <a:lnTo>
                    <a:pt x="63975" y="5153"/>
                  </a:lnTo>
                  <a:cubicBezTo>
                    <a:pt x="62602" y="4457"/>
                    <a:pt x="61210" y="3860"/>
                    <a:pt x="59837" y="3383"/>
                  </a:cubicBezTo>
                  <a:cubicBezTo>
                    <a:pt x="58504" y="2905"/>
                    <a:pt x="57112" y="2468"/>
                    <a:pt x="55680" y="2090"/>
                  </a:cubicBezTo>
                  <a:cubicBezTo>
                    <a:pt x="54426" y="1771"/>
                    <a:pt x="53074" y="1473"/>
                    <a:pt x="51562" y="1194"/>
                  </a:cubicBezTo>
                  <a:cubicBezTo>
                    <a:pt x="50309" y="976"/>
                    <a:pt x="48976" y="797"/>
                    <a:pt x="47484" y="618"/>
                  </a:cubicBezTo>
                  <a:cubicBezTo>
                    <a:pt x="46907" y="558"/>
                    <a:pt x="46370" y="498"/>
                    <a:pt x="45813" y="478"/>
                  </a:cubicBezTo>
                  <a:lnTo>
                    <a:pt x="45137" y="419"/>
                  </a:lnTo>
                  <a:cubicBezTo>
                    <a:pt x="44599" y="379"/>
                    <a:pt x="44023" y="359"/>
                    <a:pt x="43446" y="319"/>
                  </a:cubicBezTo>
                  <a:cubicBezTo>
                    <a:pt x="40959" y="180"/>
                    <a:pt x="38413" y="160"/>
                    <a:pt x="35628" y="220"/>
                  </a:cubicBezTo>
                  <a:cubicBezTo>
                    <a:pt x="34474" y="259"/>
                    <a:pt x="33340" y="299"/>
                    <a:pt x="32246" y="359"/>
                  </a:cubicBezTo>
                  <a:lnTo>
                    <a:pt x="31808" y="379"/>
                  </a:lnTo>
                  <a:lnTo>
                    <a:pt x="29958" y="478"/>
                  </a:lnTo>
                  <a:cubicBezTo>
                    <a:pt x="29561" y="498"/>
                    <a:pt x="29163" y="518"/>
                    <a:pt x="28725" y="558"/>
                  </a:cubicBezTo>
                  <a:cubicBezTo>
                    <a:pt x="28506" y="578"/>
                    <a:pt x="28307" y="578"/>
                    <a:pt x="28088" y="598"/>
                  </a:cubicBezTo>
                  <a:cubicBezTo>
                    <a:pt x="25622" y="757"/>
                    <a:pt x="23155" y="956"/>
                    <a:pt x="20748" y="1175"/>
                  </a:cubicBezTo>
                  <a:cubicBezTo>
                    <a:pt x="18381" y="1393"/>
                    <a:pt x="15994" y="1652"/>
                    <a:pt x="13607" y="1970"/>
                  </a:cubicBezTo>
                  <a:cubicBezTo>
                    <a:pt x="13408" y="1990"/>
                    <a:pt x="13189" y="2010"/>
                    <a:pt x="12990" y="2050"/>
                  </a:cubicBezTo>
                  <a:lnTo>
                    <a:pt x="11876" y="2189"/>
                  </a:lnTo>
                  <a:lnTo>
                    <a:pt x="10125" y="2408"/>
                  </a:lnTo>
                  <a:lnTo>
                    <a:pt x="8415" y="2666"/>
                  </a:lnTo>
                  <a:cubicBezTo>
                    <a:pt x="8037" y="2706"/>
                    <a:pt x="7659" y="2766"/>
                    <a:pt x="7321" y="2846"/>
                  </a:cubicBezTo>
                  <a:cubicBezTo>
                    <a:pt x="7122" y="2865"/>
                    <a:pt x="6923" y="2905"/>
                    <a:pt x="6724" y="2945"/>
                  </a:cubicBezTo>
                  <a:cubicBezTo>
                    <a:pt x="4476" y="3283"/>
                    <a:pt x="2248" y="3661"/>
                    <a:pt x="80" y="4059"/>
                  </a:cubicBezTo>
                  <a:lnTo>
                    <a:pt x="0" y="3940"/>
                  </a:lnTo>
                  <a:cubicBezTo>
                    <a:pt x="2168" y="3502"/>
                    <a:pt x="4416" y="3144"/>
                    <a:pt x="6664" y="2786"/>
                  </a:cubicBezTo>
                  <a:cubicBezTo>
                    <a:pt x="6863" y="2766"/>
                    <a:pt x="7062" y="2746"/>
                    <a:pt x="7261" y="2686"/>
                  </a:cubicBezTo>
                  <a:cubicBezTo>
                    <a:pt x="7619" y="2647"/>
                    <a:pt x="7997" y="2567"/>
                    <a:pt x="8375" y="2507"/>
                  </a:cubicBezTo>
                  <a:lnTo>
                    <a:pt x="10086" y="2269"/>
                  </a:lnTo>
                  <a:lnTo>
                    <a:pt x="11816" y="2050"/>
                  </a:lnTo>
                  <a:cubicBezTo>
                    <a:pt x="12194" y="1990"/>
                    <a:pt x="12592" y="1950"/>
                    <a:pt x="12970" y="1891"/>
                  </a:cubicBezTo>
                  <a:cubicBezTo>
                    <a:pt x="13169" y="1871"/>
                    <a:pt x="13388" y="1851"/>
                    <a:pt x="13587" y="1811"/>
                  </a:cubicBezTo>
                  <a:cubicBezTo>
                    <a:pt x="15974" y="1513"/>
                    <a:pt x="18361" y="1254"/>
                    <a:pt x="20728" y="1015"/>
                  </a:cubicBezTo>
                  <a:cubicBezTo>
                    <a:pt x="23135" y="797"/>
                    <a:pt x="25602" y="598"/>
                    <a:pt x="28088" y="458"/>
                  </a:cubicBezTo>
                  <a:cubicBezTo>
                    <a:pt x="28307" y="419"/>
                    <a:pt x="28526" y="419"/>
                    <a:pt x="28725" y="399"/>
                  </a:cubicBezTo>
                  <a:cubicBezTo>
                    <a:pt x="29123" y="379"/>
                    <a:pt x="29521" y="359"/>
                    <a:pt x="29958" y="319"/>
                  </a:cubicBezTo>
                  <a:lnTo>
                    <a:pt x="32246" y="200"/>
                  </a:lnTo>
                  <a:cubicBezTo>
                    <a:pt x="33340" y="160"/>
                    <a:pt x="34474" y="100"/>
                    <a:pt x="35628" y="80"/>
                  </a:cubicBezTo>
                  <a:cubicBezTo>
                    <a:pt x="38413" y="1"/>
                    <a:pt x="40959" y="21"/>
                    <a:pt x="43485" y="160"/>
                  </a:cubicBezTo>
                  <a:cubicBezTo>
                    <a:pt x="44023" y="180"/>
                    <a:pt x="44599" y="220"/>
                    <a:pt x="45176" y="259"/>
                  </a:cubicBezTo>
                  <a:lnTo>
                    <a:pt x="45833" y="299"/>
                  </a:lnTo>
                  <a:cubicBezTo>
                    <a:pt x="46390" y="359"/>
                    <a:pt x="46967" y="399"/>
                    <a:pt x="47524" y="458"/>
                  </a:cubicBezTo>
                  <a:cubicBezTo>
                    <a:pt x="49016" y="598"/>
                    <a:pt x="50368" y="797"/>
                    <a:pt x="51641" y="1015"/>
                  </a:cubicBezTo>
                  <a:cubicBezTo>
                    <a:pt x="53153" y="1294"/>
                    <a:pt x="54526" y="1572"/>
                    <a:pt x="55779" y="1911"/>
                  </a:cubicBezTo>
                  <a:cubicBezTo>
                    <a:pt x="57211" y="2289"/>
                    <a:pt x="58624" y="2706"/>
                    <a:pt x="59957" y="3204"/>
                  </a:cubicBezTo>
                  <a:cubicBezTo>
                    <a:pt x="61329" y="3701"/>
                    <a:pt x="62722" y="4298"/>
                    <a:pt x="64094" y="4994"/>
                  </a:cubicBezTo>
                  <a:lnTo>
                    <a:pt x="64611" y="5253"/>
                  </a:lnTo>
                  <a:cubicBezTo>
                    <a:pt x="64810" y="5352"/>
                    <a:pt x="64970" y="5432"/>
                    <a:pt x="65129" y="5531"/>
                  </a:cubicBezTo>
                  <a:lnTo>
                    <a:pt x="66163" y="6088"/>
                  </a:lnTo>
                  <a:lnTo>
                    <a:pt x="67158" y="6725"/>
                  </a:lnTo>
                  <a:cubicBezTo>
                    <a:pt x="67377" y="6844"/>
                    <a:pt x="67595" y="6983"/>
                    <a:pt x="67794" y="7142"/>
                  </a:cubicBezTo>
                  <a:cubicBezTo>
                    <a:pt x="67894" y="7222"/>
                    <a:pt x="68013" y="7282"/>
                    <a:pt x="68113" y="7361"/>
                  </a:cubicBezTo>
                  <a:cubicBezTo>
                    <a:pt x="69485" y="8276"/>
                    <a:pt x="70758" y="9311"/>
                    <a:pt x="71892" y="10345"/>
                  </a:cubicBezTo>
                  <a:cubicBezTo>
                    <a:pt x="73086" y="11439"/>
                    <a:pt x="74240" y="12653"/>
                    <a:pt x="75314" y="13946"/>
                  </a:cubicBezTo>
                  <a:cubicBezTo>
                    <a:pt x="76448" y="15338"/>
                    <a:pt x="77462" y="16810"/>
                    <a:pt x="78218" y="17904"/>
                  </a:cubicBezTo>
                  <a:cubicBezTo>
                    <a:pt x="78636" y="18521"/>
                    <a:pt x="79014" y="19158"/>
                    <a:pt x="79412" y="19754"/>
                  </a:cubicBezTo>
                  <a:lnTo>
                    <a:pt x="79630" y="20112"/>
                  </a:lnTo>
                  <a:cubicBezTo>
                    <a:pt x="80008" y="20709"/>
                    <a:pt x="80386" y="21366"/>
                    <a:pt x="80744" y="21962"/>
                  </a:cubicBezTo>
                  <a:cubicBezTo>
                    <a:pt x="81023" y="22400"/>
                    <a:pt x="81282" y="22858"/>
                    <a:pt x="81540" y="23295"/>
                  </a:cubicBezTo>
                  <a:cubicBezTo>
                    <a:pt x="82077" y="24190"/>
                    <a:pt x="82594" y="25066"/>
                    <a:pt x="83092" y="25921"/>
                  </a:cubicBezTo>
                  <a:cubicBezTo>
                    <a:pt x="83927" y="27333"/>
                    <a:pt x="84703" y="28547"/>
                    <a:pt x="85399" y="29621"/>
                  </a:cubicBezTo>
                  <a:lnTo>
                    <a:pt x="86155" y="30695"/>
                  </a:lnTo>
                  <a:lnTo>
                    <a:pt x="86891" y="31730"/>
                  </a:lnTo>
                  <a:lnTo>
                    <a:pt x="87806" y="32923"/>
                  </a:lnTo>
                  <a:lnTo>
                    <a:pt x="88781" y="34077"/>
                  </a:lnTo>
                  <a:lnTo>
                    <a:pt x="89776" y="35171"/>
                  </a:lnTo>
                  <a:lnTo>
                    <a:pt x="90452" y="35867"/>
                  </a:lnTo>
                  <a:lnTo>
                    <a:pt x="90571" y="35987"/>
                  </a:lnTo>
                  <a:lnTo>
                    <a:pt x="90790" y="36206"/>
                  </a:lnTo>
                  <a:lnTo>
                    <a:pt x="91148" y="36524"/>
                  </a:lnTo>
                  <a:cubicBezTo>
                    <a:pt x="91248" y="36603"/>
                    <a:pt x="91327" y="36703"/>
                    <a:pt x="91427" y="36783"/>
                  </a:cubicBezTo>
                  <a:cubicBezTo>
                    <a:pt x="91566" y="36902"/>
                    <a:pt x="91725" y="37061"/>
                    <a:pt x="91864" y="37180"/>
                  </a:cubicBezTo>
                  <a:cubicBezTo>
                    <a:pt x="91984" y="37300"/>
                    <a:pt x="92143" y="37399"/>
                    <a:pt x="92262" y="37519"/>
                  </a:cubicBezTo>
                  <a:cubicBezTo>
                    <a:pt x="92620" y="37817"/>
                    <a:pt x="92959" y="38115"/>
                    <a:pt x="93317" y="38394"/>
                  </a:cubicBezTo>
                  <a:cubicBezTo>
                    <a:pt x="94152" y="39090"/>
                    <a:pt x="95127" y="39766"/>
                    <a:pt x="96340" y="40542"/>
                  </a:cubicBezTo>
                  <a:lnTo>
                    <a:pt x="97116" y="41000"/>
                  </a:lnTo>
                  <a:cubicBezTo>
                    <a:pt x="97275" y="41099"/>
                    <a:pt x="97434" y="41199"/>
                    <a:pt x="97613" y="41278"/>
                  </a:cubicBezTo>
                  <a:lnTo>
                    <a:pt x="97912" y="41437"/>
                  </a:lnTo>
                  <a:cubicBezTo>
                    <a:pt x="98270" y="41656"/>
                    <a:pt x="98668" y="41835"/>
                    <a:pt x="99046" y="42034"/>
                  </a:cubicBezTo>
                  <a:lnTo>
                    <a:pt x="99503" y="42253"/>
                  </a:lnTo>
                  <a:cubicBezTo>
                    <a:pt x="100438" y="42671"/>
                    <a:pt x="101592" y="43168"/>
                    <a:pt x="102746" y="43566"/>
                  </a:cubicBezTo>
                  <a:cubicBezTo>
                    <a:pt x="104795" y="44262"/>
                    <a:pt x="107003" y="44760"/>
                    <a:pt x="109469" y="45058"/>
                  </a:cubicBezTo>
                  <a:cubicBezTo>
                    <a:pt x="111638" y="45277"/>
                    <a:pt x="113945" y="45316"/>
                    <a:pt x="116313" y="45118"/>
                  </a:cubicBezTo>
                  <a:cubicBezTo>
                    <a:pt x="118660" y="44879"/>
                    <a:pt x="120987" y="44461"/>
                    <a:pt x="123176" y="43884"/>
                  </a:cubicBezTo>
                  <a:lnTo>
                    <a:pt x="124011" y="43646"/>
                  </a:lnTo>
                  <a:lnTo>
                    <a:pt x="124866" y="43367"/>
                  </a:lnTo>
                  <a:cubicBezTo>
                    <a:pt x="125264" y="43248"/>
                    <a:pt x="125682" y="43089"/>
                    <a:pt x="126080" y="42969"/>
                  </a:cubicBezTo>
                  <a:cubicBezTo>
                    <a:pt x="126259" y="42929"/>
                    <a:pt x="126418" y="42850"/>
                    <a:pt x="126577" y="42790"/>
                  </a:cubicBezTo>
                  <a:cubicBezTo>
                    <a:pt x="126776" y="42730"/>
                    <a:pt x="126995" y="42651"/>
                    <a:pt x="127194" y="42571"/>
                  </a:cubicBezTo>
                  <a:cubicBezTo>
                    <a:pt x="127572" y="42452"/>
                    <a:pt x="127950" y="42333"/>
                    <a:pt x="128308" y="42173"/>
                  </a:cubicBezTo>
                  <a:lnTo>
                    <a:pt x="130058" y="41477"/>
                  </a:lnTo>
                  <a:cubicBezTo>
                    <a:pt x="130476" y="41298"/>
                    <a:pt x="130934" y="41139"/>
                    <a:pt x="131332" y="40960"/>
                  </a:cubicBezTo>
                  <a:cubicBezTo>
                    <a:pt x="131471" y="40880"/>
                    <a:pt x="131650" y="40841"/>
                    <a:pt x="131789" y="40761"/>
                  </a:cubicBezTo>
                  <a:cubicBezTo>
                    <a:pt x="131988" y="40662"/>
                    <a:pt x="132227" y="40582"/>
                    <a:pt x="132426" y="40483"/>
                  </a:cubicBezTo>
                  <a:cubicBezTo>
                    <a:pt x="132784" y="40304"/>
                    <a:pt x="133162" y="40164"/>
                    <a:pt x="133560" y="39985"/>
                  </a:cubicBezTo>
                  <a:cubicBezTo>
                    <a:pt x="133898" y="39846"/>
                    <a:pt x="134176" y="39707"/>
                    <a:pt x="134514" y="39567"/>
                  </a:cubicBezTo>
                  <a:cubicBezTo>
                    <a:pt x="135350" y="39170"/>
                    <a:pt x="136245" y="38772"/>
                    <a:pt x="137120" y="38314"/>
                  </a:cubicBezTo>
                  <a:cubicBezTo>
                    <a:pt x="138513" y="37638"/>
                    <a:pt x="139925" y="36962"/>
                    <a:pt x="141318" y="36265"/>
                  </a:cubicBezTo>
                  <a:cubicBezTo>
                    <a:pt x="142352" y="35728"/>
                    <a:pt x="143367" y="35231"/>
                    <a:pt x="144381" y="34714"/>
                  </a:cubicBezTo>
                  <a:cubicBezTo>
                    <a:pt x="144759" y="34535"/>
                    <a:pt x="145117" y="34336"/>
                    <a:pt x="145475" y="34157"/>
                  </a:cubicBezTo>
                  <a:cubicBezTo>
                    <a:pt x="146311" y="33739"/>
                    <a:pt x="147206" y="33262"/>
                    <a:pt x="148101" y="32844"/>
                  </a:cubicBezTo>
                  <a:lnTo>
                    <a:pt x="150011" y="31909"/>
                  </a:lnTo>
                  <a:lnTo>
                    <a:pt x="151920" y="30994"/>
                  </a:lnTo>
                  <a:cubicBezTo>
                    <a:pt x="152040" y="30934"/>
                    <a:pt x="152139" y="30894"/>
                    <a:pt x="152259" y="30815"/>
                  </a:cubicBezTo>
                  <a:cubicBezTo>
                    <a:pt x="152458" y="30715"/>
                    <a:pt x="152676" y="30616"/>
                    <a:pt x="152875" y="30516"/>
                  </a:cubicBezTo>
                  <a:lnTo>
                    <a:pt x="153850" y="30059"/>
                  </a:lnTo>
                  <a:cubicBezTo>
                    <a:pt x="154069" y="29959"/>
                    <a:pt x="154308" y="29860"/>
                    <a:pt x="154526" y="29740"/>
                  </a:cubicBezTo>
                  <a:lnTo>
                    <a:pt x="155800" y="29144"/>
                  </a:lnTo>
                  <a:lnTo>
                    <a:pt x="157749" y="28268"/>
                  </a:lnTo>
                  <a:cubicBezTo>
                    <a:pt x="157888" y="28229"/>
                    <a:pt x="157988" y="28169"/>
                    <a:pt x="158107" y="28129"/>
                  </a:cubicBezTo>
                  <a:cubicBezTo>
                    <a:pt x="158306" y="28030"/>
                    <a:pt x="158525" y="27930"/>
                    <a:pt x="158744" y="27851"/>
                  </a:cubicBezTo>
                  <a:lnTo>
                    <a:pt x="159738" y="27453"/>
                  </a:lnTo>
                  <a:cubicBezTo>
                    <a:pt x="159977" y="27353"/>
                    <a:pt x="160216" y="27274"/>
                    <a:pt x="160435" y="27174"/>
                  </a:cubicBezTo>
                  <a:cubicBezTo>
                    <a:pt x="160872" y="26995"/>
                    <a:pt x="161310" y="26836"/>
                    <a:pt x="161767" y="26657"/>
                  </a:cubicBezTo>
                  <a:lnTo>
                    <a:pt x="163796" y="25901"/>
                  </a:lnTo>
                  <a:cubicBezTo>
                    <a:pt x="163916" y="25861"/>
                    <a:pt x="164055" y="25842"/>
                    <a:pt x="164174" y="25782"/>
                  </a:cubicBezTo>
                  <a:cubicBezTo>
                    <a:pt x="164393" y="25702"/>
                    <a:pt x="164612" y="25603"/>
                    <a:pt x="164851" y="25563"/>
                  </a:cubicBezTo>
                  <a:lnTo>
                    <a:pt x="165865" y="25245"/>
                  </a:lnTo>
                  <a:cubicBezTo>
                    <a:pt x="166084" y="25165"/>
                    <a:pt x="166343" y="25086"/>
                    <a:pt x="166561" y="25026"/>
                  </a:cubicBezTo>
                  <a:cubicBezTo>
                    <a:pt x="166999" y="24867"/>
                    <a:pt x="167457" y="24708"/>
                    <a:pt x="167894" y="24588"/>
                  </a:cubicBezTo>
                  <a:lnTo>
                    <a:pt x="169963" y="24051"/>
                  </a:lnTo>
                  <a:cubicBezTo>
                    <a:pt x="170082" y="24011"/>
                    <a:pt x="170222" y="23972"/>
                    <a:pt x="170341" y="23952"/>
                  </a:cubicBezTo>
                  <a:cubicBezTo>
                    <a:pt x="170560" y="23892"/>
                    <a:pt x="170779" y="23812"/>
                    <a:pt x="171017" y="23773"/>
                  </a:cubicBezTo>
                  <a:lnTo>
                    <a:pt x="172052" y="23554"/>
                  </a:lnTo>
                  <a:cubicBezTo>
                    <a:pt x="173464" y="23255"/>
                    <a:pt x="174897" y="23017"/>
                    <a:pt x="176249" y="22897"/>
                  </a:cubicBezTo>
                  <a:cubicBezTo>
                    <a:pt x="179333" y="22599"/>
                    <a:pt x="182078" y="22758"/>
                    <a:pt x="184604" y="23395"/>
                  </a:cubicBezTo>
                  <a:cubicBezTo>
                    <a:pt x="186036" y="23753"/>
                    <a:pt x="187349" y="24270"/>
                    <a:pt x="188563" y="24907"/>
                  </a:cubicBezTo>
                  <a:cubicBezTo>
                    <a:pt x="189836" y="25603"/>
                    <a:pt x="191010" y="26458"/>
                    <a:pt x="192064" y="27373"/>
                  </a:cubicBezTo>
                  <a:cubicBezTo>
                    <a:pt x="193138" y="28348"/>
                    <a:pt x="194153" y="29363"/>
                    <a:pt x="195107" y="30457"/>
                  </a:cubicBezTo>
                  <a:cubicBezTo>
                    <a:pt x="195983" y="31471"/>
                    <a:pt x="196898" y="32625"/>
                    <a:pt x="197793" y="33818"/>
                  </a:cubicBezTo>
                  <a:cubicBezTo>
                    <a:pt x="198111" y="34256"/>
                    <a:pt x="198430" y="34694"/>
                    <a:pt x="198768" y="35131"/>
                  </a:cubicBezTo>
                  <a:cubicBezTo>
                    <a:pt x="199265" y="35808"/>
                    <a:pt x="199782" y="36504"/>
                    <a:pt x="200280" y="37180"/>
                  </a:cubicBezTo>
                  <a:cubicBezTo>
                    <a:pt x="200479" y="37439"/>
                    <a:pt x="200677" y="37717"/>
                    <a:pt x="200896" y="37996"/>
                  </a:cubicBezTo>
                  <a:lnTo>
                    <a:pt x="201772" y="39110"/>
                  </a:lnTo>
                  <a:cubicBezTo>
                    <a:pt x="202090" y="39508"/>
                    <a:pt x="202408" y="39926"/>
                    <a:pt x="202746" y="40304"/>
                  </a:cubicBezTo>
                  <a:cubicBezTo>
                    <a:pt x="203045" y="40681"/>
                    <a:pt x="203343" y="41000"/>
                    <a:pt x="203641" y="41318"/>
                  </a:cubicBezTo>
                  <a:cubicBezTo>
                    <a:pt x="203761" y="41457"/>
                    <a:pt x="203860" y="41577"/>
                    <a:pt x="203980" y="41696"/>
                  </a:cubicBezTo>
                  <a:lnTo>
                    <a:pt x="204636" y="42313"/>
                  </a:lnTo>
                  <a:cubicBezTo>
                    <a:pt x="204835" y="42551"/>
                    <a:pt x="205054" y="42750"/>
                    <a:pt x="205273" y="42909"/>
                  </a:cubicBezTo>
                  <a:cubicBezTo>
                    <a:pt x="205372" y="42989"/>
                    <a:pt x="205452" y="43069"/>
                    <a:pt x="205531" y="43148"/>
                  </a:cubicBezTo>
                  <a:cubicBezTo>
                    <a:pt x="205651" y="43268"/>
                    <a:pt x="205790" y="43387"/>
                    <a:pt x="205949" y="43506"/>
                  </a:cubicBezTo>
                  <a:lnTo>
                    <a:pt x="206625" y="44063"/>
                  </a:lnTo>
                  <a:cubicBezTo>
                    <a:pt x="206765" y="44183"/>
                    <a:pt x="206924" y="44282"/>
                    <a:pt x="207063" y="44382"/>
                  </a:cubicBezTo>
                  <a:cubicBezTo>
                    <a:pt x="207143" y="44441"/>
                    <a:pt x="207242" y="44501"/>
                    <a:pt x="207322" y="44561"/>
                  </a:cubicBezTo>
                  <a:lnTo>
                    <a:pt x="207660" y="44799"/>
                  </a:lnTo>
                  <a:lnTo>
                    <a:pt x="208018" y="45038"/>
                  </a:lnTo>
                  <a:cubicBezTo>
                    <a:pt x="211817" y="47485"/>
                    <a:pt x="216273" y="48440"/>
                    <a:pt x="220948" y="47743"/>
                  </a:cubicBezTo>
                  <a:lnTo>
                    <a:pt x="220888" y="47982"/>
                  </a:lnTo>
                  <a:cubicBezTo>
                    <a:pt x="216194" y="48678"/>
                    <a:pt x="211718" y="47743"/>
                    <a:pt x="207918" y="45257"/>
                  </a:cubicBezTo>
                  <a:lnTo>
                    <a:pt x="207560" y="45038"/>
                  </a:lnTo>
                  <a:lnTo>
                    <a:pt x="207222" y="44779"/>
                  </a:lnTo>
                  <a:cubicBezTo>
                    <a:pt x="207143" y="44740"/>
                    <a:pt x="207043" y="44660"/>
                    <a:pt x="206964" y="44600"/>
                  </a:cubicBezTo>
                  <a:cubicBezTo>
                    <a:pt x="206824" y="44501"/>
                    <a:pt x="206665" y="44401"/>
                    <a:pt x="206526" y="44282"/>
                  </a:cubicBezTo>
                  <a:lnTo>
                    <a:pt x="205850" y="43745"/>
                  </a:lnTo>
                  <a:cubicBezTo>
                    <a:pt x="205690" y="43606"/>
                    <a:pt x="205551" y="43486"/>
                    <a:pt x="205432" y="43367"/>
                  </a:cubicBezTo>
                  <a:cubicBezTo>
                    <a:pt x="205352" y="43287"/>
                    <a:pt x="205273" y="43208"/>
                    <a:pt x="205173" y="43148"/>
                  </a:cubicBezTo>
                  <a:cubicBezTo>
                    <a:pt x="204954" y="42949"/>
                    <a:pt x="204736" y="42750"/>
                    <a:pt x="204537" y="42512"/>
                  </a:cubicBezTo>
                  <a:lnTo>
                    <a:pt x="203880" y="41875"/>
                  </a:lnTo>
                  <a:cubicBezTo>
                    <a:pt x="203761" y="41756"/>
                    <a:pt x="203661" y="41616"/>
                    <a:pt x="203542" y="41497"/>
                  </a:cubicBezTo>
                  <a:cubicBezTo>
                    <a:pt x="203244" y="41179"/>
                    <a:pt x="202945" y="40861"/>
                    <a:pt x="202647" y="40483"/>
                  </a:cubicBezTo>
                  <a:cubicBezTo>
                    <a:pt x="202309" y="40105"/>
                    <a:pt x="201990" y="39687"/>
                    <a:pt x="201672" y="39289"/>
                  </a:cubicBezTo>
                  <a:lnTo>
                    <a:pt x="201413" y="38971"/>
                  </a:lnTo>
                  <a:lnTo>
                    <a:pt x="200797" y="38175"/>
                  </a:lnTo>
                  <a:cubicBezTo>
                    <a:pt x="200598" y="37897"/>
                    <a:pt x="200399" y="37638"/>
                    <a:pt x="200180" y="37340"/>
                  </a:cubicBezTo>
                  <a:cubicBezTo>
                    <a:pt x="199683" y="36683"/>
                    <a:pt x="199166" y="35987"/>
                    <a:pt x="198668" y="35310"/>
                  </a:cubicBezTo>
                  <a:cubicBezTo>
                    <a:pt x="198330" y="34853"/>
                    <a:pt x="198012" y="34435"/>
                    <a:pt x="197694" y="33998"/>
                  </a:cubicBezTo>
                  <a:cubicBezTo>
                    <a:pt x="196798" y="32804"/>
                    <a:pt x="195903" y="31670"/>
                    <a:pt x="195008" y="30636"/>
                  </a:cubicBezTo>
                  <a:cubicBezTo>
                    <a:pt x="194093" y="29561"/>
                    <a:pt x="193059" y="28527"/>
                    <a:pt x="192004" y="27572"/>
                  </a:cubicBezTo>
                  <a:cubicBezTo>
                    <a:pt x="190930" y="26657"/>
                    <a:pt x="189756" y="25842"/>
                    <a:pt x="188483" y="25105"/>
                  </a:cubicBezTo>
                  <a:cubicBezTo>
                    <a:pt x="187290" y="24469"/>
                    <a:pt x="185977" y="23972"/>
                    <a:pt x="184564" y="23614"/>
                  </a:cubicBezTo>
                  <a:cubicBezTo>
                    <a:pt x="182018" y="22977"/>
                    <a:pt x="179313" y="22818"/>
                    <a:pt x="176229" y="23116"/>
                  </a:cubicBezTo>
                  <a:cubicBezTo>
                    <a:pt x="174857" y="23255"/>
                    <a:pt x="173444" y="23474"/>
                    <a:pt x="172032" y="23773"/>
                  </a:cubicBezTo>
                  <a:lnTo>
                    <a:pt x="170978" y="23991"/>
                  </a:lnTo>
                  <a:cubicBezTo>
                    <a:pt x="170759" y="24051"/>
                    <a:pt x="170540" y="24091"/>
                    <a:pt x="170321" y="24171"/>
                  </a:cubicBezTo>
                  <a:cubicBezTo>
                    <a:pt x="170182" y="24190"/>
                    <a:pt x="170063" y="24250"/>
                    <a:pt x="169943" y="24270"/>
                  </a:cubicBezTo>
                  <a:lnTo>
                    <a:pt x="167874" y="24807"/>
                  </a:lnTo>
                  <a:cubicBezTo>
                    <a:pt x="167437" y="24946"/>
                    <a:pt x="166979" y="25086"/>
                    <a:pt x="166542" y="25245"/>
                  </a:cubicBezTo>
                  <a:cubicBezTo>
                    <a:pt x="166303" y="25304"/>
                    <a:pt x="166064" y="25384"/>
                    <a:pt x="165845" y="25464"/>
                  </a:cubicBezTo>
                  <a:lnTo>
                    <a:pt x="164811" y="25782"/>
                  </a:lnTo>
                  <a:cubicBezTo>
                    <a:pt x="164592" y="25861"/>
                    <a:pt x="164373" y="25941"/>
                    <a:pt x="164174" y="26001"/>
                  </a:cubicBezTo>
                  <a:cubicBezTo>
                    <a:pt x="164055" y="26060"/>
                    <a:pt x="163916" y="26100"/>
                    <a:pt x="163796" y="26140"/>
                  </a:cubicBezTo>
                  <a:lnTo>
                    <a:pt x="161767" y="26856"/>
                  </a:lnTo>
                  <a:cubicBezTo>
                    <a:pt x="161310" y="27035"/>
                    <a:pt x="160892" y="27194"/>
                    <a:pt x="160435" y="27373"/>
                  </a:cubicBezTo>
                  <a:cubicBezTo>
                    <a:pt x="160216" y="27473"/>
                    <a:pt x="159977" y="27572"/>
                    <a:pt x="159738" y="27652"/>
                  </a:cubicBezTo>
                  <a:lnTo>
                    <a:pt x="158744" y="28050"/>
                  </a:lnTo>
                  <a:cubicBezTo>
                    <a:pt x="158525" y="28129"/>
                    <a:pt x="158326" y="28229"/>
                    <a:pt x="158107" y="28328"/>
                  </a:cubicBezTo>
                  <a:cubicBezTo>
                    <a:pt x="157988" y="28368"/>
                    <a:pt x="157888" y="28428"/>
                    <a:pt x="157749" y="28467"/>
                  </a:cubicBezTo>
                  <a:lnTo>
                    <a:pt x="155800" y="29343"/>
                  </a:lnTo>
                  <a:cubicBezTo>
                    <a:pt x="155362" y="29542"/>
                    <a:pt x="154944" y="29740"/>
                    <a:pt x="154526" y="29920"/>
                  </a:cubicBezTo>
                  <a:cubicBezTo>
                    <a:pt x="154308" y="30019"/>
                    <a:pt x="154069" y="30138"/>
                    <a:pt x="153850" y="30238"/>
                  </a:cubicBezTo>
                  <a:lnTo>
                    <a:pt x="152875" y="30675"/>
                  </a:lnTo>
                  <a:cubicBezTo>
                    <a:pt x="152676" y="30775"/>
                    <a:pt x="152458" y="30874"/>
                    <a:pt x="152259" y="30974"/>
                  </a:cubicBezTo>
                  <a:cubicBezTo>
                    <a:pt x="152139" y="31034"/>
                    <a:pt x="152040" y="31113"/>
                    <a:pt x="151920" y="31153"/>
                  </a:cubicBezTo>
                  <a:lnTo>
                    <a:pt x="149991" y="32088"/>
                  </a:lnTo>
                  <a:lnTo>
                    <a:pt x="148101" y="33023"/>
                  </a:lnTo>
                  <a:cubicBezTo>
                    <a:pt x="147206" y="33441"/>
                    <a:pt x="146351" y="33918"/>
                    <a:pt x="145475" y="34336"/>
                  </a:cubicBezTo>
                  <a:cubicBezTo>
                    <a:pt x="145097" y="34515"/>
                    <a:pt x="144759" y="34714"/>
                    <a:pt x="144381" y="34893"/>
                  </a:cubicBezTo>
                  <a:cubicBezTo>
                    <a:pt x="143367" y="35410"/>
                    <a:pt x="142332" y="35927"/>
                    <a:pt x="141318" y="36424"/>
                  </a:cubicBezTo>
                  <a:cubicBezTo>
                    <a:pt x="139925" y="37121"/>
                    <a:pt x="138513" y="37817"/>
                    <a:pt x="137120" y="38493"/>
                  </a:cubicBezTo>
                  <a:cubicBezTo>
                    <a:pt x="136245" y="38911"/>
                    <a:pt x="135350" y="39329"/>
                    <a:pt x="134514" y="39727"/>
                  </a:cubicBezTo>
                  <a:cubicBezTo>
                    <a:pt x="134176" y="39886"/>
                    <a:pt x="133878" y="40005"/>
                    <a:pt x="133560" y="40164"/>
                  </a:cubicBezTo>
                  <a:cubicBezTo>
                    <a:pt x="133182" y="40343"/>
                    <a:pt x="132823" y="40502"/>
                    <a:pt x="132426" y="40662"/>
                  </a:cubicBezTo>
                  <a:cubicBezTo>
                    <a:pt x="132227" y="40761"/>
                    <a:pt x="131988" y="40841"/>
                    <a:pt x="131789" y="40940"/>
                  </a:cubicBezTo>
                  <a:cubicBezTo>
                    <a:pt x="131650" y="41000"/>
                    <a:pt x="131471" y="41059"/>
                    <a:pt x="131332" y="41119"/>
                  </a:cubicBezTo>
                  <a:cubicBezTo>
                    <a:pt x="130894" y="41298"/>
                    <a:pt x="130476" y="41497"/>
                    <a:pt x="130039" y="41656"/>
                  </a:cubicBezTo>
                  <a:lnTo>
                    <a:pt x="128288" y="42352"/>
                  </a:lnTo>
                  <a:cubicBezTo>
                    <a:pt x="127910" y="42492"/>
                    <a:pt x="127552" y="42611"/>
                    <a:pt x="127174" y="42750"/>
                  </a:cubicBezTo>
                  <a:cubicBezTo>
                    <a:pt x="126975" y="42810"/>
                    <a:pt x="126756" y="42890"/>
                    <a:pt x="126557" y="42969"/>
                  </a:cubicBezTo>
                  <a:cubicBezTo>
                    <a:pt x="126378" y="43029"/>
                    <a:pt x="126199" y="43089"/>
                    <a:pt x="126060" y="43148"/>
                  </a:cubicBezTo>
                  <a:cubicBezTo>
                    <a:pt x="125662" y="43287"/>
                    <a:pt x="125224" y="43447"/>
                    <a:pt x="124827" y="43546"/>
                  </a:cubicBezTo>
                  <a:lnTo>
                    <a:pt x="123991" y="43785"/>
                  </a:lnTo>
                  <a:lnTo>
                    <a:pt x="123116" y="44043"/>
                  </a:lnTo>
                  <a:cubicBezTo>
                    <a:pt x="120928" y="44640"/>
                    <a:pt x="118620" y="45038"/>
                    <a:pt x="116253" y="45257"/>
                  </a:cubicBezTo>
                  <a:cubicBezTo>
                    <a:pt x="113886" y="45456"/>
                    <a:pt x="111578" y="45436"/>
                    <a:pt x="109410" y="45177"/>
                  </a:cubicBezTo>
                  <a:cubicBezTo>
                    <a:pt x="108276" y="45078"/>
                    <a:pt x="107182" y="44919"/>
                    <a:pt x="106147" y="4468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7" name="Google Shape;310;p4"/>
            <p:cNvSpPr/>
            <p:nvPr/>
          </p:nvSpPr>
          <p:spPr>
            <a:xfrm rot="18169200">
              <a:off x="-3507840" y="376560"/>
              <a:ext cx="6188400" cy="1406880"/>
            </a:xfrm>
            <a:custGeom>
              <a:avLst/>
              <a:gdLst>
                <a:gd name="textAreaLeft" fmla="*/ 0 w 6188400"/>
                <a:gd name="textAreaRight" fmla="*/ 6188760 w 6188400"/>
                <a:gd name="textAreaTop" fmla="*/ 0 h 1406880"/>
                <a:gd name="textAreaBottom" fmla="*/ 1407240 h 1406880"/>
              </a:gdLst>
              <a:ahLst/>
              <a:cxnLst/>
              <a:rect l="textAreaLeft" t="textAreaTop" r="textAreaRight" b="textAreaBottom"/>
              <a:pathLst>
                <a:path w="219418" h="49892">
                  <a:moveTo>
                    <a:pt x="105034" y="45078"/>
                  </a:moveTo>
                  <a:cubicBezTo>
                    <a:pt x="103801" y="44799"/>
                    <a:pt x="102607" y="44441"/>
                    <a:pt x="101493" y="44043"/>
                  </a:cubicBezTo>
                  <a:cubicBezTo>
                    <a:pt x="100220" y="43626"/>
                    <a:pt x="99007" y="43089"/>
                    <a:pt x="98072" y="42651"/>
                  </a:cubicBezTo>
                  <a:lnTo>
                    <a:pt x="97634" y="42432"/>
                  </a:lnTo>
                  <a:cubicBezTo>
                    <a:pt x="97236" y="42233"/>
                    <a:pt x="96799" y="42034"/>
                    <a:pt x="96421" y="41776"/>
                  </a:cubicBezTo>
                  <a:cubicBezTo>
                    <a:pt x="96301" y="41736"/>
                    <a:pt x="96202" y="41696"/>
                    <a:pt x="96122" y="41617"/>
                  </a:cubicBezTo>
                  <a:lnTo>
                    <a:pt x="95585" y="41318"/>
                  </a:lnTo>
                  <a:lnTo>
                    <a:pt x="94770" y="40821"/>
                  </a:lnTo>
                  <a:cubicBezTo>
                    <a:pt x="93496" y="39985"/>
                    <a:pt x="92482" y="39269"/>
                    <a:pt x="91567" y="38533"/>
                  </a:cubicBezTo>
                  <a:cubicBezTo>
                    <a:pt x="91169" y="38235"/>
                    <a:pt x="90791" y="37897"/>
                    <a:pt x="90413" y="37578"/>
                  </a:cubicBezTo>
                  <a:cubicBezTo>
                    <a:pt x="90294" y="37459"/>
                    <a:pt x="90154" y="37340"/>
                    <a:pt x="90015" y="37240"/>
                  </a:cubicBezTo>
                  <a:cubicBezTo>
                    <a:pt x="89856" y="37081"/>
                    <a:pt x="89697" y="36942"/>
                    <a:pt x="89558" y="36783"/>
                  </a:cubicBezTo>
                  <a:cubicBezTo>
                    <a:pt x="89458" y="36723"/>
                    <a:pt x="89379" y="36604"/>
                    <a:pt x="89279" y="36544"/>
                  </a:cubicBezTo>
                  <a:lnTo>
                    <a:pt x="88901" y="36186"/>
                  </a:lnTo>
                  <a:lnTo>
                    <a:pt x="88662" y="35947"/>
                  </a:lnTo>
                  <a:cubicBezTo>
                    <a:pt x="88603" y="35887"/>
                    <a:pt x="88583" y="35848"/>
                    <a:pt x="88523" y="35808"/>
                  </a:cubicBezTo>
                  <a:lnTo>
                    <a:pt x="87807" y="35072"/>
                  </a:lnTo>
                  <a:cubicBezTo>
                    <a:pt x="87668" y="34893"/>
                    <a:pt x="87509" y="34754"/>
                    <a:pt x="87350" y="34575"/>
                  </a:cubicBezTo>
                  <a:cubicBezTo>
                    <a:pt x="87250" y="34475"/>
                    <a:pt x="87190" y="34376"/>
                    <a:pt x="87091" y="34276"/>
                  </a:cubicBezTo>
                  <a:lnTo>
                    <a:pt x="86733" y="33878"/>
                  </a:lnTo>
                  <a:lnTo>
                    <a:pt x="85718" y="32665"/>
                  </a:lnTo>
                  <a:lnTo>
                    <a:pt x="84724" y="31392"/>
                  </a:lnTo>
                  <a:lnTo>
                    <a:pt x="84067" y="30497"/>
                  </a:lnTo>
                  <a:cubicBezTo>
                    <a:pt x="83968" y="30337"/>
                    <a:pt x="83848" y="30198"/>
                    <a:pt x="83749" y="30039"/>
                  </a:cubicBezTo>
                  <a:lnTo>
                    <a:pt x="83132" y="29124"/>
                  </a:lnTo>
                  <a:cubicBezTo>
                    <a:pt x="82376" y="28010"/>
                    <a:pt x="81620" y="26796"/>
                    <a:pt x="80745" y="25305"/>
                  </a:cubicBezTo>
                  <a:cubicBezTo>
                    <a:pt x="80228" y="24429"/>
                    <a:pt x="79711" y="23534"/>
                    <a:pt x="79174" y="22659"/>
                  </a:cubicBezTo>
                  <a:cubicBezTo>
                    <a:pt x="78895" y="22221"/>
                    <a:pt x="78656" y="21764"/>
                    <a:pt x="78378" y="21326"/>
                  </a:cubicBezTo>
                  <a:cubicBezTo>
                    <a:pt x="77662" y="20132"/>
                    <a:pt x="76787" y="18700"/>
                    <a:pt x="75891" y="17367"/>
                  </a:cubicBezTo>
                  <a:cubicBezTo>
                    <a:pt x="75175" y="16293"/>
                    <a:pt x="74200" y="14881"/>
                    <a:pt x="73106" y="13568"/>
                  </a:cubicBezTo>
                  <a:cubicBezTo>
                    <a:pt x="72092" y="12354"/>
                    <a:pt x="71018" y="11201"/>
                    <a:pt x="69904" y="10146"/>
                  </a:cubicBezTo>
                  <a:cubicBezTo>
                    <a:pt x="68810" y="9152"/>
                    <a:pt x="67616" y="8217"/>
                    <a:pt x="66343" y="7341"/>
                  </a:cubicBezTo>
                  <a:cubicBezTo>
                    <a:pt x="66243" y="7282"/>
                    <a:pt x="66124" y="7202"/>
                    <a:pt x="66025" y="7123"/>
                  </a:cubicBezTo>
                  <a:cubicBezTo>
                    <a:pt x="65826" y="7003"/>
                    <a:pt x="65627" y="6844"/>
                    <a:pt x="65428" y="6725"/>
                  </a:cubicBezTo>
                  <a:lnTo>
                    <a:pt x="64473" y="6148"/>
                  </a:lnTo>
                  <a:lnTo>
                    <a:pt x="63538" y="5611"/>
                  </a:lnTo>
                  <a:cubicBezTo>
                    <a:pt x="63339" y="5471"/>
                    <a:pt x="63120" y="5392"/>
                    <a:pt x="62921" y="5292"/>
                  </a:cubicBezTo>
                  <a:cubicBezTo>
                    <a:pt x="62782" y="5233"/>
                    <a:pt x="62683" y="5153"/>
                    <a:pt x="62563" y="5113"/>
                  </a:cubicBezTo>
                  <a:cubicBezTo>
                    <a:pt x="61250" y="4437"/>
                    <a:pt x="59937" y="3860"/>
                    <a:pt x="58644" y="3403"/>
                  </a:cubicBezTo>
                  <a:cubicBezTo>
                    <a:pt x="57371" y="2925"/>
                    <a:pt x="56019" y="2488"/>
                    <a:pt x="54666" y="2130"/>
                  </a:cubicBezTo>
                  <a:cubicBezTo>
                    <a:pt x="53433" y="1811"/>
                    <a:pt x="52139" y="1493"/>
                    <a:pt x="50687" y="1254"/>
                  </a:cubicBezTo>
                  <a:cubicBezTo>
                    <a:pt x="49454" y="1035"/>
                    <a:pt x="48161" y="836"/>
                    <a:pt x="46729" y="677"/>
                  </a:cubicBezTo>
                  <a:cubicBezTo>
                    <a:pt x="46172" y="618"/>
                    <a:pt x="45635" y="558"/>
                    <a:pt x="45117" y="498"/>
                  </a:cubicBezTo>
                  <a:lnTo>
                    <a:pt x="44441" y="459"/>
                  </a:lnTo>
                  <a:cubicBezTo>
                    <a:pt x="43924" y="399"/>
                    <a:pt x="43367" y="379"/>
                    <a:pt x="42830" y="359"/>
                  </a:cubicBezTo>
                  <a:cubicBezTo>
                    <a:pt x="40383" y="200"/>
                    <a:pt x="37896" y="160"/>
                    <a:pt x="35171" y="240"/>
                  </a:cubicBezTo>
                  <a:cubicBezTo>
                    <a:pt x="34037" y="260"/>
                    <a:pt x="32923" y="299"/>
                    <a:pt x="31829" y="339"/>
                  </a:cubicBezTo>
                  <a:lnTo>
                    <a:pt x="31431" y="359"/>
                  </a:lnTo>
                  <a:lnTo>
                    <a:pt x="29601" y="459"/>
                  </a:lnTo>
                  <a:cubicBezTo>
                    <a:pt x="29203" y="478"/>
                    <a:pt x="28805" y="498"/>
                    <a:pt x="28427" y="538"/>
                  </a:cubicBezTo>
                  <a:cubicBezTo>
                    <a:pt x="28209" y="558"/>
                    <a:pt x="27970" y="558"/>
                    <a:pt x="27751" y="578"/>
                  </a:cubicBezTo>
                  <a:cubicBezTo>
                    <a:pt x="25324" y="697"/>
                    <a:pt x="22877" y="896"/>
                    <a:pt x="20510" y="1135"/>
                  </a:cubicBezTo>
                  <a:cubicBezTo>
                    <a:pt x="18183" y="1334"/>
                    <a:pt x="15815" y="1573"/>
                    <a:pt x="13488" y="1871"/>
                  </a:cubicBezTo>
                  <a:cubicBezTo>
                    <a:pt x="13289" y="1911"/>
                    <a:pt x="13090" y="1931"/>
                    <a:pt x="12851" y="1950"/>
                  </a:cubicBezTo>
                  <a:lnTo>
                    <a:pt x="11737" y="2090"/>
                  </a:lnTo>
                  <a:lnTo>
                    <a:pt x="10027" y="2328"/>
                  </a:lnTo>
                  <a:lnTo>
                    <a:pt x="8336" y="2567"/>
                  </a:lnTo>
                  <a:cubicBezTo>
                    <a:pt x="7958" y="2627"/>
                    <a:pt x="7620" y="2667"/>
                    <a:pt x="7242" y="2746"/>
                  </a:cubicBezTo>
                  <a:cubicBezTo>
                    <a:pt x="7043" y="2766"/>
                    <a:pt x="6844" y="2806"/>
                    <a:pt x="6645" y="2846"/>
                  </a:cubicBezTo>
                  <a:cubicBezTo>
                    <a:pt x="4437" y="3164"/>
                    <a:pt x="2209" y="3542"/>
                    <a:pt x="80" y="3940"/>
                  </a:cubicBezTo>
                  <a:lnTo>
                    <a:pt x="1" y="3820"/>
                  </a:lnTo>
                  <a:cubicBezTo>
                    <a:pt x="2149" y="3423"/>
                    <a:pt x="4357" y="3045"/>
                    <a:pt x="6565" y="2687"/>
                  </a:cubicBezTo>
                  <a:cubicBezTo>
                    <a:pt x="6764" y="2667"/>
                    <a:pt x="6963" y="2647"/>
                    <a:pt x="7162" y="2587"/>
                  </a:cubicBezTo>
                  <a:cubicBezTo>
                    <a:pt x="7520" y="2547"/>
                    <a:pt x="7878" y="2468"/>
                    <a:pt x="8256" y="2428"/>
                  </a:cubicBezTo>
                  <a:lnTo>
                    <a:pt x="9947" y="2169"/>
                  </a:lnTo>
                  <a:lnTo>
                    <a:pt x="11658" y="1950"/>
                  </a:lnTo>
                  <a:lnTo>
                    <a:pt x="12792" y="1791"/>
                  </a:lnTo>
                  <a:cubicBezTo>
                    <a:pt x="12991" y="1771"/>
                    <a:pt x="13190" y="1752"/>
                    <a:pt x="13408" y="1732"/>
                  </a:cubicBezTo>
                  <a:cubicBezTo>
                    <a:pt x="15736" y="1433"/>
                    <a:pt x="18123" y="1175"/>
                    <a:pt x="20450" y="976"/>
                  </a:cubicBezTo>
                  <a:cubicBezTo>
                    <a:pt x="22838" y="757"/>
                    <a:pt x="25264" y="578"/>
                    <a:pt x="27671" y="439"/>
                  </a:cubicBezTo>
                  <a:cubicBezTo>
                    <a:pt x="27910" y="439"/>
                    <a:pt x="28129" y="399"/>
                    <a:pt x="28348" y="379"/>
                  </a:cubicBezTo>
                  <a:cubicBezTo>
                    <a:pt x="28746" y="359"/>
                    <a:pt x="29144" y="339"/>
                    <a:pt x="29522" y="299"/>
                  </a:cubicBezTo>
                  <a:lnTo>
                    <a:pt x="31789" y="200"/>
                  </a:lnTo>
                  <a:cubicBezTo>
                    <a:pt x="32883" y="160"/>
                    <a:pt x="33997" y="100"/>
                    <a:pt x="35111" y="81"/>
                  </a:cubicBezTo>
                  <a:cubicBezTo>
                    <a:pt x="37857" y="1"/>
                    <a:pt x="40363" y="61"/>
                    <a:pt x="42790" y="200"/>
                  </a:cubicBezTo>
                  <a:cubicBezTo>
                    <a:pt x="43347" y="240"/>
                    <a:pt x="43884" y="279"/>
                    <a:pt x="44421" y="299"/>
                  </a:cubicBezTo>
                  <a:lnTo>
                    <a:pt x="45078" y="359"/>
                  </a:lnTo>
                  <a:cubicBezTo>
                    <a:pt x="45615" y="399"/>
                    <a:pt x="46152" y="459"/>
                    <a:pt x="46709" y="538"/>
                  </a:cubicBezTo>
                  <a:cubicBezTo>
                    <a:pt x="48141" y="717"/>
                    <a:pt x="49454" y="876"/>
                    <a:pt x="50687" y="1095"/>
                  </a:cubicBezTo>
                  <a:cubicBezTo>
                    <a:pt x="52139" y="1374"/>
                    <a:pt x="53472" y="1652"/>
                    <a:pt x="54686" y="1970"/>
                  </a:cubicBezTo>
                  <a:cubicBezTo>
                    <a:pt x="56058" y="2348"/>
                    <a:pt x="57391" y="2766"/>
                    <a:pt x="58684" y="3244"/>
                  </a:cubicBezTo>
                  <a:cubicBezTo>
                    <a:pt x="59977" y="3721"/>
                    <a:pt x="61290" y="4298"/>
                    <a:pt x="62623" y="4954"/>
                  </a:cubicBezTo>
                  <a:cubicBezTo>
                    <a:pt x="62742" y="5014"/>
                    <a:pt x="62842" y="5074"/>
                    <a:pt x="62961" y="5133"/>
                  </a:cubicBezTo>
                  <a:cubicBezTo>
                    <a:pt x="63160" y="5233"/>
                    <a:pt x="63379" y="5352"/>
                    <a:pt x="63578" y="5471"/>
                  </a:cubicBezTo>
                  <a:lnTo>
                    <a:pt x="64533" y="6028"/>
                  </a:lnTo>
                  <a:lnTo>
                    <a:pt x="65468" y="6625"/>
                  </a:lnTo>
                  <a:cubicBezTo>
                    <a:pt x="65667" y="6745"/>
                    <a:pt x="65905" y="6904"/>
                    <a:pt x="66104" y="7023"/>
                  </a:cubicBezTo>
                  <a:cubicBezTo>
                    <a:pt x="66204" y="7103"/>
                    <a:pt x="66323" y="7182"/>
                    <a:pt x="66422" y="7242"/>
                  </a:cubicBezTo>
                  <a:cubicBezTo>
                    <a:pt x="67715" y="8137"/>
                    <a:pt x="68909" y="9092"/>
                    <a:pt x="70003" y="10087"/>
                  </a:cubicBezTo>
                  <a:cubicBezTo>
                    <a:pt x="71117" y="11121"/>
                    <a:pt x="72191" y="12275"/>
                    <a:pt x="73206" y="13488"/>
                  </a:cubicBezTo>
                  <a:cubicBezTo>
                    <a:pt x="74300" y="14801"/>
                    <a:pt x="75275" y="16233"/>
                    <a:pt x="76011" y="17288"/>
                  </a:cubicBezTo>
                  <a:cubicBezTo>
                    <a:pt x="76946" y="18660"/>
                    <a:pt x="77781" y="20053"/>
                    <a:pt x="78497" y="21266"/>
                  </a:cubicBezTo>
                  <a:cubicBezTo>
                    <a:pt x="78776" y="21724"/>
                    <a:pt x="79034" y="22161"/>
                    <a:pt x="79293" y="22619"/>
                  </a:cubicBezTo>
                  <a:cubicBezTo>
                    <a:pt x="79830" y="23474"/>
                    <a:pt x="80347" y="24370"/>
                    <a:pt x="80865" y="25245"/>
                  </a:cubicBezTo>
                  <a:cubicBezTo>
                    <a:pt x="81760" y="26737"/>
                    <a:pt x="82516" y="27950"/>
                    <a:pt x="83252" y="29084"/>
                  </a:cubicBezTo>
                  <a:lnTo>
                    <a:pt x="83868" y="29999"/>
                  </a:lnTo>
                  <a:cubicBezTo>
                    <a:pt x="83968" y="30158"/>
                    <a:pt x="84067" y="30298"/>
                    <a:pt x="84207" y="30437"/>
                  </a:cubicBezTo>
                  <a:lnTo>
                    <a:pt x="84843" y="31332"/>
                  </a:lnTo>
                  <a:lnTo>
                    <a:pt x="85838" y="32605"/>
                  </a:lnTo>
                  <a:lnTo>
                    <a:pt x="86852" y="33819"/>
                  </a:lnTo>
                  <a:lnTo>
                    <a:pt x="87210" y="34236"/>
                  </a:lnTo>
                  <a:cubicBezTo>
                    <a:pt x="87310" y="34316"/>
                    <a:pt x="87389" y="34415"/>
                    <a:pt x="87489" y="34535"/>
                  </a:cubicBezTo>
                  <a:cubicBezTo>
                    <a:pt x="87628" y="34694"/>
                    <a:pt x="87787" y="34853"/>
                    <a:pt x="87926" y="34992"/>
                  </a:cubicBezTo>
                  <a:lnTo>
                    <a:pt x="88643" y="35748"/>
                  </a:lnTo>
                  <a:cubicBezTo>
                    <a:pt x="88702" y="35788"/>
                    <a:pt x="88722" y="35848"/>
                    <a:pt x="88782" y="35868"/>
                  </a:cubicBezTo>
                  <a:lnTo>
                    <a:pt x="89001" y="36086"/>
                  </a:lnTo>
                  <a:lnTo>
                    <a:pt x="89379" y="36444"/>
                  </a:lnTo>
                  <a:cubicBezTo>
                    <a:pt x="89478" y="36504"/>
                    <a:pt x="89538" y="36624"/>
                    <a:pt x="89637" y="36683"/>
                  </a:cubicBezTo>
                  <a:cubicBezTo>
                    <a:pt x="89796" y="36842"/>
                    <a:pt x="89975" y="36982"/>
                    <a:pt x="90115" y="37141"/>
                  </a:cubicBezTo>
                  <a:cubicBezTo>
                    <a:pt x="90234" y="37260"/>
                    <a:pt x="90393" y="37360"/>
                    <a:pt x="90512" y="37479"/>
                  </a:cubicBezTo>
                  <a:cubicBezTo>
                    <a:pt x="90890" y="37797"/>
                    <a:pt x="91268" y="38135"/>
                    <a:pt x="91626" y="38434"/>
                  </a:cubicBezTo>
                  <a:cubicBezTo>
                    <a:pt x="92561" y="39170"/>
                    <a:pt x="93556" y="39886"/>
                    <a:pt x="94849" y="40721"/>
                  </a:cubicBezTo>
                  <a:lnTo>
                    <a:pt x="95665" y="41219"/>
                  </a:lnTo>
                  <a:lnTo>
                    <a:pt x="96182" y="41517"/>
                  </a:lnTo>
                  <a:cubicBezTo>
                    <a:pt x="96281" y="41557"/>
                    <a:pt x="96381" y="41617"/>
                    <a:pt x="96480" y="41696"/>
                  </a:cubicBezTo>
                  <a:cubicBezTo>
                    <a:pt x="96878" y="41915"/>
                    <a:pt x="97296" y="42134"/>
                    <a:pt x="97694" y="42333"/>
                  </a:cubicBezTo>
                  <a:lnTo>
                    <a:pt x="98151" y="42552"/>
                  </a:lnTo>
                  <a:cubicBezTo>
                    <a:pt x="99066" y="42989"/>
                    <a:pt x="100280" y="43526"/>
                    <a:pt x="101553" y="43944"/>
                  </a:cubicBezTo>
                  <a:cubicBezTo>
                    <a:pt x="103662" y="44700"/>
                    <a:pt x="105929" y="45217"/>
                    <a:pt x="108495" y="45535"/>
                  </a:cubicBezTo>
                  <a:cubicBezTo>
                    <a:pt x="110704" y="45794"/>
                    <a:pt x="113071" y="45834"/>
                    <a:pt x="115498" y="45635"/>
                  </a:cubicBezTo>
                  <a:cubicBezTo>
                    <a:pt x="117925" y="45416"/>
                    <a:pt x="120272" y="45018"/>
                    <a:pt x="122500" y="44421"/>
                  </a:cubicBezTo>
                  <a:lnTo>
                    <a:pt x="123375" y="44183"/>
                  </a:lnTo>
                  <a:lnTo>
                    <a:pt x="124231" y="43904"/>
                  </a:lnTo>
                  <a:cubicBezTo>
                    <a:pt x="124648" y="43765"/>
                    <a:pt x="125066" y="43626"/>
                    <a:pt x="125484" y="43506"/>
                  </a:cubicBezTo>
                  <a:cubicBezTo>
                    <a:pt x="125643" y="43447"/>
                    <a:pt x="125822" y="43367"/>
                    <a:pt x="126001" y="43327"/>
                  </a:cubicBezTo>
                  <a:cubicBezTo>
                    <a:pt x="126200" y="43248"/>
                    <a:pt x="126419" y="43168"/>
                    <a:pt x="126618" y="43109"/>
                  </a:cubicBezTo>
                  <a:cubicBezTo>
                    <a:pt x="126996" y="42969"/>
                    <a:pt x="127374" y="42830"/>
                    <a:pt x="127752" y="42711"/>
                  </a:cubicBezTo>
                  <a:lnTo>
                    <a:pt x="129502" y="42014"/>
                  </a:lnTo>
                  <a:cubicBezTo>
                    <a:pt x="129940" y="41835"/>
                    <a:pt x="130377" y="41656"/>
                    <a:pt x="130795" y="41477"/>
                  </a:cubicBezTo>
                  <a:cubicBezTo>
                    <a:pt x="130954" y="41418"/>
                    <a:pt x="131133" y="41358"/>
                    <a:pt x="131273" y="41278"/>
                  </a:cubicBezTo>
                  <a:cubicBezTo>
                    <a:pt x="131472" y="41199"/>
                    <a:pt x="131690" y="41119"/>
                    <a:pt x="131889" y="41020"/>
                  </a:cubicBezTo>
                  <a:cubicBezTo>
                    <a:pt x="132267" y="40841"/>
                    <a:pt x="132645" y="40702"/>
                    <a:pt x="133043" y="40522"/>
                  </a:cubicBezTo>
                  <a:cubicBezTo>
                    <a:pt x="133361" y="40363"/>
                    <a:pt x="133660" y="40224"/>
                    <a:pt x="133978" y="40085"/>
                  </a:cubicBezTo>
                  <a:cubicBezTo>
                    <a:pt x="134833" y="39687"/>
                    <a:pt x="135729" y="39289"/>
                    <a:pt x="136604" y="38871"/>
                  </a:cubicBezTo>
                  <a:cubicBezTo>
                    <a:pt x="137917" y="38255"/>
                    <a:pt x="139230" y="37578"/>
                    <a:pt x="140523" y="36942"/>
                  </a:cubicBezTo>
                  <a:cubicBezTo>
                    <a:pt x="144004" y="35171"/>
                    <a:pt x="147644" y="33301"/>
                    <a:pt x="151265" y="31591"/>
                  </a:cubicBezTo>
                  <a:cubicBezTo>
                    <a:pt x="151364" y="31531"/>
                    <a:pt x="151484" y="31491"/>
                    <a:pt x="151583" y="31412"/>
                  </a:cubicBezTo>
                  <a:cubicBezTo>
                    <a:pt x="151782" y="31312"/>
                    <a:pt x="151981" y="31213"/>
                    <a:pt x="152220" y="31113"/>
                  </a:cubicBezTo>
                  <a:lnTo>
                    <a:pt x="153155" y="30676"/>
                  </a:lnTo>
                  <a:cubicBezTo>
                    <a:pt x="153373" y="30576"/>
                    <a:pt x="153612" y="30477"/>
                    <a:pt x="153831" y="30337"/>
                  </a:cubicBezTo>
                  <a:cubicBezTo>
                    <a:pt x="154249" y="30158"/>
                    <a:pt x="154647" y="29940"/>
                    <a:pt x="155064" y="29780"/>
                  </a:cubicBezTo>
                  <a:lnTo>
                    <a:pt x="157014" y="28925"/>
                  </a:lnTo>
                  <a:cubicBezTo>
                    <a:pt x="157133" y="28885"/>
                    <a:pt x="157233" y="28826"/>
                    <a:pt x="157352" y="28786"/>
                  </a:cubicBezTo>
                  <a:cubicBezTo>
                    <a:pt x="157551" y="28686"/>
                    <a:pt x="157790" y="28607"/>
                    <a:pt x="157988" y="28507"/>
                  </a:cubicBezTo>
                  <a:lnTo>
                    <a:pt x="158943" y="28109"/>
                  </a:lnTo>
                  <a:cubicBezTo>
                    <a:pt x="159182" y="28010"/>
                    <a:pt x="159401" y="27930"/>
                    <a:pt x="159620" y="27831"/>
                  </a:cubicBezTo>
                  <a:cubicBezTo>
                    <a:pt x="160037" y="27652"/>
                    <a:pt x="160475" y="27493"/>
                    <a:pt x="160913" y="27334"/>
                  </a:cubicBezTo>
                  <a:lnTo>
                    <a:pt x="162902" y="26617"/>
                  </a:lnTo>
                  <a:cubicBezTo>
                    <a:pt x="163021" y="26558"/>
                    <a:pt x="163121" y="26538"/>
                    <a:pt x="163260" y="26498"/>
                  </a:cubicBezTo>
                  <a:cubicBezTo>
                    <a:pt x="163459" y="26419"/>
                    <a:pt x="163678" y="26339"/>
                    <a:pt x="163897" y="26279"/>
                  </a:cubicBezTo>
                  <a:lnTo>
                    <a:pt x="164891" y="25961"/>
                  </a:lnTo>
                  <a:cubicBezTo>
                    <a:pt x="165110" y="25901"/>
                    <a:pt x="165369" y="25822"/>
                    <a:pt x="165587" y="25742"/>
                  </a:cubicBezTo>
                  <a:cubicBezTo>
                    <a:pt x="166005" y="25623"/>
                    <a:pt x="166463" y="25464"/>
                    <a:pt x="166881" y="25344"/>
                  </a:cubicBezTo>
                  <a:lnTo>
                    <a:pt x="168890" y="24827"/>
                  </a:lnTo>
                  <a:cubicBezTo>
                    <a:pt x="169029" y="24807"/>
                    <a:pt x="169148" y="24767"/>
                    <a:pt x="169248" y="24728"/>
                  </a:cubicBezTo>
                  <a:cubicBezTo>
                    <a:pt x="169467" y="24668"/>
                    <a:pt x="169665" y="24608"/>
                    <a:pt x="169884" y="24549"/>
                  </a:cubicBezTo>
                  <a:lnTo>
                    <a:pt x="170919" y="24330"/>
                  </a:lnTo>
                  <a:cubicBezTo>
                    <a:pt x="172271" y="24051"/>
                    <a:pt x="173644" y="23852"/>
                    <a:pt x="174957" y="23733"/>
                  </a:cubicBezTo>
                  <a:cubicBezTo>
                    <a:pt x="177901" y="23455"/>
                    <a:pt x="180507" y="23634"/>
                    <a:pt x="182894" y="24250"/>
                  </a:cubicBezTo>
                  <a:cubicBezTo>
                    <a:pt x="184207" y="24608"/>
                    <a:pt x="185460" y="25066"/>
                    <a:pt x="186594" y="25702"/>
                  </a:cubicBezTo>
                  <a:cubicBezTo>
                    <a:pt x="187788" y="26359"/>
                    <a:pt x="188902" y="27155"/>
                    <a:pt x="189896" y="28050"/>
                  </a:cubicBezTo>
                  <a:cubicBezTo>
                    <a:pt x="191965" y="29900"/>
                    <a:pt x="193795" y="32168"/>
                    <a:pt x="195446" y="34376"/>
                  </a:cubicBezTo>
                  <a:cubicBezTo>
                    <a:pt x="195765" y="34813"/>
                    <a:pt x="196103" y="35251"/>
                    <a:pt x="196421" y="35689"/>
                  </a:cubicBezTo>
                  <a:cubicBezTo>
                    <a:pt x="196918" y="36365"/>
                    <a:pt x="197436" y="37081"/>
                    <a:pt x="197933" y="37757"/>
                  </a:cubicBezTo>
                  <a:cubicBezTo>
                    <a:pt x="198649" y="38752"/>
                    <a:pt x="199524" y="39886"/>
                    <a:pt x="200420" y="40960"/>
                  </a:cubicBezTo>
                  <a:cubicBezTo>
                    <a:pt x="200718" y="41338"/>
                    <a:pt x="201036" y="41676"/>
                    <a:pt x="201374" y="42034"/>
                  </a:cubicBezTo>
                  <a:cubicBezTo>
                    <a:pt x="201494" y="42154"/>
                    <a:pt x="201593" y="42273"/>
                    <a:pt x="201713" y="42412"/>
                  </a:cubicBezTo>
                  <a:lnTo>
                    <a:pt x="202389" y="43069"/>
                  </a:lnTo>
                  <a:cubicBezTo>
                    <a:pt x="202608" y="43307"/>
                    <a:pt x="202827" y="43526"/>
                    <a:pt x="203065" y="43725"/>
                  </a:cubicBezTo>
                  <a:cubicBezTo>
                    <a:pt x="203125" y="43805"/>
                    <a:pt x="203244" y="43864"/>
                    <a:pt x="203304" y="43944"/>
                  </a:cubicBezTo>
                  <a:cubicBezTo>
                    <a:pt x="203463" y="44063"/>
                    <a:pt x="203602" y="44223"/>
                    <a:pt x="203762" y="44342"/>
                  </a:cubicBezTo>
                  <a:lnTo>
                    <a:pt x="204478" y="44919"/>
                  </a:lnTo>
                  <a:cubicBezTo>
                    <a:pt x="204617" y="45038"/>
                    <a:pt x="204776" y="45138"/>
                    <a:pt x="204955" y="45257"/>
                  </a:cubicBezTo>
                  <a:cubicBezTo>
                    <a:pt x="205055" y="45337"/>
                    <a:pt x="205114" y="45396"/>
                    <a:pt x="205214" y="45456"/>
                  </a:cubicBezTo>
                  <a:lnTo>
                    <a:pt x="205592" y="45734"/>
                  </a:lnTo>
                  <a:lnTo>
                    <a:pt x="205970" y="45993"/>
                  </a:lnTo>
                  <a:cubicBezTo>
                    <a:pt x="209928" y="48599"/>
                    <a:pt x="214543" y="49613"/>
                    <a:pt x="219417" y="48917"/>
                  </a:cubicBezTo>
                  <a:lnTo>
                    <a:pt x="219377" y="49176"/>
                  </a:lnTo>
                  <a:cubicBezTo>
                    <a:pt x="214504" y="49892"/>
                    <a:pt x="209829" y="48838"/>
                    <a:pt x="205870" y="46212"/>
                  </a:cubicBezTo>
                  <a:lnTo>
                    <a:pt x="205492" y="45953"/>
                  </a:lnTo>
                  <a:lnTo>
                    <a:pt x="205114" y="45695"/>
                  </a:lnTo>
                  <a:cubicBezTo>
                    <a:pt x="205015" y="45615"/>
                    <a:pt x="204955" y="45555"/>
                    <a:pt x="204856" y="45496"/>
                  </a:cubicBezTo>
                  <a:cubicBezTo>
                    <a:pt x="204697" y="45396"/>
                    <a:pt x="204517" y="45257"/>
                    <a:pt x="204378" y="45138"/>
                  </a:cubicBezTo>
                  <a:lnTo>
                    <a:pt x="203662" y="44561"/>
                  </a:lnTo>
                  <a:cubicBezTo>
                    <a:pt x="203503" y="44441"/>
                    <a:pt x="203364" y="44322"/>
                    <a:pt x="203205" y="44163"/>
                  </a:cubicBezTo>
                  <a:cubicBezTo>
                    <a:pt x="203145" y="44103"/>
                    <a:pt x="203026" y="44024"/>
                    <a:pt x="202966" y="43944"/>
                  </a:cubicBezTo>
                  <a:cubicBezTo>
                    <a:pt x="202747" y="43745"/>
                    <a:pt x="202488" y="43526"/>
                    <a:pt x="202270" y="43307"/>
                  </a:cubicBezTo>
                  <a:lnTo>
                    <a:pt x="201593" y="42631"/>
                  </a:lnTo>
                  <a:cubicBezTo>
                    <a:pt x="201474" y="42512"/>
                    <a:pt x="201374" y="42373"/>
                    <a:pt x="201255" y="42233"/>
                  </a:cubicBezTo>
                  <a:cubicBezTo>
                    <a:pt x="200917" y="41875"/>
                    <a:pt x="200599" y="41537"/>
                    <a:pt x="200300" y="41159"/>
                  </a:cubicBezTo>
                  <a:cubicBezTo>
                    <a:pt x="199405" y="40125"/>
                    <a:pt x="198530" y="38951"/>
                    <a:pt x="197794" y="37956"/>
                  </a:cubicBezTo>
                  <a:cubicBezTo>
                    <a:pt x="197296" y="37280"/>
                    <a:pt x="196779" y="36564"/>
                    <a:pt x="196282" y="35887"/>
                  </a:cubicBezTo>
                  <a:cubicBezTo>
                    <a:pt x="195944" y="35450"/>
                    <a:pt x="195625" y="35012"/>
                    <a:pt x="195307" y="34575"/>
                  </a:cubicBezTo>
                  <a:cubicBezTo>
                    <a:pt x="193656" y="32386"/>
                    <a:pt x="191846" y="30119"/>
                    <a:pt x="189777" y="28288"/>
                  </a:cubicBezTo>
                  <a:cubicBezTo>
                    <a:pt x="188782" y="27393"/>
                    <a:pt x="187668" y="26617"/>
                    <a:pt x="186495" y="25921"/>
                  </a:cubicBezTo>
                  <a:cubicBezTo>
                    <a:pt x="185381" y="25305"/>
                    <a:pt x="184127" y="24827"/>
                    <a:pt x="182815" y="24469"/>
                  </a:cubicBezTo>
                  <a:cubicBezTo>
                    <a:pt x="180427" y="23852"/>
                    <a:pt x="177841" y="23673"/>
                    <a:pt x="174917" y="23952"/>
                  </a:cubicBezTo>
                  <a:cubicBezTo>
                    <a:pt x="173604" y="24071"/>
                    <a:pt x="172252" y="24270"/>
                    <a:pt x="170879" y="24549"/>
                  </a:cubicBezTo>
                  <a:lnTo>
                    <a:pt x="169864" y="24767"/>
                  </a:lnTo>
                  <a:cubicBezTo>
                    <a:pt x="169646" y="24827"/>
                    <a:pt x="169447" y="24867"/>
                    <a:pt x="169228" y="24927"/>
                  </a:cubicBezTo>
                  <a:cubicBezTo>
                    <a:pt x="169089" y="24946"/>
                    <a:pt x="168969" y="25006"/>
                    <a:pt x="168870" y="25026"/>
                  </a:cubicBezTo>
                  <a:lnTo>
                    <a:pt x="166861" y="25543"/>
                  </a:lnTo>
                  <a:cubicBezTo>
                    <a:pt x="166443" y="25663"/>
                    <a:pt x="165985" y="25802"/>
                    <a:pt x="165568" y="25941"/>
                  </a:cubicBezTo>
                  <a:cubicBezTo>
                    <a:pt x="165349" y="26021"/>
                    <a:pt x="165090" y="26100"/>
                    <a:pt x="164871" y="26160"/>
                  </a:cubicBezTo>
                  <a:lnTo>
                    <a:pt x="163877" y="26458"/>
                  </a:lnTo>
                  <a:cubicBezTo>
                    <a:pt x="163658" y="26538"/>
                    <a:pt x="163459" y="26617"/>
                    <a:pt x="163220" y="26697"/>
                  </a:cubicBezTo>
                  <a:cubicBezTo>
                    <a:pt x="163101" y="26737"/>
                    <a:pt x="163001" y="26757"/>
                    <a:pt x="162882" y="26816"/>
                  </a:cubicBezTo>
                  <a:lnTo>
                    <a:pt x="160893" y="27533"/>
                  </a:lnTo>
                  <a:cubicBezTo>
                    <a:pt x="160475" y="27692"/>
                    <a:pt x="160018" y="27891"/>
                    <a:pt x="159620" y="28030"/>
                  </a:cubicBezTo>
                  <a:cubicBezTo>
                    <a:pt x="159401" y="28129"/>
                    <a:pt x="159162" y="28209"/>
                    <a:pt x="158923" y="28308"/>
                  </a:cubicBezTo>
                  <a:lnTo>
                    <a:pt x="157949" y="28706"/>
                  </a:lnTo>
                  <a:cubicBezTo>
                    <a:pt x="157750" y="28786"/>
                    <a:pt x="157531" y="28885"/>
                    <a:pt x="157332" y="28985"/>
                  </a:cubicBezTo>
                  <a:cubicBezTo>
                    <a:pt x="157213" y="29024"/>
                    <a:pt x="157113" y="29084"/>
                    <a:pt x="156994" y="29124"/>
                  </a:cubicBezTo>
                  <a:lnTo>
                    <a:pt x="155044" y="29979"/>
                  </a:lnTo>
                  <a:cubicBezTo>
                    <a:pt x="154627" y="30158"/>
                    <a:pt x="154229" y="30337"/>
                    <a:pt x="153811" y="30536"/>
                  </a:cubicBezTo>
                  <a:cubicBezTo>
                    <a:pt x="153572" y="30636"/>
                    <a:pt x="153353" y="30735"/>
                    <a:pt x="153135" y="30875"/>
                  </a:cubicBezTo>
                  <a:lnTo>
                    <a:pt x="152180" y="31312"/>
                  </a:lnTo>
                  <a:cubicBezTo>
                    <a:pt x="151981" y="31412"/>
                    <a:pt x="151782" y="31511"/>
                    <a:pt x="151563" y="31611"/>
                  </a:cubicBezTo>
                  <a:cubicBezTo>
                    <a:pt x="151464" y="31670"/>
                    <a:pt x="151344" y="31710"/>
                    <a:pt x="151245" y="31790"/>
                  </a:cubicBezTo>
                  <a:cubicBezTo>
                    <a:pt x="147585" y="33520"/>
                    <a:pt x="143984" y="35390"/>
                    <a:pt x="140503" y="37141"/>
                  </a:cubicBezTo>
                  <a:cubicBezTo>
                    <a:pt x="139210" y="37777"/>
                    <a:pt x="137857" y="38434"/>
                    <a:pt x="136564" y="39070"/>
                  </a:cubicBezTo>
                  <a:cubicBezTo>
                    <a:pt x="135689" y="39488"/>
                    <a:pt x="134794" y="39926"/>
                    <a:pt x="133958" y="40284"/>
                  </a:cubicBezTo>
                  <a:cubicBezTo>
                    <a:pt x="133640" y="40443"/>
                    <a:pt x="133341" y="40582"/>
                    <a:pt x="133003" y="40721"/>
                  </a:cubicBezTo>
                  <a:cubicBezTo>
                    <a:pt x="132645" y="40881"/>
                    <a:pt x="132247" y="41060"/>
                    <a:pt x="131869" y="41219"/>
                  </a:cubicBezTo>
                  <a:cubicBezTo>
                    <a:pt x="131670" y="41318"/>
                    <a:pt x="131452" y="41378"/>
                    <a:pt x="131253" y="41477"/>
                  </a:cubicBezTo>
                  <a:cubicBezTo>
                    <a:pt x="131094" y="41557"/>
                    <a:pt x="130915" y="41617"/>
                    <a:pt x="130775" y="41676"/>
                  </a:cubicBezTo>
                  <a:cubicBezTo>
                    <a:pt x="130358" y="41855"/>
                    <a:pt x="129900" y="42054"/>
                    <a:pt x="129482" y="42213"/>
                  </a:cubicBezTo>
                  <a:lnTo>
                    <a:pt x="127712" y="42910"/>
                  </a:lnTo>
                  <a:cubicBezTo>
                    <a:pt x="127334" y="43049"/>
                    <a:pt x="126936" y="43168"/>
                    <a:pt x="126578" y="43307"/>
                  </a:cubicBezTo>
                  <a:cubicBezTo>
                    <a:pt x="126379" y="43367"/>
                    <a:pt x="126140" y="43447"/>
                    <a:pt x="125941" y="43526"/>
                  </a:cubicBezTo>
                  <a:cubicBezTo>
                    <a:pt x="125782" y="43566"/>
                    <a:pt x="125603" y="43646"/>
                    <a:pt x="125424" y="43705"/>
                  </a:cubicBezTo>
                  <a:cubicBezTo>
                    <a:pt x="125026" y="43845"/>
                    <a:pt x="124609" y="44004"/>
                    <a:pt x="124191" y="44103"/>
                  </a:cubicBezTo>
                  <a:lnTo>
                    <a:pt x="123316" y="44362"/>
                  </a:lnTo>
                  <a:lnTo>
                    <a:pt x="122440" y="44620"/>
                  </a:lnTo>
                  <a:cubicBezTo>
                    <a:pt x="120212" y="45217"/>
                    <a:pt x="117845" y="45615"/>
                    <a:pt x="115438" y="45834"/>
                  </a:cubicBezTo>
                  <a:cubicBezTo>
                    <a:pt x="112991" y="46013"/>
                    <a:pt x="110624" y="45993"/>
                    <a:pt x="108416" y="45734"/>
                  </a:cubicBezTo>
                  <a:cubicBezTo>
                    <a:pt x="107262" y="45496"/>
                    <a:pt x="106128" y="45297"/>
                    <a:pt x="105034" y="4507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8" name="Google Shape;311;p4"/>
            <p:cNvSpPr/>
            <p:nvPr/>
          </p:nvSpPr>
          <p:spPr>
            <a:xfrm rot="18169200">
              <a:off x="-3431160" y="388080"/>
              <a:ext cx="6146640" cy="1439280"/>
            </a:xfrm>
            <a:custGeom>
              <a:avLst/>
              <a:gdLst>
                <a:gd name="textAreaLeft" fmla="*/ 0 w 6146640"/>
                <a:gd name="textAreaRight" fmla="*/ 6147000 w 6146640"/>
                <a:gd name="textAreaTop" fmla="*/ 0 h 1439280"/>
                <a:gd name="textAreaBottom" fmla="*/ 1439640 h 1439280"/>
              </a:gdLst>
              <a:ahLst/>
              <a:cxnLst/>
              <a:rect l="textAreaLeft" t="textAreaTop" r="textAreaRight" b="textAreaBottom"/>
              <a:pathLst>
                <a:path w="217945" h="51045">
                  <a:moveTo>
                    <a:pt x="103940" y="45654"/>
                  </a:moveTo>
                  <a:cubicBezTo>
                    <a:pt x="102647" y="45356"/>
                    <a:pt x="101433" y="44998"/>
                    <a:pt x="100260" y="44580"/>
                  </a:cubicBezTo>
                  <a:cubicBezTo>
                    <a:pt x="99245" y="44242"/>
                    <a:pt x="98151" y="43764"/>
                    <a:pt x="96739" y="43088"/>
                  </a:cubicBezTo>
                  <a:lnTo>
                    <a:pt x="96281" y="42869"/>
                  </a:lnTo>
                  <a:cubicBezTo>
                    <a:pt x="95863" y="42650"/>
                    <a:pt x="95426" y="42411"/>
                    <a:pt x="94988" y="42173"/>
                  </a:cubicBezTo>
                  <a:cubicBezTo>
                    <a:pt x="94889" y="42113"/>
                    <a:pt x="94789" y="42053"/>
                    <a:pt x="94690" y="41994"/>
                  </a:cubicBezTo>
                  <a:cubicBezTo>
                    <a:pt x="94530" y="41894"/>
                    <a:pt x="94332" y="41795"/>
                    <a:pt x="94133" y="41675"/>
                  </a:cubicBezTo>
                  <a:lnTo>
                    <a:pt x="93257" y="41158"/>
                  </a:lnTo>
                  <a:cubicBezTo>
                    <a:pt x="91905" y="40283"/>
                    <a:pt x="90850" y="39507"/>
                    <a:pt x="89876" y="38711"/>
                  </a:cubicBezTo>
                  <a:cubicBezTo>
                    <a:pt x="89458" y="38393"/>
                    <a:pt x="89060" y="38015"/>
                    <a:pt x="88662" y="37677"/>
                  </a:cubicBezTo>
                  <a:cubicBezTo>
                    <a:pt x="88523" y="37538"/>
                    <a:pt x="88384" y="37418"/>
                    <a:pt x="88264" y="37319"/>
                  </a:cubicBezTo>
                  <a:cubicBezTo>
                    <a:pt x="88085" y="37180"/>
                    <a:pt x="87906" y="37001"/>
                    <a:pt x="87727" y="36842"/>
                  </a:cubicBezTo>
                  <a:lnTo>
                    <a:pt x="87469" y="36583"/>
                  </a:lnTo>
                  <a:lnTo>
                    <a:pt x="87071" y="36205"/>
                  </a:lnTo>
                  <a:lnTo>
                    <a:pt x="86812" y="35946"/>
                  </a:lnTo>
                  <a:cubicBezTo>
                    <a:pt x="86772" y="35907"/>
                    <a:pt x="86713" y="35847"/>
                    <a:pt x="86693" y="35807"/>
                  </a:cubicBezTo>
                  <a:lnTo>
                    <a:pt x="85917" y="35011"/>
                  </a:lnTo>
                  <a:cubicBezTo>
                    <a:pt x="85738" y="34832"/>
                    <a:pt x="85599" y="34633"/>
                    <a:pt x="85420" y="34454"/>
                  </a:cubicBezTo>
                  <a:cubicBezTo>
                    <a:pt x="85320" y="34355"/>
                    <a:pt x="85241" y="34255"/>
                    <a:pt x="85141" y="34156"/>
                  </a:cubicBezTo>
                  <a:lnTo>
                    <a:pt x="84783" y="33738"/>
                  </a:lnTo>
                  <a:lnTo>
                    <a:pt x="83689" y="32425"/>
                  </a:lnTo>
                  <a:lnTo>
                    <a:pt x="82635" y="31053"/>
                  </a:lnTo>
                  <a:lnTo>
                    <a:pt x="82296" y="30575"/>
                  </a:lnTo>
                  <a:cubicBezTo>
                    <a:pt x="82217" y="30456"/>
                    <a:pt x="82137" y="30356"/>
                    <a:pt x="82038" y="30257"/>
                  </a:cubicBezTo>
                  <a:cubicBezTo>
                    <a:pt x="81899" y="30058"/>
                    <a:pt x="81739" y="29859"/>
                    <a:pt x="81620" y="29640"/>
                  </a:cubicBezTo>
                  <a:lnTo>
                    <a:pt x="80964" y="28666"/>
                  </a:lnTo>
                  <a:cubicBezTo>
                    <a:pt x="79472" y="26398"/>
                    <a:pt x="78059" y="24011"/>
                    <a:pt x="76726" y="21703"/>
                  </a:cubicBezTo>
                  <a:cubicBezTo>
                    <a:pt x="76528" y="21385"/>
                    <a:pt x="76329" y="21027"/>
                    <a:pt x="76130" y="20709"/>
                  </a:cubicBezTo>
                  <a:cubicBezTo>
                    <a:pt x="75235" y="19236"/>
                    <a:pt x="74479" y="18023"/>
                    <a:pt x="73683" y="16829"/>
                  </a:cubicBezTo>
                  <a:cubicBezTo>
                    <a:pt x="72987" y="15795"/>
                    <a:pt x="72052" y="14442"/>
                    <a:pt x="71017" y="13209"/>
                  </a:cubicBezTo>
                  <a:cubicBezTo>
                    <a:pt x="70082" y="12055"/>
                    <a:pt x="69068" y="10961"/>
                    <a:pt x="68013" y="9986"/>
                  </a:cubicBezTo>
                  <a:cubicBezTo>
                    <a:pt x="66999" y="9051"/>
                    <a:pt x="65885" y="8156"/>
                    <a:pt x="64691" y="7341"/>
                  </a:cubicBezTo>
                  <a:lnTo>
                    <a:pt x="64393" y="7102"/>
                  </a:lnTo>
                  <a:cubicBezTo>
                    <a:pt x="64214" y="6983"/>
                    <a:pt x="64015" y="6863"/>
                    <a:pt x="63816" y="6744"/>
                  </a:cubicBezTo>
                  <a:lnTo>
                    <a:pt x="62921" y="6187"/>
                  </a:lnTo>
                  <a:lnTo>
                    <a:pt x="62026" y="5670"/>
                  </a:lnTo>
                  <a:cubicBezTo>
                    <a:pt x="61827" y="5550"/>
                    <a:pt x="61628" y="5451"/>
                    <a:pt x="61449" y="5351"/>
                  </a:cubicBezTo>
                  <a:cubicBezTo>
                    <a:pt x="61349" y="5292"/>
                    <a:pt x="61230" y="5212"/>
                    <a:pt x="61131" y="5172"/>
                  </a:cubicBezTo>
                  <a:cubicBezTo>
                    <a:pt x="59877" y="4516"/>
                    <a:pt x="58644" y="3979"/>
                    <a:pt x="57391" y="3501"/>
                  </a:cubicBezTo>
                  <a:cubicBezTo>
                    <a:pt x="56177" y="3064"/>
                    <a:pt x="54884" y="2626"/>
                    <a:pt x="53591" y="2288"/>
                  </a:cubicBezTo>
                  <a:cubicBezTo>
                    <a:pt x="52418" y="1970"/>
                    <a:pt x="51184" y="1691"/>
                    <a:pt x="49772" y="1413"/>
                  </a:cubicBezTo>
                  <a:cubicBezTo>
                    <a:pt x="48598" y="1194"/>
                    <a:pt x="47345" y="995"/>
                    <a:pt x="45933" y="836"/>
                  </a:cubicBezTo>
                  <a:cubicBezTo>
                    <a:pt x="45415" y="776"/>
                    <a:pt x="44898" y="716"/>
                    <a:pt x="44401" y="677"/>
                  </a:cubicBezTo>
                  <a:lnTo>
                    <a:pt x="43705" y="597"/>
                  </a:lnTo>
                  <a:cubicBezTo>
                    <a:pt x="43168" y="537"/>
                    <a:pt x="42650" y="517"/>
                    <a:pt x="42133" y="478"/>
                  </a:cubicBezTo>
                  <a:cubicBezTo>
                    <a:pt x="37757" y="179"/>
                    <a:pt x="33201" y="219"/>
                    <a:pt x="27333" y="597"/>
                  </a:cubicBezTo>
                  <a:cubicBezTo>
                    <a:pt x="24946" y="716"/>
                    <a:pt x="22539" y="895"/>
                    <a:pt x="20191" y="1094"/>
                  </a:cubicBezTo>
                  <a:cubicBezTo>
                    <a:pt x="17904" y="1293"/>
                    <a:pt x="15576" y="1532"/>
                    <a:pt x="13269" y="1810"/>
                  </a:cubicBezTo>
                  <a:lnTo>
                    <a:pt x="12672" y="1890"/>
                  </a:lnTo>
                  <a:cubicBezTo>
                    <a:pt x="12294" y="1930"/>
                    <a:pt x="11916" y="1950"/>
                    <a:pt x="11578" y="2009"/>
                  </a:cubicBezTo>
                  <a:lnTo>
                    <a:pt x="9887" y="2228"/>
                  </a:lnTo>
                  <a:lnTo>
                    <a:pt x="8216" y="2447"/>
                  </a:lnTo>
                  <a:cubicBezTo>
                    <a:pt x="7858" y="2507"/>
                    <a:pt x="7500" y="2546"/>
                    <a:pt x="7142" y="2606"/>
                  </a:cubicBezTo>
                  <a:cubicBezTo>
                    <a:pt x="6943" y="2626"/>
                    <a:pt x="6744" y="2666"/>
                    <a:pt x="6545" y="2706"/>
                  </a:cubicBezTo>
                  <a:cubicBezTo>
                    <a:pt x="4357" y="3024"/>
                    <a:pt x="2189" y="3382"/>
                    <a:pt x="80" y="3780"/>
                  </a:cubicBezTo>
                  <a:lnTo>
                    <a:pt x="0" y="3641"/>
                  </a:lnTo>
                  <a:cubicBezTo>
                    <a:pt x="2129" y="3243"/>
                    <a:pt x="4277" y="2885"/>
                    <a:pt x="6466" y="2586"/>
                  </a:cubicBezTo>
                  <a:cubicBezTo>
                    <a:pt x="6664" y="2546"/>
                    <a:pt x="6863" y="2527"/>
                    <a:pt x="7062" y="2487"/>
                  </a:cubicBezTo>
                  <a:cubicBezTo>
                    <a:pt x="7420" y="2427"/>
                    <a:pt x="7798" y="2387"/>
                    <a:pt x="8137" y="2328"/>
                  </a:cubicBezTo>
                  <a:lnTo>
                    <a:pt x="9807" y="2109"/>
                  </a:lnTo>
                  <a:lnTo>
                    <a:pt x="11498" y="1890"/>
                  </a:lnTo>
                  <a:cubicBezTo>
                    <a:pt x="11876" y="1830"/>
                    <a:pt x="12234" y="1791"/>
                    <a:pt x="12592" y="1771"/>
                  </a:cubicBezTo>
                  <a:lnTo>
                    <a:pt x="13189" y="1691"/>
                  </a:lnTo>
                  <a:cubicBezTo>
                    <a:pt x="15497" y="1393"/>
                    <a:pt x="17844" y="1174"/>
                    <a:pt x="20132" y="975"/>
                  </a:cubicBezTo>
                  <a:cubicBezTo>
                    <a:pt x="22459" y="736"/>
                    <a:pt x="24866" y="577"/>
                    <a:pt x="27253" y="438"/>
                  </a:cubicBezTo>
                  <a:cubicBezTo>
                    <a:pt x="33122" y="80"/>
                    <a:pt x="37677" y="0"/>
                    <a:pt x="42073" y="318"/>
                  </a:cubicBezTo>
                  <a:cubicBezTo>
                    <a:pt x="42611" y="338"/>
                    <a:pt x="43128" y="398"/>
                    <a:pt x="43645" y="438"/>
                  </a:cubicBezTo>
                  <a:lnTo>
                    <a:pt x="44341" y="517"/>
                  </a:lnTo>
                  <a:cubicBezTo>
                    <a:pt x="44839" y="577"/>
                    <a:pt x="45356" y="617"/>
                    <a:pt x="45893" y="696"/>
                  </a:cubicBezTo>
                  <a:cubicBezTo>
                    <a:pt x="47305" y="875"/>
                    <a:pt x="48539" y="1035"/>
                    <a:pt x="49712" y="1273"/>
                  </a:cubicBezTo>
                  <a:cubicBezTo>
                    <a:pt x="51125" y="1532"/>
                    <a:pt x="52378" y="1810"/>
                    <a:pt x="53571" y="2129"/>
                  </a:cubicBezTo>
                  <a:cubicBezTo>
                    <a:pt x="54884" y="2487"/>
                    <a:pt x="56157" y="2905"/>
                    <a:pt x="57371" y="3342"/>
                  </a:cubicBezTo>
                  <a:cubicBezTo>
                    <a:pt x="58584" y="3820"/>
                    <a:pt x="59857" y="4377"/>
                    <a:pt x="61111" y="5013"/>
                  </a:cubicBezTo>
                  <a:cubicBezTo>
                    <a:pt x="61210" y="5073"/>
                    <a:pt x="61330" y="5152"/>
                    <a:pt x="61429" y="5192"/>
                  </a:cubicBezTo>
                  <a:cubicBezTo>
                    <a:pt x="61628" y="5292"/>
                    <a:pt x="61827" y="5391"/>
                    <a:pt x="62026" y="5510"/>
                  </a:cubicBezTo>
                  <a:lnTo>
                    <a:pt x="62921" y="6048"/>
                  </a:lnTo>
                  <a:lnTo>
                    <a:pt x="63816" y="6585"/>
                  </a:lnTo>
                  <a:cubicBezTo>
                    <a:pt x="64015" y="6704"/>
                    <a:pt x="64194" y="6843"/>
                    <a:pt x="64393" y="6963"/>
                  </a:cubicBezTo>
                  <a:cubicBezTo>
                    <a:pt x="64492" y="7042"/>
                    <a:pt x="64592" y="7102"/>
                    <a:pt x="64691" y="7162"/>
                  </a:cubicBezTo>
                  <a:cubicBezTo>
                    <a:pt x="65885" y="7997"/>
                    <a:pt x="67019" y="8892"/>
                    <a:pt x="68033" y="9847"/>
                  </a:cubicBezTo>
                  <a:cubicBezTo>
                    <a:pt x="69088" y="10802"/>
                    <a:pt x="70102" y="11896"/>
                    <a:pt x="71057" y="13050"/>
                  </a:cubicBezTo>
                  <a:cubicBezTo>
                    <a:pt x="72091" y="14323"/>
                    <a:pt x="73007" y="15656"/>
                    <a:pt x="73743" y="16710"/>
                  </a:cubicBezTo>
                  <a:cubicBezTo>
                    <a:pt x="74538" y="17904"/>
                    <a:pt x="75294" y="19117"/>
                    <a:pt x="76189" y="20609"/>
                  </a:cubicBezTo>
                  <a:cubicBezTo>
                    <a:pt x="76388" y="20927"/>
                    <a:pt x="76587" y="21285"/>
                    <a:pt x="76786" y="21604"/>
                  </a:cubicBezTo>
                  <a:cubicBezTo>
                    <a:pt x="78159" y="23891"/>
                    <a:pt x="79551" y="26298"/>
                    <a:pt x="81043" y="28546"/>
                  </a:cubicBezTo>
                  <a:lnTo>
                    <a:pt x="81700" y="29521"/>
                  </a:lnTo>
                  <a:cubicBezTo>
                    <a:pt x="81839" y="29700"/>
                    <a:pt x="81958" y="29939"/>
                    <a:pt x="82117" y="30118"/>
                  </a:cubicBezTo>
                  <a:cubicBezTo>
                    <a:pt x="82197" y="30197"/>
                    <a:pt x="82257" y="30337"/>
                    <a:pt x="82356" y="30436"/>
                  </a:cubicBezTo>
                  <a:lnTo>
                    <a:pt x="82714" y="30894"/>
                  </a:lnTo>
                  <a:lnTo>
                    <a:pt x="83749" y="32266"/>
                  </a:lnTo>
                  <a:lnTo>
                    <a:pt x="84843" y="33559"/>
                  </a:lnTo>
                  <a:lnTo>
                    <a:pt x="85221" y="33997"/>
                  </a:lnTo>
                  <a:cubicBezTo>
                    <a:pt x="85320" y="34096"/>
                    <a:pt x="85400" y="34176"/>
                    <a:pt x="85499" y="34295"/>
                  </a:cubicBezTo>
                  <a:cubicBezTo>
                    <a:pt x="85638" y="34454"/>
                    <a:pt x="85817" y="34633"/>
                    <a:pt x="85996" y="34832"/>
                  </a:cubicBezTo>
                  <a:lnTo>
                    <a:pt x="86772" y="35628"/>
                  </a:lnTo>
                  <a:lnTo>
                    <a:pt x="86912" y="35787"/>
                  </a:lnTo>
                  <a:lnTo>
                    <a:pt x="87170" y="36026"/>
                  </a:lnTo>
                  <a:lnTo>
                    <a:pt x="87568" y="36404"/>
                  </a:lnTo>
                  <a:cubicBezTo>
                    <a:pt x="87667" y="36503"/>
                    <a:pt x="87767" y="36583"/>
                    <a:pt x="87827" y="36682"/>
                  </a:cubicBezTo>
                  <a:cubicBezTo>
                    <a:pt x="88006" y="36822"/>
                    <a:pt x="88185" y="37001"/>
                    <a:pt x="88364" y="37140"/>
                  </a:cubicBezTo>
                  <a:cubicBezTo>
                    <a:pt x="88483" y="37279"/>
                    <a:pt x="88622" y="37399"/>
                    <a:pt x="88762" y="37498"/>
                  </a:cubicBezTo>
                  <a:cubicBezTo>
                    <a:pt x="89159" y="37836"/>
                    <a:pt x="89557" y="38194"/>
                    <a:pt x="89975" y="38513"/>
                  </a:cubicBezTo>
                  <a:cubicBezTo>
                    <a:pt x="90950" y="39308"/>
                    <a:pt x="92004" y="40084"/>
                    <a:pt x="93337" y="40959"/>
                  </a:cubicBezTo>
                  <a:lnTo>
                    <a:pt x="94192" y="41477"/>
                  </a:lnTo>
                  <a:cubicBezTo>
                    <a:pt x="94371" y="41596"/>
                    <a:pt x="94570" y="41695"/>
                    <a:pt x="94749" y="41795"/>
                  </a:cubicBezTo>
                  <a:cubicBezTo>
                    <a:pt x="94849" y="41854"/>
                    <a:pt x="94948" y="41914"/>
                    <a:pt x="95048" y="41974"/>
                  </a:cubicBezTo>
                  <a:cubicBezTo>
                    <a:pt x="95465" y="42213"/>
                    <a:pt x="95923" y="42451"/>
                    <a:pt x="96341" y="42670"/>
                  </a:cubicBezTo>
                  <a:lnTo>
                    <a:pt x="96778" y="42889"/>
                  </a:lnTo>
                  <a:cubicBezTo>
                    <a:pt x="98191" y="43565"/>
                    <a:pt x="99285" y="44003"/>
                    <a:pt x="100319" y="44361"/>
                  </a:cubicBezTo>
                  <a:cubicBezTo>
                    <a:pt x="102507" y="45157"/>
                    <a:pt x="104835" y="45694"/>
                    <a:pt x="107481" y="46052"/>
                  </a:cubicBezTo>
                  <a:cubicBezTo>
                    <a:pt x="109768" y="46330"/>
                    <a:pt x="112175" y="46370"/>
                    <a:pt x="114642" y="46191"/>
                  </a:cubicBezTo>
                  <a:cubicBezTo>
                    <a:pt x="117089" y="45972"/>
                    <a:pt x="119476" y="45574"/>
                    <a:pt x="121764" y="44978"/>
                  </a:cubicBezTo>
                  <a:cubicBezTo>
                    <a:pt x="126816" y="43565"/>
                    <a:pt x="131770" y="41397"/>
                    <a:pt x="135987" y="39408"/>
                  </a:cubicBezTo>
                  <a:cubicBezTo>
                    <a:pt x="137320" y="38791"/>
                    <a:pt x="138633" y="38115"/>
                    <a:pt x="139926" y="37478"/>
                  </a:cubicBezTo>
                  <a:cubicBezTo>
                    <a:pt x="143387" y="35728"/>
                    <a:pt x="146987" y="33858"/>
                    <a:pt x="150588" y="32167"/>
                  </a:cubicBezTo>
                  <a:cubicBezTo>
                    <a:pt x="151244" y="31848"/>
                    <a:pt x="151881" y="31550"/>
                    <a:pt x="152458" y="31311"/>
                  </a:cubicBezTo>
                  <a:lnTo>
                    <a:pt x="153134" y="31013"/>
                  </a:lnTo>
                  <a:cubicBezTo>
                    <a:pt x="153532" y="30814"/>
                    <a:pt x="153950" y="30635"/>
                    <a:pt x="154348" y="30436"/>
                  </a:cubicBezTo>
                  <a:lnTo>
                    <a:pt x="156238" y="29620"/>
                  </a:lnTo>
                  <a:cubicBezTo>
                    <a:pt x="156357" y="29561"/>
                    <a:pt x="156456" y="29521"/>
                    <a:pt x="156576" y="29461"/>
                  </a:cubicBezTo>
                  <a:cubicBezTo>
                    <a:pt x="156775" y="29362"/>
                    <a:pt x="156974" y="29282"/>
                    <a:pt x="157212" y="29183"/>
                  </a:cubicBezTo>
                  <a:lnTo>
                    <a:pt x="158147" y="28825"/>
                  </a:lnTo>
                  <a:cubicBezTo>
                    <a:pt x="158366" y="28725"/>
                    <a:pt x="158605" y="28646"/>
                    <a:pt x="158824" y="28546"/>
                  </a:cubicBezTo>
                  <a:cubicBezTo>
                    <a:pt x="159221" y="28367"/>
                    <a:pt x="159639" y="28228"/>
                    <a:pt x="160057" y="28049"/>
                  </a:cubicBezTo>
                  <a:lnTo>
                    <a:pt x="162006" y="27353"/>
                  </a:lnTo>
                  <a:cubicBezTo>
                    <a:pt x="162126" y="27293"/>
                    <a:pt x="162225" y="27273"/>
                    <a:pt x="162345" y="27233"/>
                  </a:cubicBezTo>
                  <a:cubicBezTo>
                    <a:pt x="162544" y="27154"/>
                    <a:pt x="162782" y="27074"/>
                    <a:pt x="162981" y="26995"/>
                  </a:cubicBezTo>
                  <a:lnTo>
                    <a:pt x="163936" y="26696"/>
                  </a:lnTo>
                  <a:cubicBezTo>
                    <a:pt x="164175" y="26637"/>
                    <a:pt x="164394" y="26557"/>
                    <a:pt x="164632" y="26477"/>
                  </a:cubicBezTo>
                  <a:cubicBezTo>
                    <a:pt x="165070" y="26358"/>
                    <a:pt x="165488" y="26199"/>
                    <a:pt x="165905" y="26099"/>
                  </a:cubicBezTo>
                  <a:lnTo>
                    <a:pt x="167855" y="25602"/>
                  </a:lnTo>
                  <a:cubicBezTo>
                    <a:pt x="167974" y="25582"/>
                    <a:pt x="168074" y="25562"/>
                    <a:pt x="168193" y="25503"/>
                  </a:cubicBezTo>
                  <a:cubicBezTo>
                    <a:pt x="168392" y="25463"/>
                    <a:pt x="168611" y="25403"/>
                    <a:pt x="168850" y="25363"/>
                  </a:cubicBezTo>
                  <a:lnTo>
                    <a:pt x="169804" y="25164"/>
                  </a:lnTo>
                  <a:cubicBezTo>
                    <a:pt x="171137" y="24886"/>
                    <a:pt x="172450" y="24707"/>
                    <a:pt x="173723" y="24608"/>
                  </a:cubicBezTo>
                  <a:cubicBezTo>
                    <a:pt x="176468" y="24369"/>
                    <a:pt x="179015" y="24548"/>
                    <a:pt x="181243" y="25164"/>
                  </a:cubicBezTo>
                  <a:cubicBezTo>
                    <a:pt x="182496" y="25483"/>
                    <a:pt x="183670" y="25960"/>
                    <a:pt x="184704" y="26557"/>
                  </a:cubicBezTo>
                  <a:cubicBezTo>
                    <a:pt x="185818" y="27194"/>
                    <a:pt x="186872" y="27969"/>
                    <a:pt x="187807" y="28825"/>
                  </a:cubicBezTo>
                  <a:cubicBezTo>
                    <a:pt x="189797" y="30615"/>
                    <a:pt x="191567" y="32843"/>
                    <a:pt x="193178" y="34992"/>
                  </a:cubicBezTo>
                  <a:lnTo>
                    <a:pt x="194233" y="36404"/>
                  </a:lnTo>
                  <a:cubicBezTo>
                    <a:pt x="195526" y="38174"/>
                    <a:pt x="196839" y="40024"/>
                    <a:pt x="198231" y="41675"/>
                  </a:cubicBezTo>
                  <a:cubicBezTo>
                    <a:pt x="198549" y="42073"/>
                    <a:pt x="198907" y="42451"/>
                    <a:pt x="199226" y="42809"/>
                  </a:cubicBezTo>
                  <a:cubicBezTo>
                    <a:pt x="199345" y="42949"/>
                    <a:pt x="199444" y="43068"/>
                    <a:pt x="199584" y="43187"/>
                  </a:cubicBezTo>
                  <a:lnTo>
                    <a:pt x="200280" y="43884"/>
                  </a:lnTo>
                  <a:cubicBezTo>
                    <a:pt x="200499" y="44142"/>
                    <a:pt x="200777" y="44361"/>
                    <a:pt x="200976" y="44560"/>
                  </a:cubicBezTo>
                  <a:cubicBezTo>
                    <a:pt x="201036" y="44639"/>
                    <a:pt x="201135" y="44699"/>
                    <a:pt x="201215" y="44779"/>
                  </a:cubicBezTo>
                  <a:cubicBezTo>
                    <a:pt x="201374" y="44938"/>
                    <a:pt x="201513" y="45057"/>
                    <a:pt x="201692" y="45196"/>
                  </a:cubicBezTo>
                  <a:lnTo>
                    <a:pt x="202428" y="45833"/>
                  </a:lnTo>
                  <a:cubicBezTo>
                    <a:pt x="202588" y="45952"/>
                    <a:pt x="202767" y="46072"/>
                    <a:pt x="202926" y="46191"/>
                  </a:cubicBezTo>
                  <a:cubicBezTo>
                    <a:pt x="203025" y="46271"/>
                    <a:pt x="203105" y="46330"/>
                    <a:pt x="203204" y="46390"/>
                  </a:cubicBezTo>
                  <a:lnTo>
                    <a:pt x="203582" y="46669"/>
                  </a:lnTo>
                  <a:lnTo>
                    <a:pt x="203980" y="46927"/>
                  </a:lnTo>
                  <a:cubicBezTo>
                    <a:pt x="208078" y="49672"/>
                    <a:pt x="212912" y="50806"/>
                    <a:pt x="217945" y="50070"/>
                  </a:cubicBezTo>
                  <a:lnTo>
                    <a:pt x="217905" y="50329"/>
                  </a:lnTo>
                  <a:cubicBezTo>
                    <a:pt x="212832" y="51045"/>
                    <a:pt x="207998" y="49911"/>
                    <a:pt x="203881" y="47146"/>
                  </a:cubicBezTo>
                  <a:lnTo>
                    <a:pt x="203483" y="46887"/>
                  </a:lnTo>
                  <a:lnTo>
                    <a:pt x="203105" y="46629"/>
                  </a:lnTo>
                  <a:cubicBezTo>
                    <a:pt x="203005" y="46549"/>
                    <a:pt x="202926" y="46490"/>
                    <a:pt x="202826" y="46430"/>
                  </a:cubicBezTo>
                  <a:cubicBezTo>
                    <a:pt x="202667" y="46291"/>
                    <a:pt x="202508" y="46171"/>
                    <a:pt x="202329" y="46052"/>
                  </a:cubicBezTo>
                  <a:lnTo>
                    <a:pt x="201593" y="45435"/>
                  </a:lnTo>
                  <a:cubicBezTo>
                    <a:pt x="201434" y="45296"/>
                    <a:pt x="201275" y="45157"/>
                    <a:pt x="201115" y="44998"/>
                  </a:cubicBezTo>
                  <a:cubicBezTo>
                    <a:pt x="201036" y="44938"/>
                    <a:pt x="200936" y="44858"/>
                    <a:pt x="200877" y="44779"/>
                  </a:cubicBezTo>
                  <a:cubicBezTo>
                    <a:pt x="200638" y="44580"/>
                    <a:pt x="200399" y="44361"/>
                    <a:pt x="200141" y="44102"/>
                  </a:cubicBezTo>
                  <a:lnTo>
                    <a:pt x="199444" y="43406"/>
                  </a:lnTo>
                  <a:cubicBezTo>
                    <a:pt x="199325" y="43287"/>
                    <a:pt x="199226" y="43167"/>
                    <a:pt x="199106" y="43048"/>
                  </a:cubicBezTo>
                  <a:cubicBezTo>
                    <a:pt x="198788" y="42670"/>
                    <a:pt x="198430" y="42292"/>
                    <a:pt x="198112" y="41894"/>
                  </a:cubicBezTo>
                  <a:cubicBezTo>
                    <a:pt x="196719" y="40263"/>
                    <a:pt x="195406" y="38393"/>
                    <a:pt x="194113" y="36623"/>
                  </a:cubicBezTo>
                  <a:lnTo>
                    <a:pt x="193059" y="35210"/>
                  </a:lnTo>
                  <a:cubicBezTo>
                    <a:pt x="191448" y="33042"/>
                    <a:pt x="189677" y="30834"/>
                    <a:pt x="187708" y="29044"/>
                  </a:cubicBezTo>
                  <a:cubicBezTo>
                    <a:pt x="186773" y="28188"/>
                    <a:pt x="185719" y="27452"/>
                    <a:pt x="184624" y="26796"/>
                  </a:cubicBezTo>
                  <a:cubicBezTo>
                    <a:pt x="183590" y="26239"/>
                    <a:pt x="182416" y="25761"/>
                    <a:pt x="181203" y="25443"/>
                  </a:cubicBezTo>
                  <a:cubicBezTo>
                    <a:pt x="178955" y="24846"/>
                    <a:pt x="176449" y="24667"/>
                    <a:pt x="173723" y="24886"/>
                  </a:cubicBezTo>
                  <a:cubicBezTo>
                    <a:pt x="172450" y="24985"/>
                    <a:pt x="171157" y="25184"/>
                    <a:pt x="169844" y="25443"/>
                  </a:cubicBezTo>
                  <a:lnTo>
                    <a:pt x="168869" y="25642"/>
                  </a:lnTo>
                  <a:cubicBezTo>
                    <a:pt x="168670" y="25682"/>
                    <a:pt x="168452" y="25741"/>
                    <a:pt x="168253" y="25781"/>
                  </a:cubicBezTo>
                  <a:cubicBezTo>
                    <a:pt x="168113" y="25801"/>
                    <a:pt x="168014" y="25841"/>
                    <a:pt x="167895" y="25881"/>
                  </a:cubicBezTo>
                  <a:lnTo>
                    <a:pt x="165965" y="26378"/>
                  </a:lnTo>
                  <a:cubicBezTo>
                    <a:pt x="165527" y="26497"/>
                    <a:pt x="165110" y="26637"/>
                    <a:pt x="164712" y="26756"/>
                  </a:cubicBezTo>
                  <a:cubicBezTo>
                    <a:pt x="164493" y="26835"/>
                    <a:pt x="164254" y="26895"/>
                    <a:pt x="164016" y="26975"/>
                  </a:cubicBezTo>
                  <a:lnTo>
                    <a:pt x="163041" y="27273"/>
                  </a:lnTo>
                  <a:cubicBezTo>
                    <a:pt x="162842" y="27353"/>
                    <a:pt x="162623" y="27432"/>
                    <a:pt x="162424" y="27492"/>
                  </a:cubicBezTo>
                  <a:cubicBezTo>
                    <a:pt x="162305" y="27552"/>
                    <a:pt x="162205" y="27572"/>
                    <a:pt x="162086" y="27631"/>
                  </a:cubicBezTo>
                  <a:lnTo>
                    <a:pt x="160137" y="28327"/>
                  </a:lnTo>
                  <a:cubicBezTo>
                    <a:pt x="159719" y="28467"/>
                    <a:pt x="159321" y="28646"/>
                    <a:pt x="158903" y="28825"/>
                  </a:cubicBezTo>
                  <a:cubicBezTo>
                    <a:pt x="158684" y="28924"/>
                    <a:pt x="158446" y="28984"/>
                    <a:pt x="158227" y="29083"/>
                  </a:cubicBezTo>
                  <a:lnTo>
                    <a:pt x="157292" y="29461"/>
                  </a:lnTo>
                  <a:cubicBezTo>
                    <a:pt x="157073" y="29541"/>
                    <a:pt x="156874" y="29640"/>
                    <a:pt x="156655" y="29720"/>
                  </a:cubicBezTo>
                  <a:cubicBezTo>
                    <a:pt x="156536" y="29760"/>
                    <a:pt x="156436" y="29819"/>
                    <a:pt x="156317" y="29859"/>
                  </a:cubicBezTo>
                  <a:lnTo>
                    <a:pt x="154427" y="30675"/>
                  </a:lnTo>
                  <a:cubicBezTo>
                    <a:pt x="154029" y="30854"/>
                    <a:pt x="153592" y="31053"/>
                    <a:pt x="153214" y="31252"/>
                  </a:cubicBezTo>
                  <a:lnTo>
                    <a:pt x="152538" y="31550"/>
                  </a:lnTo>
                  <a:cubicBezTo>
                    <a:pt x="151961" y="31829"/>
                    <a:pt x="151284" y="32127"/>
                    <a:pt x="150668" y="32425"/>
                  </a:cubicBezTo>
                  <a:cubicBezTo>
                    <a:pt x="147067" y="34116"/>
                    <a:pt x="143486" y="35986"/>
                    <a:pt x="140025" y="37717"/>
                  </a:cubicBezTo>
                  <a:cubicBezTo>
                    <a:pt x="138732" y="38373"/>
                    <a:pt x="137419" y="39010"/>
                    <a:pt x="136106" y="39627"/>
                  </a:cubicBezTo>
                  <a:cubicBezTo>
                    <a:pt x="131869" y="41616"/>
                    <a:pt x="126916" y="43784"/>
                    <a:pt x="121883" y="45196"/>
                  </a:cubicBezTo>
                  <a:cubicBezTo>
                    <a:pt x="119595" y="45793"/>
                    <a:pt x="117168" y="46231"/>
                    <a:pt x="114741" y="46430"/>
                  </a:cubicBezTo>
                  <a:cubicBezTo>
                    <a:pt x="112255" y="46589"/>
                    <a:pt x="109848" y="46549"/>
                    <a:pt x="107560" y="46271"/>
                  </a:cubicBezTo>
                  <a:cubicBezTo>
                    <a:pt x="106207" y="46092"/>
                    <a:pt x="105074" y="45893"/>
                    <a:pt x="103940" y="45654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9" name="Google Shape;312;p4"/>
            <p:cNvSpPr/>
            <p:nvPr/>
          </p:nvSpPr>
          <p:spPr>
            <a:xfrm rot="18169200">
              <a:off x="-2423880" y="2876400"/>
              <a:ext cx="172440" cy="142200"/>
            </a:xfrm>
            <a:custGeom>
              <a:avLst/>
              <a:gdLst>
                <a:gd name="textAreaLeft" fmla="*/ 0 w 172440"/>
                <a:gd name="textAreaRight" fmla="*/ 172800 w 172440"/>
                <a:gd name="textAreaTop" fmla="*/ 0 h 142200"/>
                <a:gd name="textAreaBottom" fmla="*/ 142560 h 142200"/>
              </a:gdLst>
              <a:ahLst/>
              <a:cxnLst/>
              <a:rect l="textAreaLeft" t="textAreaTop" r="textAreaRight" b="textAreaBottom"/>
              <a:pathLst>
                <a:path w="6128" h="5054">
                  <a:moveTo>
                    <a:pt x="2268" y="5034"/>
                  </a:moveTo>
                  <a:cubicBezTo>
                    <a:pt x="2188" y="5014"/>
                    <a:pt x="2109" y="4954"/>
                    <a:pt x="2069" y="4855"/>
                  </a:cubicBezTo>
                  <a:lnTo>
                    <a:pt x="0" y="458"/>
                  </a:lnTo>
                  <a:lnTo>
                    <a:pt x="2069" y="239"/>
                  </a:lnTo>
                  <a:lnTo>
                    <a:pt x="4158" y="1"/>
                  </a:lnTo>
                  <a:lnTo>
                    <a:pt x="6067" y="4437"/>
                  </a:lnTo>
                  <a:cubicBezTo>
                    <a:pt x="6127" y="4536"/>
                    <a:pt x="6067" y="4636"/>
                    <a:pt x="5968" y="4636"/>
                  </a:cubicBezTo>
                  <a:cubicBezTo>
                    <a:pt x="5868" y="4636"/>
                    <a:pt x="5749" y="4556"/>
                    <a:pt x="5729" y="4457"/>
                  </a:cubicBezTo>
                  <a:lnTo>
                    <a:pt x="3959" y="399"/>
                  </a:lnTo>
                  <a:lnTo>
                    <a:pt x="2248" y="578"/>
                  </a:lnTo>
                  <a:lnTo>
                    <a:pt x="517" y="777"/>
                  </a:lnTo>
                  <a:lnTo>
                    <a:pt x="2407" y="4775"/>
                  </a:lnTo>
                  <a:cubicBezTo>
                    <a:pt x="2467" y="4874"/>
                    <a:pt x="2447" y="4974"/>
                    <a:pt x="2347" y="4994"/>
                  </a:cubicBezTo>
                  <a:cubicBezTo>
                    <a:pt x="2308" y="5053"/>
                    <a:pt x="2288" y="5034"/>
                    <a:pt x="2268" y="5034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1280" bIns="712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0" name="Google Shape;313;p4"/>
            <p:cNvSpPr/>
            <p:nvPr/>
          </p:nvSpPr>
          <p:spPr>
            <a:xfrm rot="18169200">
              <a:off x="-2334240" y="2993400"/>
              <a:ext cx="61560" cy="50760"/>
            </a:xfrm>
            <a:custGeom>
              <a:avLst/>
              <a:gdLst>
                <a:gd name="textAreaLeft" fmla="*/ 0 w 61560"/>
                <a:gd name="textAreaRight" fmla="*/ 61920 w 61560"/>
                <a:gd name="textAreaTop" fmla="*/ 0 h 50760"/>
                <a:gd name="textAreaBottom" fmla="*/ 51120 h 50760"/>
              </a:gdLst>
              <a:ahLst/>
              <a:cxnLst/>
              <a:rect l="textAreaLeft" t="textAreaTop" r="textAreaRight" b="textAreaBottom"/>
              <a:pathLst>
                <a:path w="2189" h="1811">
                  <a:moveTo>
                    <a:pt x="1970" y="816"/>
                  </a:moveTo>
                  <a:cubicBezTo>
                    <a:pt x="2189" y="1293"/>
                    <a:pt x="1970" y="1711"/>
                    <a:pt x="1492" y="1751"/>
                  </a:cubicBezTo>
                  <a:cubicBezTo>
                    <a:pt x="1015" y="1810"/>
                    <a:pt x="458" y="1472"/>
                    <a:pt x="219" y="1015"/>
                  </a:cubicBezTo>
                  <a:cubicBezTo>
                    <a:pt x="0" y="537"/>
                    <a:pt x="219" y="119"/>
                    <a:pt x="697" y="60"/>
                  </a:cubicBezTo>
                  <a:cubicBezTo>
                    <a:pt x="1174" y="0"/>
                    <a:pt x="1751" y="338"/>
                    <a:pt x="1970" y="816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560" bIns="255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1" name="Google Shape;314;p4"/>
            <p:cNvSpPr/>
            <p:nvPr/>
          </p:nvSpPr>
          <p:spPr>
            <a:xfrm rot="18169200">
              <a:off x="-2287440" y="2901600"/>
              <a:ext cx="61560" cy="50760"/>
            </a:xfrm>
            <a:custGeom>
              <a:avLst/>
              <a:gdLst>
                <a:gd name="textAreaLeft" fmla="*/ 0 w 61560"/>
                <a:gd name="textAreaRight" fmla="*/ 61920 w 61560"/>
                <a:gd name="textAreaTop" fmla="*/ 0 h 50760"/>
                <a:gd name="textAreaBottom" fmla="*/ 51120 h 50760"/>
              </a:gdLst>
              <a:ahLst/>
              <a:cxnLst/>
              <a:rect l="textAreaLeft" t="textAreaTop" r="textAreaRight" b="textAreaBottom"/>
              <a:pathLst>
                <a:path w="2189" h="1811">
                  <a:moveTo>
                    <a:pt x="1990" y="816"/>
                  </a:moveTo>
                  <a:cubicBezTo>
                    <a:pt x="2189" y="1293"/>
                    <a:pt x="1950" y="1711"/>
                    <a:pt x="1453" y="1771"/>
                  </a:cubicBezTo>
                  <a:cubicBezTo>
                    <a:pt x="956" y="1810"/>
                    <a:pt x="419" y="1452"/>
                    <a:pt x="200" y="995"/>
                  </a:cubicBezTo>
                  <a:cubicBezTo>
                    <a:pt x="1" y="517"/>
                    <a:pt x="220" y="100"/>
                    <a:pt x="717" y="40"/>
                  </a:cubicBezTo>
                  <a:cubicBezTo>
                    <a:pt x="1214" y="0"/>
                    <a:pt x="1791" y="338"/>
                    <a:pt x="1990" y="816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560" bIns="255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2" name="Google Shape;315;p4"/>
            <p:cNvSpPr/>
            <p:nvPr/>
          </p:nvSpPr>
          <p:spPr>
            <a:xfrm rot="18169200">
              <a:off x="-2315520" y="2667240"/>
              <a:ext cx="75600" cy="127440"/>
            </a:xfrm>
            <a:custGeom>
              <a:avLst/>
              <a:gdLst>
                <a:gd name="textAreaLeft" fmla="*/ 0 w 75600"/>
                <a:gd name="textAreaRight" fmla="*/ 75960 w 75600"/>
                <a:gd name="textAreaTop" fmla="*/ 0 h 127440"/>
                <a:gd name="textAreaBottom" fmla="*/ 127800 h 127440"/>
              </a:gdLst>
              <a:ahLst/>
              <a:cxnLst/>
              <a:rect l="textAreaLeft" t="textAreaTop" r="textAreaRight" b="textAreaBottom"/>
              <a:pathLst>
                <a:path w="2687" h="4536">
                  <a:moveTo>
                    <a:pt x="1831" y="4536"/>
                  </a:moveTo>
                  <a:cubicBezTo>
                    <a:pt x="1771" y="4496"/>
                    <a:pt x="1692" y="4436"/>
                    <a:pt x="1632" y="4357"/>
                  </a:cubicBezTo>
                  <a:lnTo>
                    <a:pt x="1" y="0"/>
                  </a:lnTo>
                  <a:lnTo>
                    <a:pt x="200" y="0"/>
                  </a:lnTo>
                  <a:cubicBezTo>
                    <a:pt x="200" y="0"/>
                    <a:pt x="319" y="0"/>
                    <a:pt x="498" y="20"/>
                  </a:cubicBezTo>
                  <a:cubicBezTo>
                    <a:pt x="737" y="60"/>
                    <a:pt x="995" y="119"/>
                    <a:pt x="1194" y="199"/>
                  </a:cubicBezTo>
                  <a:cubicBezTo>
                    <a:pt x="1930" y="458"/>
                    <a:pt x="2428" y="875"/>
                    <a:pt x="2627" y="1412"/>
                  </a:cubicBezTo>
                  <a:cubicBezTo>
                    <a:pt x="2686" y="1512"/>
                    <a:pt x="2627" y="1611"/>
                    <a:pt x="2527" y="1611"/>
                  </a:cubicBezTo>
                  <a:cubicBezTo>
                    <a:pt x="2428" y="1611"/>
                    <a:pt x="2308" y="1552"/>
                    <a:pt x="2288" y="1432"/>
                  </a:cubicBezTo>
                  <a:cubicBezTo>
                    <a:pt x="2129" y="1035"/>
                    <a:pt x="1791" y="776"/>
                    <a:pt x="1194" y="577"/>
                  </a:cubicBezTo>
                  <a:cubicBezTo>
                    <a:pt x="995" y="497"/>
                    <a:pt x="796" y="438"/>
                    <a:pt x="578" y="418"/>
                  </a:cubicBezTo>
                  <a:lnTo>
                    <a:pt x="518" y="418"/>
                  </a:lnTo>
                  <a:lnTo>
                    <a:pt x="1990" y="4337"/>
                  </a:lnTo>
                  <a:cubicBezTo>
                    <a:pt x="2030" y="4436"/>
                    <a:pt x="1990" y="4536"/>
                    <a:pt x="1891" y="4536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3720" bIns="63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3" name="Google Shape;316;p4"/>
            <p:cNvSpPr/>
            <p:nvPr/>
          </p:nvSpPr>
          <p:spPr>
            <a:xfrm rot="18169200">
              <a:off x="-2264400" y="2743560"/>
              <a:ext cx="65160" cy="52920"/>
            </a:xfrm>
            <a:custGeom>
              <a:avLst/>
              <a:gdLst>
                <a:gd name="textAreaLeft" fmla="*/ 0 w 65160"/>
                <a:gd name="textAreaRight" fmla="*/ 65520 w 65160"/>
                <a:gd name="textAreaTop" fmla="*/ 0 h 52920"/>
                <a:gd name="textAreaBottom" fmla="*/ 53280 h 52920"/>
              </a:gdLst>
              <a:ahLst/>
              <a:cxnLst/>
              <a:rect l="textAreaLeft" t="textAreaTop" r="textAreaRight" b="textAreaBottom"/>
              <a:pathLst>
                <a:path w="2328" h="1891">
                  <a:moveTo>
                    <a:pt x="2129" y="896"/>
                  </a:moveTo>
                  <a:cubicBezTo>
                    <a:pt x="2328" y="1393"/>
                    <a:pt x="2029" y="1831"/>
                    <a:pt x="1512" y="1851"/>
                  </a:cubicBezTo>
                  <a:cubicBezTo>
                    <a:pt x="975" y="1890"/>
                    <a:pt x="378" y="1512"/>
                    <a:pt x="199" y="1015"/>
                  </a:cubicBezTo>
                  <a:cubicBezTo>
                    <a:pt x="0" y="518"/>
                    <a:pt x="279" y="60"/>
                    <a:pt x="816" y="40"/>
                  </a:cubicBezTo>
                  <a:cubicBezTo>
                    <a:pt x="1333" y="1"/>
                    <a:pt x="1930" y="398"/>
                    <a:pt x="2129" y="896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6640" bIns="266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4" name="Google Shape;317;p4"/>
            <p:cNvSpPr/>
            <p:nvPr/>
          </p:nvSpPr>
          <p:spPr>
            <a:xfrm rot="18169200">
              <a:off x="-1907640" y="1906920"/>
              <a:ext cx="71640" cy="136080"/>
            </a:xfrm>
            <a:custGeom>
              <a:avLst/>
              <a:gdLst>
                <a:gd name="textAreaLeft" fmla="*/ 0 w 71640"/>
                <a:gd name="textAreaRight" fmla="*/ 72000 w 71640"/>
                <a:gd name="textAreaTop" fmla="*/ 0 h 136080"/>
                <a:gd name="textAreaBottom" fmla="*/ 136440 h 136080"/>
              </a:gdLst>
              <a:ahLst/>
              <a:cxnLst/>
              <a:rect l="textAreaLeft" t="textAreaTop" r="textAreaRight" b="textAreaBottom"/>
              <a:pathLst>
                <a:path w="2548" h="4834">
                  <a:moveTo>
                    <a:pt x="200" y="4834"/>
                  </a:moveTo>
                  <a:lnTo>
                    <a:pt x="200" y="4834"/>
                  </a:lnTo>
                  <a:cubicBezTo>
                    <a:pt x="60" y="4794"/>
                    <a:pt x="1" y="4675"/>
                    <a:pt x="1" y="4575"/>
                  </a:cubicBezTo>
                  <a:lnTo>
                    <a:pt x="140" y="0"/>
                  </a:lnTo>
                  <a:lnTo>
                    <a:pt x="359" y="80"/>
                  </a:lnTo>
                  <a:cubicBezTo>
                    <a:pt x="399" y="80"/>
                    <a:pt x="916" y="279"/>
                    <a:pt x="1453" y="617"/>
                  </a:cubicBezTo>
                  <a:cubicBezTo>
                    <a:pt x="2408" y="1273"/>
                    <a:pt x="2547" y="1890"/>
                    <a:pt x="2527" y="2288"/>
                  </a:cubicBezTo>
                  <a:cubicBezTo>
                    <a:pt x="2527" y="2407"/>
                    <a:pt x="2428" y="2467"/>
                    <a:pt x="2328" y="2447"/>
                  </a:cubicBezTo>
                  <a:cubicBezTo>
                    <a:pt x="2229" y="2407"/>
                    <a:pt x="2149" y="2288"/>
                    <a:pt x="2149" y="2188"/>
                  </a:cubicBezTo>
                  <a:cubicBezTo>
                    <a:pt x="2189" y="1790"/>
                    <a:pt x="1911" y="1373"/>
                    <a:pt x="1314" y="975"/>
                  </a:cubicBezTo>
                  <a:cubicBezTo>
                    <a:pt x="1035" y="776"/>
                    <a:pt x="737" y="657"/>
                    <a:pt x="538" y="577"/>
                  </a:cubicBezTo>
                  <a:lnTo>
                    <a:pt x="379" y="4695"/>
                  </a:lnTo>
                  <a:cubicBezTo>
                    <a:pt x="399" y="4774"/>
                    <a:pt x="319" y="4834"/>
                    <a:pt x="200" y="4834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8040" bIns="68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5" name="Google Shape;318;p4"/>
            <p:cNvSpPr/>
            <p:nvPr/>
          </p:nvSpPr>
          <p:spPr>
            <a:xfrm rot="18169200">
              <a:off x="-1886760" y="2022840"/>
              <a:ext cx="64080" cy="59040"/>
            </a:xfrm>
            <a:custGeom>
              <a:avLst/>
              <a:gdLst>
                <a:gd name="textAreaLeft" fmla="*/ 0 w 64080"/>
                <a:gd name="textAreaRight" fmla="*/ 64440 w 64080"/>
                <a:gd name="textAreaTop" fmla="*/ 0 h 59040"/>
                <a:gd name="textAreaBottom" fmla="*/ 59400 h 59040"/>
              </a:gdLst>
              <a:ahLst/>
              <a:cxnLst/>
              <a:rect l="textAreaLeft" t="textAreaTop" r="textAreaRight" b="textAreaBottom"/>
              <a:pathLst>
                <a:path w="2289" h="2110">
                  <a:moveTo>
                    <a:pt x="2269" y="1294"/>
                  </a:moveTo>
                  <a:cubicBezTo>
                    <a:pt x="2229" y="1811"/>
                    <a:pt x="1731" y="2110"/>
                    <a:pt x="1115" y="1990"/>
                  </a:cubicBezTo>
                  <a:cubicBezTo>
                    <a:pt x="816" y="1911"/>
                    <a:pt x="538" y="1732"/>
                    <a:pt x="319" y="1533"/>
                  </a:cubicBezTo>
                  <a:cubicBezTo>
                    <a:pt x="120" y="1314"/>
                    <a:pt x="1" y="1075"/>
                    <a:pt x="1" y="797"/>
                  </a:cubicBezTo>
                  <a:cubicBezTo>
                    <a:pt x="1" y="518"/>
                    <a:pt x="120" y="319"/>
                    <a:pt x="319" y="160"/>
                  </a:cubicBezTo>
                  <a:cubicBezTo>
                    <a:pt x="518" y="41"/>
                    <a:pt x="816" y="1"/>
                    <a:pt x="1155" y="80"/>
                  </a:cubicBezTo>
                  <a:cubicBezTo>
                    <a:pt x="1791" y="200"/>
                    <a:pt x="2288" y="777"/>
                    <a:pt x="2269" y="1294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9520" bIns="29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6" name="Google Shape;319;p4"/>
            <p:cNvSpPr/>
            <p:nvPr/>
          </p:nvSpPr>
          <p:spPr>
            <a:xfrm rot="18169200">
              <a:off x="-1959120" y="2185560"/>
              <a:ext cx="28440" cy="135000"/>
            </a:xfrm>
            <a:custGeom>
              <a:avLst/>
              <a:gdLst>
                <a:gd name="textAreaLeft" fmla="*/ 0 w 28440"/>
                <a:gd name="textAreaRight" fmla="*/ 28800 w 28440"/>
                <a:gd name="textAreaTop" fmla="*/ 0 h 135000"/>
                <a:gd name="textAreaBottom" fmla="*/ 135360 h 135000"/>
              </a:gdLst>
              <a:ahLst/>
              <a:cxnLst/>
              <a:rect l="textAreaLeft" t="textAreaTop" r="textAreaRight" b="textAreaBottom"/>
              <a:pathLst>
                <a:path w="1016" h="4796">
                  <a:moveTo>
                    <a:pt x="817" y="4775"/>
                  </a:moveTo>
                  <a:cubicBezTo>
                    <a:pt x="717" y="4755"/>
                    <a:pt x="638" y="4656"/>
                    <a:pt x="618" y="4556"/>
                  </a:cubicBezTo>
                  <a:lnTo>
                    <a:pt x="21" y="200"/>
                  </a:lnTo>
                  <a:cubicBezTo>
                    <a:pt x="1" y="80"/>
                    <a:pt x="61" y="1"/>
                    <a:pt x="200" y="1"/>
                  </a:cubicBezTo>
                  <a:cubicBezTo>
                    <a:pt x="299" y="1"/>
                    <a:pt x="399" y="100"/>
                    <a:pt x="419" y="220"/>
                  </a:cubicBezTo>
                  <a:lnTo>
                    <a:pt x="1016" y="4576"/>
                  </a:lnTo>
                  <a:cubicBezTo>
                    <a:pt x="1016" y="4735"/>
                    <a:pt x="936" y="4795"/>
                    <a:pt x="817" y="4775"/>
                  </a:cubicBezTo>
                  <a:cubicBezTo>
                    <a:pt x="836" y="4795"/>
                    <a:pt x="817" y="4795"/>
                    <a:pt x="817" y="477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7680" bIns="67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7" name="Google Shape;320;p4"/>
            <p:cNvSpPr/>
            <p:nvPr/>
          </p:nvSpPr>
          <p:spPr>
            <a:xfrm rot="18169200">
              <a:off x="-2018880" y="2178720"/>
              <a:ext cx="65880" cy="56880"/>
            </a:xfrm>
            <a:custGeom>
              <a:avLst/>
              <a:gdLst>
                <a:gd name="textAreaLeft" fmla="*/ 0 w 65880"/>
                <a:gd name="textAreaRight" fmla="*/ 66240 w 65880"/>
                <a:gd name="textAreaTop" fmla="*/ 0 h 56880"/>
                <a:gd name="textAreaBottom" fmla="*/ 57240 h 56880"/>
              </a:gdLst>
              <a:ahLst/>
              <a:cxnLst/>
              <a:rect l="textAreaLeft" t="textAreaTop" r="textAreaRight" b="textAreaBottom"/>
              <a:pathLst>
                <a:path w="2348" h="2030">
                  <a:moveTo>
                    <a:pt x="80" y="916"/>
                  </a:moveTo>
                  <a:cubicBezTo>
                    <a:pt x="0" y="399"/>
                    <a:pt x="458" y="1"/>
                    <a:pt x="1075" y="80"/>
                  </a:cubicBezTo>
                  <a:cubicBezTo>
                    <a:pt x="1691" y="140"/>
                    <a:pt x="2248" y="617"/>
                    <a:pt x="2288" y="1135"/>
                  </a:cubicBezTo>
                  <a:cubicBezTo>
                    <a:pt x="2348" y="1672"/>
                    <a:pt x="1890" y="2030"/>
                    <a:pt x="1293" y="1990"/>
                  </a:cubicBezTo>
                  <a:cubicBezTo>
                    <a:pt x="697" y="1910"/>
                    <a:pt x="140" y="1433"/>
                    <a:pt x="80" y="916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440" bIns="28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8" name="Google Shape;321;p4"/>
            <p:cNvSpPr/>
            <p:nvPr/>
          </p:nvSpPr>
          <p:spPr>
            <a:xfrm rot="18169200">
              <a:off x="-2156400" y="2430720"/>
              <a:ext cx="254880" cy="140040"/>
            </a:xfrm>
            <a:custGeom>
              <a:avLst/>
              <a:gdLst>
                <a:gd name="textAreaLeft" fmla="*/ 0 w 254880"/>
                <a:gd name="textAreaRight" fmla="*/ 255240 w 254880"/>
                <a:gd name="textAreaTop" fmla="*/ 0 h 140040"/>
                <a:gd name="textAreaBottom" fmla="*/ 140400 h 140040"/>
              </a:gdLst>
              <a:ahLst/>
              <a:cxnLst/>
              <a:rect l="textAreaLeft" t="textAreaTop" r="textAreaRight" b="textAreaBottom"/>
              <a:pathLst>
                <a:path w="9052" h="4974">
                  <a:moveTo>
                    <a:pt x="1611" y="4973"/>
                  </a:moveTo>
                  <a:cubicBezTo>
                    <a:pt x="1532" y="4953"/>
                    <a:pt x="1432" y="4874"/>
                    <a:pt x="1413" y="4774"/>
                  </a:cubicBezTo>
                  <a:lnTo>
                    <a:pt x="0" y="139"/>
                  </a:lnTo>
                  <a:lnTo>
                    <a:pt x="179" y="139"/>
                  </a:lnTo>
                  <a:cubicBezTo>
                    <a:pt x="3203" y="20"/>
                    <a:pt x="5550" y="0"/>
                    <a:pt x="7778" y="40"/>
                  </a:cubicBezTo>
                  <a:lnTo>
                    <a:pt x="7977" y="40"/>
                  </a:lnTo>
                  <a:lnTo>
                    <a:pt x="9031" y="4755"/>
                  </a:lnTo>
                  <a:cubicBezTo>
                    <a:pt x="9051" y="4874"/>
                    <a:pt x="8972" y="4953"/>
                    <a:pt x="8872" y="4953"/>
                  </a:cubicBezTo>
                  <a:cubicBezTo>
                    <a:pt x="8773" y="4953"/>
                    <a:pt x="8673" y="4854"/>
                    <a:pt x="8653" y="4715"/>
                  </a:cubicBezTo>
                  <a:lnTo>
                    <a:pt x="7719" y="418"/>
                  </a:lnTo>
                  <a:cubicBezTo>
                    <a:pt x="5590" y="378"/>
                    <a:pt x="3362" y="398"/>
                    <a:pt x="517" y="498"/>
                  </a:cubicBezTo>
                  <a:lnTo>
                    <a:pt x="1810" y="4715"/>
                  </a:lnTo>
                  <a:cubicBezTo>
                    <a:pt x="1850" y="4854"/>
                    <a:pt x="1791" y="4914"/>
                    <a:pt x="1691" y="4914"/>
                  </a:cubicBezTo>
                  <a:cubicBezTo>
                    <a:pt x="1671" y="4973"/>
                    <a:pt x="1631" y="4973"/>
                    <a:pt x="1611" y="497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0200" bIns="70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9" name="Google Shape;322;p4"/>
            <p:cNvSpPr/>
            <p:nvPr/>
          </p:nvSpPr>
          <p:spPr>
            <a:xfrm rot="18169200">
              <a:off x="-2058120" y="2594520"/>
              <a:ext cx="60120" cy="50760"/>
            </a:xfrm>
            <a:custGeom>
              <a:avLst/>
              <a:gdLst>
                <a:gd name="textAreaLeft" fmla="*/ 0 w 60120"/>
                <a:gd name="textAreaRight" fmla="*/ 60480 w 60120"/>
                <a:gd name="textAreaTop" fmla="*/ 0 h 50760"/>
                <a:gd name="textAreaBottom" fmla="*/ 51120 h 50760"/>
              </a:gdLst>
              <a:ahLst/>
              <a:cxnLst/>
              <a:rect l="textAreaLeft" t="textAreaTop" r="textAreaRight" b="textAreaBottom"/>
              <a:pathLst>
                <a:path w="2150" h="1811">
                  <a:moveTo>
                    <a:pt x="1990" y="875"/>
                  </a:moveTo>
                  <a:cubicBezTo>
                    <a:pt x="2149" y="1373"/>
                    <a:pt x="1851" y="1771"/>
                    <a:pt x="1353" y="1791"/>
                  </a:cubicBezTo>
                  <a:cubicBezTo>
                    <a:pt x="856" y="1810"/>
                    <a:pt x="299" y="1413"/>
                    <a:pt x="160" y="955"/>
                  </a:cubicBezTo>
                  <a:cubicBezTo>
                    <a:pt x="1" y="458"/>
                    <a:pt x="279" y="60"/>
                    <a:pt x="796" y="20"/>
                  </a:cubicBezTo>
                  <a:cubicBezTo>
                    <a:pt x="1294" y="0"/>
                    <a:pt x="1851" y="378"/>
                    <a:pt x="1990" y="87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560" bIns="255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0" name="Google Shape;323;p4"/>
            <p:cNvSpPr/>
            <p:nvPr/>
          </p:nvSpPr>
          <p:spPr>
            <a:xfrm rot="18169200">
              <a:off x="-1949400" y="2423520"/>
              <a:ext cx="58680" cy="51840"/>
            </a:xfrm>
            <a:custGeom>
              <a:avLst/>
              <a:gdLst>
                <a:gd name="textAreaLeft" fmla="*/ 0 w 58680"/>
                <a:gd name="textAreaRight" fmla="*/ 59040 w 58680"/>
                <a:gd name="textAreaTop" fmla="*/ 0 h 51840"/>
                <a:gd name="textAreaBottom" fmla="*/ 52200 h 51840"/>
              </a:gdLst>
              <a:ahLst/>
              <a:cxnLst/>
              <a:rect l="textAreaLeft" t="textAreaTop" r="textAreaRight" b="textAreaBottom"/>
              <a:pathLst>
                <a:path w="2090" h="1851">
                  <a:moveTo>
                    <a:pt x="1990" y="955"/>
                  </a:moveTo>
                  <a:cubicBezTo>
                    <a:pt x="2090" y="1453"/>
                    <a:pt x="1771" y="1851"/>
                    <a:pt x="1274" y="1831"/>
                  </a:cubicBezTo>
                  <a:cubicBezTo>
                    <a:pt x="777" y="1831"/>
                    <a:pt x="259" y="1393"/>
                    <a:pt x="140" y="896"/>
                  </a:cubicBezTo>
                  <a:cubicBezTo>
                    <a:pt x="1" y="398"/>
                    <a:pt x="339" y="1"/>
                    <a:pt x="856" y="1"/>
                  </a:cubicBezTo>
                  <a:cubicBezTo>
                    <a:pt x="1373" y="40"/>
                    <a:pt x="1891" y="458"/>
                    <a:pt x="1990" y="95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920" bIns="25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1" name="Google Shape;324;p4"/>
            <p:cNvSpPr/>
            <p:nvPr/>
          </p:nvSpPr>
          <p:spPr>
            <a:xfrm rot="18169200">
              <a:off x="-2005200" y="2508480"/>
              <a:ext cx="59760" cy="50040"/>
            </a:xfrm>
            <a:custGeom>
              <a:avLst/>
              <a:gdLst>
                <a:gd name="textAreaLeft" fmla="*/ 0 w 59760"/>
                <a:gd name="textAreaRight" fmla="*/ 60120 w 59760"/>
                <a:gd name="textAreaTop" fmla="*/ 0 h 50040"/>
                <a:gd name="textAreaBottom" fmla="*/ 50400 h 50040"/>
              </a:gdLst>
              <a:ahLst/>
              <a:cxnLst/>
              <a:rect l="textAreaLeft" t="textAreaTop" r="textAreaRight" b="textAreaBottom"/>
              <a:pathLst>
                <a:path w="2129" h="1791">
                  <a:moveTo>
                    <a:pt x="2009" y="896"/>
                  </a:moveTo>
                  <a:cubicBezTo>
                    <a:pt x="2129" y="1393"/>
                    <a:pt x="1830" y="1791"/>
                    <a:pt x="1333" y="1791"/>
                  </a:cubicBezTo>
                  <a:cubicBezTo>
                    <a:pt x="836" y="1791"/>
                    <a:pt x="299" y="1393"/>
                    <a:pt x="159" y="896"/>
                  </a:cubicBezTo>
                  <a:cubicBezTo>
                    <a:pt x="0" y="398"/>
                    <a:pt x="299" y="1"/>
                    <a:pt x="836" y="1"/>
                  </a:cubicBezTo>
                  <a:cubicBezTo>
                    <a:pt x="1333" y="1"/>
                    <a:pt x="1850" y="398"/>
                    <a:pt x="2009" y="896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200" bIns="25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2" name="Google Shape;325;p4"/>
            <p:cNvSpPr/>
            <p:nvPr/>
          </p:nvSpPr>
          <p:spPr>
            <a:xfrm rot="18169200">
              <a:off x="-2051640" y="2433600"/>
              <a:ext cx="44640" cy="128880"/>
            </a:xfrm>
            <a:custGeom>
              <a:avLst/>
              <a:gdLst>
                <a:gd name="textAreaLeft" fmla="*/ 0 w 44640"/>
                <a:gd name="textAreaRight" fmla="*/ 45000 w 44640"/>
                <a:gd name="textAreaTop" fmla="*/ 0 h 128880"/>
                <a:gd name="textAreaBottom" fmla="*/ 129240 h 128880"/>
              </a:gdLst>
              <a:ahLst/>
              <a:cxnLst/>
              <a:rect l="textAreaLeft" t="textAreaTop" r="textAreaRight" b="textAreaBottom"/>
              <a:pathLst>
                <a:path w="1593" h="4576">
                  <a:moveTo>
                    <a:pt x="1214" y="4576"/>
                  </a:moveTo>
                  <a:lnTo>
                    <a:pt x="1" y="40"/>
                  </a:lnTo>
                  <a:lnTo>
                    <a:pt x="379" y="0"/>
                  </a:lnTo>
                  <a:lnTo>
                    <a:pt x="1592" y="4576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4440" bIns="64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3" name="Google Shape;326;p4"/>
            <p:cNvSpPr/>
            <p:nvPr/>
          </p:nvSpPr>
          <p:spPr>
            <a:xfrm rot="18169200">
              <a:off x="-2173680" y="2480400"/>
              <a:ext cx="222840" cy="14760"/>
            </a:xfrm>
            <a:custGeom>
              <a:avLst/>
              <a:gdLst>
                <a:gd name="textAreaLeft" fmla="*/ 0 w 222840"/>
                <a:gd name="textAreaRight" fmla="*/ 223200 w 222840"/>
                <a:gd name="textAreaTop" fmla="*/ 0 h 14760"/>
                <a:gd name="textAreaBottom" fmla="*/ 15120 h 14760"/>
              </a:gdLst>
              <a:ahLst/>
              <a:cxnLst/>
              <a:rect l="textAreaLeft" t="textAreaTop" r="textAreaRight" b="textAreaBottom"/>
              <a:pathLst>
                <a:path w="7918" h="539">
                  <a:moveTo>
                    <a:pt x="219" y="538"/>
                  </a:moveTo>
                  <a:cubicBezTo>
                    <a:pt x="160" y="518"/>
                    <a:pt x="60" y="439"/>
                    <a:pt x="40" y="339"/>
                  </a:cubicBezTo>
                  <a:cubicBezTo>
                    <a:pt x="0" y="240"/>
                    <a:pt x="60" y="140"/>
                    <a:pt x="160" y="140"/>
                  </a:cubicBezTo>
                  <a:cubicBezTo>
                    <a:pt x="3163" y="21"/>
                    <a:pt x="5471" y="1"/>
                    <a:pt x="7659" y="61"/>
                  </a:cubicBezTo>
                  <a:cubicBezTo>
                    <a:pt x="7759" y="61"/>
                    <a:pt x="7858" y="160"/>
                    <a:pt x="7898" y="260"/>
                  </a:cubicBezTo>
                  <a:cubicBezTo>
                    <a:pt x="7918" y="399"/>
                    <a:pt x="7838" y="458"/>
                    <a:pt x="7739" y="458"/>
                  </a:cubicBezTo>
                  <a:cubicBezTo>
                    <a:pt x="5551" y="399"/>
                    <a:pt x="3243" y="419"/>
                    <a:pt x="259" y="53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560" bIns="75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4" name="Google Shape;327;p4"/>
            <p:cNvSpPr/>
            <p:nvPr/>
          </p:nvSpPr>
          <p:spPr>
            <a:xfrm rot="18169200">
              <a:off x="-1633680" y="1900440"/>
              <a:ext cx="145080" cy="186120"/>
            </a:xfrm>
            <a:custGeom>
              <a:avLst/>
              <a:gdLst>
                <a:gd name="textAreaLeft" fmla="*/ 0 w 145080"/>
                <a:gd name="textAreaRight" fmla="*/ 145440 w 145080"/>
                <a:gd name="textAreaTop" fmla="*/ 0 h 186120"/>
                <a:gd name="textAreaBottom" fmla="*/ 186480 h 186120"/>
              </a:gdLst>
              <a:ahLst/>
              <a:cxnLst/>
              <a:rect l="textAreaLeft" t="textAreaTop" r="textAreaRight" b="textAreaBottom"/>
              <a:pathLst>
                <a:path w="5153" h="6606">
                  <a:moveTo>
                    <a:pt x="3681" y="6585"/>
                  </a:moveTo>
                  <a:cubicBezTo>
                    <a:pt x="3661" y="6585"/>
                    <a:pt x="3641" y="6585"/>
                    <a:pt x="3641" y="6566"/>
                  </a:cubicBezTo>
                  <a:cubicBezTo>
                    <a:pt x="3541" y="6506"/>
                    <a:pt x="3482" y="6367"/>
                    <a:pt x="3502" y="6267"/>
                  </a:cubicBezTo>
                  <a:lnTo>
                    <a:pt x="4675" y="2209"/>
                  </a:lnTo>
                  <a:cubicBezTo>
                    <a:pt x="3541" y="1592"/>
                    <a:pt x="2308" y="1035"/>
                    <a:pt x="1075" y="538"/>
                  </a:cubicBezTo>
                  <a:lnTo>
                    <a:pt x="398" y="4795"/>
                  </a:lnTo>
                  <a:cubicBezTo>
                    <a:pt x="379" y="4914"/>
                    <a:pt x="279" y="4974"/>
                    <a:pt x="180" y="4914"/>
                  </a:cubicBezTo>
                  <a:cubicBezTo>
                    <a:pt x="80" y="4875"/>
                    <a:pt x="1" y="4755"/>
                    <a:pt x="20" y="4656"/>
                  </a:cubicBezTo>
                  <a:lnTo>
                    <a:pt x="757" y="1"/>
                  </a:lnTo>
                  <a:lnTo>
                    <a:pt x="936" y="61"/>
                  </a:lnTo>
                  <a:cubicBezTo>
                    <a:pt x="2348" y="618"/>
                    <a:pt x="3681" y="1234"/>
                    <a:pt x="4974" y="1931"/>
                  </a:cubicBezTo>
                  <a:lnTo>
                    <a:pt x="5153" y="2030"/>
                  </a:lnTo>
                  <a:lnTo>
                    <a:pt x="3860" y="6486"/>
                  </a:lnTo>
                  <a:cubicBezTo>
                    <a:pt x="3840" y="6566"/>
                    <a:pt x="3760" y="6605"/>
                    <a:pt x="3681" y="658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5" name="Google Shape;328;p4"/>
            <p:cNvSpPr/>
            <p:nvPr/>
          </p:nvSpPr>
          <p:spPr>
            <a:xfrm rot="18169200">
              <a:off x="-1607040" y="2052720"/>
              <a:ext cx="52920" cy="59760"/>
            </a:xfrm>
            <a:custGeom>
              <a:avLst/>
              <a:gdLst>
                <a:gd name="textAreaLeft" fmla="*/ 0 w 52920"/>
                <a:gd name="textAreaRight" fmla="*/ 53280 w 52920"/>
                <a:gd name="textAreaTop" fmla="*/ 0 h 59760"/>
                <a:gd name="textAreaBottom" fmla="*/ 60120 h 59760"/>
              </a:gdLst>
              <a:ahLst/>
              <a:cxnLst/>
              <a:rect l="textAreaLeft" t="textAreaTop" r="textAreaRight" b="textAreaBottom"/>
              <a:pathLst>
                <a:path w="1890" h="2130">
                  <a:moveTo>
                    <a:pt x="1810" y="1413"/>
                  </a:moveTo>
                  <a:cubicBezTo>
                    <a:pt x="1751" y="1911"/>
                    <a:pt x="1293" y="2129"/>
                    <a:pt x="816" y="1950"/>
                  </a:cubicBezTo>
                  <a:cubicBezTo>
                    <a:pt x="358" y="1791"/>
                    <a:pt x="0" y="1234"/>
                    <a:pt x="60" y="737"/>
                  </a:cubicBezTo>
                  <a:cubicBezTo>
                    <a:pt x="100" y="240"/>
                    <a:pt x="557" y="1"/>
                    <a:pt x="1054" y="160"/>
                  </a:cubicBezTo>
                  <a:cubicBezTo>
                    <a:pt x="1572" y="359"/>
                    <a:pt x="1890" y="936"/>
                    <a:pt x="1810" y="141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9880" bIns="29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6" name="Google Shape;329;p4"/>
            <p:cNvSpPr/>
            <p:nvPr/>
          </p:nvSpPr>
          <p:spPr>
            <a:xfrm rot="18169200">
              <a:off x="-1513800" y="1995840"/>
              <a:ext cx="50040" cy="55800"/>
            </a:xfrm>
            <a:custGeom>
              <a:avLst/>
              <a:gdLst>
                <a:gd name="textAreaLeft" fmla="*/ 0 w 50040"/>
                <a:gd name="textAreaRight" fmla="*/ 50400 w 50040"/>
                <a:gd name="textAreaTop" fmla="*/ 0 h 55800"/>
                <a:gd name="textAreaBottom" fmla="*/ 56160 h 55800"/>
              </a:gdLst>
              <a:ahLst/>
              <a:cxnLst/>
              <a:rect l="textAreaLeft" t="textAreaTop" r="textAreaRight" b="textAreaBottom"/>
              <a:pathLst>
                <a:path w="1792" h="1991">
                  <a:moveTo>
                    <a:pt x="1712" y="1453"/>
                  </a:moveTo>
                  <a:cubicBezTo>
                    <a:pt x="1632" y="1672"/>
                    <a:pt x="1493" y="1851"/>
                    <a:pt x="1314" y="1930"/>
                  </a:cubicBezTo>
                  <a:cubicBezTo>
                    <a:pt x="1115" y="1990"/>
                    <a:pt x="896" y="1990"/>
                    <a:pt x="677" y="1871"/>
                  </a:cubicBezTo>
                  <a:cubicBezTo>
                    <a:pt x="578" y="1831"/>
                    <a:pt x="478" y="1731"/>
                    <a:pt x="359" y="1632"/>
                  </a:cubicBezTo>
                  <a:cubicBezTo>
                    <a:pt x="299" y="1533"/>
                    <a:pt x="220" y="1433"/>
                    <a:pt x="140" y="1314"/>
                  </a:cubicBezTo>
                  <a:cubicBezTo>
                    <a:pt x="41" y="1075"/>
                    <a:pt x="1" y="816"/>
                    <a:pt x="41" y="558"/>
                  </a:cubicBezTo>
                  <a:cubicBezTo>
                    <a:pt x="100" y="319"/>
                    <a:pt x="240" y="140"/>
                    <a:pt x="439" y="60"/>
                  </a:cubicBezTo>
                  <a:cubicBezTo>
                    <a:pt x="538" y="1"/>
                    <a:pt x="637" y="1"/>
                    <a:pt x="757" y="1"/>
                  </a:cubicBezTo>
                  <a:cubicBezTo>
                    <a:pt x="896" y="1"/>
                    <a:pt x="996" y="60"/>
                    <a:pt x="1115" y="100"/>
                  </a:cubicBezTo>
                  <a:cubicBezTo>
                    <a:pt x="1334" y="240"/>
                    <a:pt x="1533" y="458"/>
                    <a:pt x="1632" y="677"/>
                  </a:cubicBezTo>
                  <a:cubicBezTo>
                    <a:pt x="1771" y="956"/>
                    <a:pt x="1791" y="1234"/>
                    <a:pt x="1712" y="145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080" bIns="28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7" name="Google Shape;330;p4"/>
            <p:cNvSpPr/>
            <p:nvPr/>
          </p:nvSpPr>
          <p:spPr>
            <a:xfrm rot="18169200">
              <a:off x="-182520" y="1499040"/>
              <a:ext cx="135000" cy="207360"/>
            </a:xfrm>
            <a:custGeom>
              <a:avLst/>
              <a:gdLst>
                <a:gd name="textAreaLeft" fmla="*/ 0 w 135000"/>
                <a:gd name="textAreaRight" fmla="*/ 135360 w 135000"/>
                <a:gd name="textAreaTop" fmla="*/ 0 h 207360"/>
                <a:gd name="textAreaBottom" fmla="*/ 207720 h 207360"/>
              </a:gdLst>
              <a:ahLst/>
              <a:cxnLst/>
              <a:rect l="textAreaLeft" t="textAreaTop" r="textAreaRight" b="textAreaBottom"/>
              <a:pathLst>
                <a:path w="4796" h="7361">
                  <a:moveTo>
                    <a:pt x="4059" y="7321"/>
                  </a:moveTo>
                  <a:lnTo>
                    <a:pt x="4059" y="7321"/>
                  </a:lnTo>
                  <a:cubicBezTo>
                    <a:pt x="3960" y="7281"/>
                    <a:pt x="3880" y="7162"/>
                    <a:pt x="3880" y="7022"/>
                  </a:cubicBezTo>
                  <a:lnTo>
                    <a:pt x="4417" y="1910"/>
                  </a:lnTo>
                  <a:cubicBezTo>
                    <a:pt x="3383" y="1552"/>
                    <a:pt x="2348" y="1154"/>
                    <a:pt x="1234" y="637"/>
                  </a:cubicBezTo>
                  <a:lnTo>
                    <a:pt x="379" y="5550"/>
                  </a:lnTo>
                  <a:cubicBezTo>
                    <a:pt x="359" y="5690"/>
                    <a:pt x="260" y="5749"/>
                    <a:pt x="160" y="5709"/>
                  </a:cubicBezTo>
                  <a:cubicBezTo>
                    <a:pt x="61" y="5650"/>
                    <a:pt x="1" y="5510"/>
                    <a:pt x="41" y="5391"/>
                  </a:cubicBezTo>
                  <a:lnTo>
                    <a:pt x="956" y="0"/>
                  </a:lnTo>
                  <a:lnTo>
                    <a:pt x="1115" y="60"/>
                  </a:lnTo>
                  <a:cubicBezTo>
                    <a:pt x="2368" y="637"/>
                    <a:pt x="3502" y="1074"/>
                    <a:pt x="4636" y="1432"/>
                  </a:cubicBezTo>
                  <a:lnTo>
                    <a:pt x="4795" y="1492"/>
                  </a:lnTo>
                  <a:lnTo>
                    <a:pt x="4238" y="7102"/>
                  </a:lnTo>
                  <a:cubicBezTo>
                    <a:pt x="4258" y="7281"/>
                    <a:pt x="4159" y="7361"/>
                    <a:pt x="4059" y="732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8" name="Google Shape;331;p4"/>
            <p:cNvSpPr/>
            <p:nvPr/>
          </p:nvSpPr>
          <p:spPr>
            <a:xfrm rot="18169200">
              <a:off x="-154080" y="1661040"/>
              <a:ext cx="55800" cy="65880"/>
            </a:xfrm>
            <a:custGeom>
              <a:avLst/>
              <a:gdLst>
                <a:gd name="textAreaLeft" fmla="*/ 0 w 55800"/>
                <a:gd name="textAreaRight" fmla="*/ 56160 w 55800"/>
                <a:gd name="textAreaTop" fmla="*/ 0 h 65880"/>
                <a:gd name="textAreaBottom" fmla="*/ 66240 h 65880"/>
              </a:gdLst>
              <a:ahLst/>
              <a:cxnLst/>
              <a:rect l="textAreaLeft" t="textAreaTop" r="textAreaRight" b="textAreaBottom"/>
              <a:pathLst>
                <a:path w="1990" h="2349">
                  <a:moveTo>
                    <a:pt x="1930" y="1652"/>
                  </a:moveTo>
                  <a:cubicBezTo>
                    <a:pt x="1890" y="1931"/>
                    <a:pt x="1731" y="2149"/>
                    <a:pt x="1532" y="2249"/>
                  </a:cubicBezTo>
                  <a:cubicBezTo>
                    <a:pt x="1333" y="2348"/>
                    <a:pt x="1074" y="2348"/>
                    <a:pt x="816" y="2189"/>
                  </a:cubicBezTo>
                  <a:cubicBezTo>
                    <a:pt x="537" y="2050"/>
                    <a:pt x="338" y="1831"/>
                    <a:pt x="199" y="1553"/>
                  </a:cubicBezTo>
                  <a:cubicBezTo>
                    <a:pt x="80" y="1274"/>
                    <a:pt x="0" y="956"/>
                    <a:pt x="80" y="677"/>
                  </a:cubicBezTo>
                  <a:cubicBezTo>
                    <a:pt x="120" y="399"/>
                    <a:pt x="299" y="200"/>
                    <a:pt x="498" y="100"/>
                  </a:cubicBezTo>
                  <a:cubicBezTo>
                    <a:pt x="696" y="1"/>
                    <a:pt x="935" y="1"/>
                    <a:pt x="1214" y="160"/>
                  </a:cubicBezTo>
                  <a:cubicBezTo>
                    <a:pt x="1472" y="279"/>
                    <a:pt x="1691" y="538"/>
                    <a:pt x="1810" y="777"/>
                  </a:cubicBezTo>
                  <a:cubicBezTo>
                    <a:pt x="1930" y="1055"/>
                    <a:pt x="1989" y="1354"/>
                    <a:pt x="1930" y="1652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3120" bIns="331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9" name="Google Shape;332;p4"/>
            <p:cNvSpPr/>
            <p:nvPr/>
          </p:nvSpPr>
          <p:spPr>
            <a:xfrm rot="18169200">
              <a:off x="-54360" y="1593000"/>
              <a:ext cx="56160" cy="70200"/>
            </a:xfrm>
            <a:custGeom>
              <a:avLst/>
              <a:gdLst>
                <a:gd name="textAreaLeft" fmla="*/ 0 w 56160"/>
                <a:gd name="textAreaRight" fmla="*/ 56520 w 56160"/>
                <a:gd name="textAreaTop" fmla="*/ 0 h 70200"/>
                <a:gd name="textAreaBottom" fmla="*/ 70560 h 70200"/>
              </a:gdLst>
              <a:ahLst/>
              <a:cxnLst/>
              <a:rect l="textAreaLeft" t="textAreaTop" r="textAreaRight" b="textAreaBottom"/>
              <a:pathLst>
                <a:path w="2010" h="2507">
                  <a:moveTo>
                    <a:pt x="1970" y="1592"/>
                  </a:moveTo>
                  <a:cubicBezTo>
                    <a:pt x="1910" y="2188"/>
                    <a:pt x="1433" y="2507"/>
                    <a:pt x="895" y="2308"/>
                  </a:cubicBezTo>
                  <a:cubicBezTo>
                    <a:pt x="338" y="2109"/>
                    <a:pt x="0" y="1452"/>
                    <a:pt x="80" y="856"/>
                  </a:cubicBezTo>
                  <a:cubicBezTo>
                    <a:pt x="140" y="259"/>
                    <a:pt x="617" y="0"/>
                    <a:pt x="1134" y="159"/>
                  </a:cubicBezTo>
                  <a:cubicBezTo>
                    <a:pt x="1631" y="358"/>
                    <a:pt x="2009" y="1015"/>
                    <a:pt x="1970" y="1592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5280" bIns="352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0" name="Google Shape;333;p4"/>
            <p:cNvSpPr/>
            <p:nvPr/>
          </p:nvSpPr>
          <p:spPr>
            <a:xfrm rot="18169200">
              <a:off x="-1401120" y="1784880"/>
              <a:ext cx="98280" cy="115920"/>
            </a:xfrm>
            <a:custGeom>
              <a:avLst/>
              <a:gdLst>
                <a:gd name="textAreaLeft" fmla="*/ 0 w 98280"/>
                <a:gd name="textAreaRight" fmla="*/ 98640 w 98280"/>
                <a:gd name="textAreaTop" fmla="*/ 0 h 115920"/>
                <a:gd name="textAreaBottom" fmla="*/ 116280 h 115920"/>
              </a:gdLst>
              <a:ahLst/>
              <a:cxnLst/>
              <a:rect l="textAreaLeft" t="textAreaTop" r="textAreaRight" b="textAreaBottom"/>
              <a:pathLst>
                <a:path w="3502" h="4119">
                  <a:moveTo>
                    <a:pt x="219" y="4118"/>
                  </a:moveTo>
                  <a:cubicBezTo>
                    <a:pt x="199" y="4118"/>
                    <a:pt x="140" y="4098"/>
                    <a:pt x="120" y="4078"/>
                  </a:cubicBezTo>
                  <a:cubicBezTo>
                    <a:pt x="20" y="3999"/>
                    <a:pt x="0" y="3859"/>
                    <a:pt x="40" y="3760"/>
                  </a:cubicBezTo>
                  <a:lnTo>
                    <a:pt x="2268" y="0"/>
                  </a:lnTo>
                  <a:lnTo>
                    <a:pt x="2427" y="179"/>
                  </a:lnTo>
                  <a:cubicBezTo>
                    <a:pt x="2467" y="199"/>
                    <a:pt x="2825" y="597"/>
                    <a:pt x="3123" y="1194"/>
                  </a:cubicBezTo>
                  <a:cubicBezTo>
                    <a:pt x="3302" y="1532"/>
                    <a:pt x="3402" y="1830"/>
                    <a:pt x="3462" y="2129"/>
                  </a:cubicBezTo>
                  <a:cubicBezTo>
                    <a:pt x="3501" y="2507"/>
                    <a:pt x="3422" y="2825"/>
                    <a:pt x="3263" y="3104"/>
                  </a:cubicBezTo>
                  <a:cubicBezTo>
                    <a:pt x="3203" y="3203"/>
                    <a:pt x="3084" y="3203"/>
                    <a:pt x="2984" y="3104"/>
                  </a:cubicBezTo>
                  <a:cubicBezTo>
                    <a:pt x="2905" y="3004"/>
                    <a:pt x="2885" y="2885"/>
                    <a:pt x="2924" y="2785"/>
                  </a:cubicBezTo>
                  <a:cubicBezTo>
                    <a:pt x="3084" y="2566"/>
                    <a:pt x="3084" y="2308"/>
                    <a:pt x="3064" y="2129"/>
                  </a:cubicBezTo>
                  <a:cubicBezTo>
                    <a:pt x="3024" y="1910"/>
                    <a:pt x="2924" y="1671"/>
                    <a:pt x="2785" y="1373"/>
                  </a:cubicBezTo>
                  <a:cubicBezTo>
                    <a:pt x="2626" y="1074"/>
                    <a:pt x="2467" y="816"/>
                    <a:pt x="2328" y="677"/>
                  </a:cubicBezTo>
                  <a:lnTo>
                    <a:pt x="338" y="4019"/>
                  </a:lnTo>
                  <a:cubicBezTo>
                    <a:pt x="338" y="4098"/>
                    <a:pt x="279" y="4118"/>
                    <a:pt x="219" y="411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7960" bIns="579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1" name="Google Shape;334;p4"/>
            <p:cNvSpPr/>
            <p:nvPr/>
          </p:nvSpPr>
          <p:spPr>
            <a:xfrm rot="18169200">
              <a:off x="-1385640" y="1880280"/>
              <a:ext cx="59760" cy="66600"/>
            </a:xfrm>
            <a:custGeom>
              <a:avLst/>
              <a:gdLst>
                <a:gd name="textAreaLeft" fmla="*/ 0 w 59760"/>
                <a:gd name="textAreaRight" fmla="*/ 60120 w 59760"/>
                <a:gd name="textAreaTop" fmla="*/ 0 h 66600"/>
                <a:gd name="textAreaBottom" fmla="*/ 66960 h 66600"/>
              </a:gdLst>
              <a:ahLst/>
              <a:cxnLst/>
              <a:rect l="textAreaLeft" t="textAreaTop" r="textAreaRight" b="textAreaBottom"/>
              <a:pathLst>
                <a:path w="2129" h="2369">
                  <a:moveTo>
                    <a:pt x="1870" y="1930"/>
                  </a:moveTo>
                  <a:cubicBezTo>
                    <a:pt x="1612" y="2348"/>
                    <a:pt x="1035" y="2368"/>
                    <a:pt x="617" y="1990"/>
                  </a:cubicBezTo>
                  <a:cubicBezTo>
                    <a:pt x="179" y="1632"/>
                    <a:pt x="0" y="976"/>
                    <a:pt x="219" y="498"/>
                  </a:cubicBezTo>
                  <a:cubicBezTo>
                    <a:pt x="438" y="60"/>
                    <a:pt x="995" y="1"/>
                    <a:pt x="1492" y="399"/>
                  </a:cubicBezTo>
                  <a:cubicBezTo>
                    <a:pt x="1970" y="797"/>
                    <a:pt x="2129" y="1493"/>
                    <a:pt x="1870" y="193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3480" bIns="33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2" name="Google Shape;335;p4"/>
            <p:cNvSpPr/>
            <p:nvPr/>
          </p:nvSpPr>
          <p:spPr>
            <a:xfrm rot="18169200">
              <a:off x="147600" y="1413720"/>
              <a:ext cx="59760" cy="168480"/>
            </a:xfrm>
            <a:custGeom>
              <a:avLst/>
              <a:gdLst>
                <a:gd name="textAreaLeft" fmla="*/ 0 w 59760"/>
                <a:gd name="textAreaRight" fmla="*/ 60120 w 59760"/>
                <a:gd name="textAreaTop" fmla="*/ 0 h 168480"/>
                <a:gd name="textAreaBottom" fmla="*/ 168840 h 168480"/>
              </a:gdLst>
              <a:ahLst/>
              <a:cxnLst/>
              <a:rect l="textAreaLeft" t="textAreaTop" r="textAreaRight" b="textAreaBottom"/>
              <a:pathLst>
                <a:path w="2130" h="5988">
                  <a:moveTo>
                    <a:pt x="160" y="5968"/>
                  </a:moveTo>
                  <a:cubicBezTo>
                    <a:pt x="60" y="5948"/>
                    <a:pt x="1" y="5829"/>
                    <a:pt x="1" y="5690"/>
                  </a:cubicBezTo>
                  <a:lnTo>
                    <a:pt x="60" y="0"/>
                  </a:lnTo>
                  <a:lnTo>
                    <a:pt x="259" y="80"/>
                  </a:lnTo>
                  <a:cubicBezTo>
                    <a:pt x="299" y="80"/>
                    <a:pt x="717" y="219"/>
                    <a:pt x="1154" y="557"/>
                  </a:cubicBezTo>
                  <a:cubicBezTo>
                    <a:pt x="1791" y="995"/>
                    <a:pt x="2109" y="1612"/>
                    <a:pt x="2129" y="2348"/>
                  </a:cubicBezTo>
                  <a:cubicBezTo>
                    <a:pt x="2129" y="2487"/>
                    <a:pt x="2049" y="2586"/>
                    <a:pt x="1950" y="2586"/>
                  </a:cubicBezTo>
                  <a:cubicBezTo>
                    <a:pt x="1851" y="2586"/>
                    <a:pt x="1791" y="2467"/>
                    <a:pt x="1791" y="2308"/>
                  </a:cubicBezTo>
                  <a:cubicBezTo>
                    <a:pt x="1791" y="1811"/>
                    <a:pt x="1532" y="1373"/>
                    <a:pt x="1035" y="1015"/>
                  </a:cubicBezTo>
                  <a:cubicBezTo>
                    <a:pt x="816" y="836"/>
                    <a:pt x="597" y="736"/>
                    <a:pt x="438" y="677"/>
                  </a:cubicBezTo>
                  <a:lnTo>
                    <a:pt x="398" y="5769"/>
                  </a:lnTo>
                  <a:cubicBezTo>
                    <a:pt x="339" y="5889"/>
                    <a:pt x="259" y="5988"/>
                    <a:pt x="160" y="596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4240" bIns="84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3" name="Google Shape;336;p4"/>
            <p:cNvSpPr/>
            <p:nvPr/>
          </p:nvSpPr>
          <p:spPr>
            <a:xfrm rot="18169200">
              <a:off x="181440" y="1542240"/>
              <a:ext cx="60840" cy="72720"/>
            </a:xfrm>
            <a:custGeom>
              <a:avLst/>
              <a:gdLst>
                <a:gd name="textAreaLeft" fmla="*/ 0 w 60840"/>
                <a:gd name="textAreaRight" fmla="*/ 61200 w 60840"/>
                <a:gd name="textAreaTop" fmla="*/ 0 h 72720"/>
                <a:gd name="textAreaBottom" fmla="*/ 73080 h 72720"/>
              </a:gdLst>
              <a:ahLst/>
              <a:cxnLst/>
              <a:rect l="textAreaLeft" t="textAreaTop" r="textAreaRight" b="textAreaBottom"/>
              <a:pathLst>
                <a:path w="2169" h="2587">
                  <a:moveTo>
                    <a:pt x="2168" y="1472"/>
                  </a:moveTo>
                  <a:cubicBezTo>
                    <a:pt x="2168" y="2109"/>
                    <a:pt x="1671" y="2586"/>
                    <a:pt x="1074" y="2487"/>
                  </a:cubicBezTo>
                  <a:cubicBezTo>
                    <a:pt x="458" y="2367"/>
                    <a:pt x="0" y="1751"/>
                    <a:pt x="20" y="1094"/>
                  </a:cubicBezTo>
                  <a:cubicBezTo>
                    <a:pt x="40" y="458"/>
                    <a:pt x="517" y="0"/>
                    <a:pt x="1114" y="120"/>
                  </a:cubicBezTo>
                  <a:cubicBezTo>
                    <a:pt x="1711" y="219"/>
                    <a:pt x="2168" y="816"/>
                    <a:pt x="2168" y="1472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360" bIns="36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4" name="Google Shape;337;p4"/>
            <p:cNvSpPr/>
            <p:nvPr/>
          </p:nvSpPr>
          <p:spPr>
            <a:xfrm rot="18169200">
              <a:off x="-466920" y="1614600"/>
              <a:ext cx="88200" cy="137160"/>
            </a:xfrm>
            <a:custGeom>
              <a:avLst/>
              <a:gdLst>
                <a:gd name="textAreaLeft" fmla="*/ 0 w 88200"/>
                <a:gd name="textAreaRight" fmla="*/ 88560 w 88200"/>
                <a:gd name="textAreaTop" fmla="*/ 0 h 137160"/>
                <a:gd name="textAreaBottom" fmla="*/ 137520 h 137160"/>
              </a:gdLst>
              <a:ahLst/>
              <a:cxnLst/>
              <a:rect l="textAreaLeft" t="textAreaTop" r="textAreaRight" b="textAreaBottom"/>
              <a:pathLst>
                <a:path w="3144" h="4875">
                  <a:moveTo>
                    <a:pt x="199" y="4834"/>
                  </a:moveTo>
                  <a:cubicBezTo>
                    <a:pt x="179" y="4834"/>
                    <a:pt x="159" y="4815"/>
                    <a:pt x="120" y="4795"/>
                  </a:cubicBezTo>
                  <a:cubicBezTo>
                    <a:pt x="20" y="4715"/>
                    <a:pt x="0" y="4576"/>
                    <a:pt x="60" y="4437"/>
                  </a:cubicBezTo>
                  <a:lnTo>
                    <a:pt x="1910" y="1"/>
                  </a:lnTo>
                  <a:lnTo>
                    <a:pt x="2089" y="199"/>
                  </a:lnTo>
                  <a:cubicBezTo>
                    <a:pt x="2089" y="199"/>
                    <a:pt x="2169" y="299"/>
                    <a:pt x="2288" y="438"/>
                  </a:cubicBezTo>
                  <a:cubicBezTo>
                    <a:pt x="2368" y="538"/>
                    <a:pt x="2507" y="756"/>
                    <a:pt x="2666" y="1035"/>
                  </a:cubicBezTo>
                  <a:cubicBezTo>
                    <a:pt x="3044" y="1731"/>
                    <a:pt x="3143" y="2427"/>
                    <a:pt x="2944" y="3004"/>
                  </a:cubicBezTo>
                  <a:cubicBezTo>
                    <a:pt x="2885" y="3124"/>
                    <a:pt x="2785" y="3144"/>
                    <a:pt x="2686" y="3064"/>
                  </a:cubicBezTo>
                  <a:cubicBezTo>
                    <a:pt x="2586" y="3004"/>
                    <a:pt x="2566" y="2845"/>
                    <a:pt x="2586" y="2726"/>
                  </a:cubicBezTo>
                  <a:cubicBezTo>
                    <a:pt x="2726" y="2308"/>
                    <a:pt x="2666" y="1831"/>
                    <a:pt x="2368" y="1294"/>
                  </a:cubicBezTo>
                  <a:cubicBezTo>
                    <a:pt x="2228" y="1035"/>
                    <a:pt x="2089" y="836"/>
                    <a:pt x="2009" y="737"/>
                  </a:cubicBezTo>
                  <a:lnTo>
                    <a:pt x="338" y="4715"/>
                  </a:lnTo>
                  <a:cubicBezTo>
                    <a:pt x="319" y="4815"/>
                    <a:pt x="259" y="4874"/>
                    <a:pt x="199" y="4834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8760" bIns="68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5" name="Google Shape;338;p4"/>
            <p:cNvSpPr/>
            <p:nvPr/>
          </p:nvSpPr>
          <p:spPr>
            <a:xfrm rot="18169200">
              <a:off x="-447840" y="1718640"/>
              <a:ext cx="60840" cy="75240"/>
            </a:xfrm>
            <a:custGeom>
              <a:avLst/>
              <a:gdLst>
                <a:gd name="textAreaLeft" fmla="*/ 0 w 60840"/>
                <a:gd name="textAreaRight" fmla="*/ 61200 w 60840"/>
                <a:gd name="textAreaTop" fmla="*/ 0 h 75240"/>
                <a:gd name="textAreaBottom" fmla="*/ 75600 h 75240"/>
              </a:gdLst>
              <a:ahLst/>
              <a:cxnLst/>
              <a:rect l="textAreaLeft" t="textAreaTop" r="textAreaRight" b="textAreaBottom"/>
              <a:pathLst>
                <a:path w="2170" h="2686">
                  <a:moveTo>
                    <a:pt x="1970" y="2129"/>
                  </a:moveTo>
                  <a:cubicBezTo>
                    <a:pt x="1771" y="2646"/>
                    <a:pt x="1194" y="2686"/>
                    <a:pt x="697" y="2248"/>
                  </a:cubicBezTo>
                  <a:cubicBezTo>
                    <a:pt x="200" y="1771"/>
                    <a:pt x="1" y="1035"/>
                    <a:pt x="259" y="537"/>
                  </a:cubicBezTo>
                  <a:cubicBezTo>
                    <a:pt x="498" y="60"/>
                    <a:pt x="1055" y="0"/>
                    <a:pt x="1513" y="438"/>
                  </a:cubicBezTo>
                  <a:cubicBezTo>
                    <a:pt x="1970" y="856"/>
                    <a:pt x="2169" y="1592"/>
                    <a:pt x="1970" y="2129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7800" bIns="37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6" name="Google Shape;339;p4"/>
            <p:cNvSpPr/>
            <p:nvPr/>
          </p:nvSpPr>
          <p:spPr>
            <a:xfrm rot="18169200">
              <a:off x="-683280" y="1802160"/>
              <a:ext cx="84240" cy="10188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101880"/>
                <a:gd name="textAreaBottom" fmla="*/ 102240 h 101880"/>
              </a:gdLst>
              <a:ahLst/>
              <a:cxnLst/>
              <a:rect l="textAreaLeft" t="textAreaTop" r="textAreaRight" b="textAreaBottom"/>
              <a:pathLst>
                <a:path w="3005" h="3622">
                  <a:moveTo>
                    <a:pt x="200" y="3581"/>
                  </a:moveTo>
                  <a:cubicBezTo>
                    <a:pt x="140" y="3581"/>
                    <a:pt x="120" y="3542"/>
                    <a:pt x="61" y="3482"/>
                  </a:cubicBezTo>
                  <a:cubicBezTo>
                    <a:pt x="1" y="3382"/>
                    <a:pt x="1" y="3243"/>
                    <a:pt x="61" y="3164"/>
                  </a:cubicBezTo>
                  <a:lnTo>
                    <a:pt x="2686" y="80"/>
                  </a:lnTo>
                  <a:cubicBezTo>
                    <a:pt x="2746" y="1"/>
                    <a:pt x="2846" y="1"/>
                    <a:pt x="2925" y="140"/>
                  </a:cubicBezTo>
                  <a:cubicBezTo>
                    <a:pt x="3005" y="239"/>
                    <a:pt x="3005" y="379"/>
                    <a:pt x="2925" y="458"/>
                  </a:cubicBezTo>
                  <a:lnTo>
                    <a:pt x="319" y="3542"/>
                  </a:lnTo>
                  <a:cubicBezTo>
                    <a:pt x="279" y="3581"/>
                    <a:pt x="240" y="3621"/>
                    <a:pt x="200" y="358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1120" bIns="511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7" name="Google Shape;340;p4"/>
            <p:cNvSpPr/>
            <p:nvPr/>
          </p:nvSpPr>
          <p:spPr>
            <a:xfrm rot="18169200">
              <a:off x="-654840" y="1759680"/>
              <a:ext cx="56880" cy="74160"/>
            </a:xfrm>
            <a:custGeom>
              <a:avLst/>
              <a:gdLst>
                <a:gd name="textAreaLeft" fmla="*/ 0 w 56880"/>
                <a:gd name="textAreaRight" fmla="*/ 57240 w 56880"/>
                <a:gd name="textAreaTop" fmla="*/ 0 h 74160"/>
                <a:gd name="textAreaBottom" fmla="*/ 74520 h 74160"/>
              </a:gdLst>
              <a:ahLst/>
              <a:cxnLst/>
              <a:rect l="textAreaLeft" t="textAreaTop" r="textAreaRight" b="textAreaBottom"/>
              <a:pathLst>
                <a:path w="2030" h="2647">
                  <a:moveTo>
                    <a:pt x="239" y="239"/>
                  </a:moveTo>
                  <a:cubicBezTo>
                    <a:pt x="379" y="60"/>
                    <a:pt x="637" y="1"/>
                    <a:pt x="856" y="40"/>
                  </a:cubicBezTo>
                  <a:cubicBezTo>
                    <a:pt x="1095" y="100"/>
                    <a:pt x="1333" y="259"/>
                    <a:pt x="1532" y="538"/>
                  </a:cubicBezTo>
                  <a:cubicBezTo>
                    <a:pt x="1930" y="1055"/>
                    <a:pt x="2030" y="1811"/>
                    <a:pt x="1731" y="2229"/>
                  </a:cubicBezTo>
                  <a:cubicBezTo>
                    <a:pt x="1433" y="2646"/>
                    <a:pt x="836" y="2527"/>
                    <a:pt x="399" y="1950"/>
                  </a:cubicBezTo>
                  <a:cubicBezTo>
                    <a:pt x="180" y="1691"/>
                    <a:pt x="60" y="1333"/>
                    <a:pt x="40" y="1015"/>
                  </a:cubicBezTo>
                  <a:cubicBezTo>
                    <a:pt x="1" y="717"/>
                    <a:pt x="60" y="418"/>
                    <a:pt x="239" y="239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7080" bIns="37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8" name="Google Shape;341;p4"/>
            <p:cNvSpPr/>
            <p:nvPr/>
          </p:nvSpPr>
          <p:spPr>
            <a:xfrm rot="18169200">
              <a:off x="-1087920" y="1756440"/>
              <a:ext cx="235440" cy="313920"/>
            </a:xfrm>
            <a:custGeom>
              <a:avLst/>
              <a:gdLst>
                <a:gd name="textAreaLeft" fmla="*/ 0 w 235440"/>
                <a:gd name="textAreaRight" fmla="*/ 235800 w 235440"/>
                <a:gd name="textAreaTop" fmla="*/ 0 h 313920"/>
                <a:gd name="textAreaBottom" fmla="*/ 314280 h 313920"/>
              </a:gdLst>
              <a:ahLst/>
              <a:cxnLst/>
              <a:rect l="textAreaLeft" t="textAreaTop" r="textAreaRight" b="textAreaBottom"/>
              <a:pathLst>
                <a:path w="8356" h="11141">
                  <a:moveTo>
                    <a:pt x="5053" y="11140"/>
                  </a:moveTo>
                  <a:cubicBezTo>
                    <a:pt x="4993" y="11140"/>
                    <a:pt x="4953" y="11081"/>
                    <a:pt x="4894" y="11041"/>
                  </a:cubicBezTo>
                  <a:cubicBezTo>
                    <a:pt x="4834" y="10942"/>
                    <a:pt x="4854" y="10782"/>
                    <a:pt x="4934" y="10703"/>
                  </a:cubicBezTo>
                  <a:lnTo>
                    <a:pt x="7858" y="8216"/>
                  </a:lnTo>
                  <a:cubicBezTo>
                    <a:pt x="7360" y="7401"/>
                    <a:pt x="6863" y="6585"/>
                    <a:pt x="6386" y="5789"/>
                  </a:cubicBezTo>
                  <a:cubicBezTo>
                    <a:pt x="5292" y="3979"/>
                    <a:pt x="4277" y="2288"/>
                    <a:pt x="3183" y="637"/>
                  </a:cubicBezTo>
                  <a:lnTo>
                    <a:pt x="358" y="3283"/>
                  </a:lnTo>
                  <a:cubicBezTo>
                    <a:pt x="279" y="3342"/>
                    <a:pt x="159" y="3323"/>
                    <a:pt x="80" y="3203"/>
                  </a:cubicBezTo>
                  <a:cubicBezTo>
                    <a:pt x="0" y="3104"/>
                    <a:pt x="0" y="2945"/>
                    <a:pt x="80" y="2885"/>
                  </a:cubicBezTo>
                  <a:lnTo>
                    <a:pt x="3183" y="1"/>
                  </a:lnTo>
                  <a:lnTo>
                    <a:pt x="3302" y="199"/>
                  </a:lnTo>
                  <a:cubicBezTo>
                    <a:pt x="4456" y="1910"/>
                    <a:pt x="5530" y="3681"/>
                    <a:pt x="6664" y="5531"/>
                  </a:cubicBezTo>
                  <a:cubicBezTo>
                    <a:pt x="7181" y="6406"/>
                    <a:pt x="7718" y="7301"/>
                    <a:pt x="8236" y="8176"/>
                  </a:cubicBezTo>
                  <a:lnTo>
                    <a:pt x="8355" y="8375"/>
                  </a:lnTo>
                  <a:lnTo>
                    <a:pt x="5152" y="11081"/>
                  </a:lnTo>
                  <a:cubicBezTo>
                    <a:pt x="5132" y="11140"/>
                    <a:pt x="5073" y="11140"/>
                    <a:pt x="5053" y="1114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9" name="Google Shape;342;p4"/>
            <p:cNvSpPr/>
            <p:nvPr/>
          </p:nvSpPr>
          <p:spPr>
            <a:xfrm rot="18169200">
              <a:off x="-1135080" y="1940400"/>
              <a:ext cx="48960" cy="60120"/>
            </a:xfrm>
            <a:custGeom>
              <a:avLst/>
              <a:gdLst>
                <a:gd name="textAreaLeft" fmla="*/ 0 w 48960"/>
                <a:gd name="textAreaRight" fmla="*/ 49320 w 48960"/>
                <a:gd name="textAreaTop" fmla="*/ 0 h 60120"/>
                <a:gd name="textAreaBottom" fmla="*/ 60480 h 60120"/>
              </a:gdLst>
              <a:ahLst/>
              <a:cxnLst/>
              <a:rect l="textAreaLeft" t="textAreaTop" r="textAreaRight" b="textAreaBottom"/>
              <a:pathLst>
                <a:path w="1751" h="2149">
                  <a:moveTo>
                    <a:pt x="1492" y="1989"/>
                  </a:moveTo>
                  <a:cubicBezTo>
                    <a:pt x="1313" y="2129"/>
                    <a:pt x="1114" y="2148"/>
                    <a:pt x="895" y="2109"/>
                  </a:cubicBezTo>
                  <a:cubicBezTo>
                    <a:pt x="676" y="2049"/>
                    <a:pt x="477" y="1910"/>
                    <a:pt x="318" y="1671"/>
                  </a:cubicBezTo>
                  <a:cubicBezTo>
                    <a:pt x="0" y="1213"/>
                    <a:pt x="0" y="637"/>
                    <a:pt x="318" y="318"/>
                  </a:cubicBezTo>
                  <a:cubicBezTo>
                    <a:pt x="656" y="0"/>
                    <a:pt x="1174" y="99"/>
                    <a:pt x="1492" y="597"/>
                  </a:cubicBezTo>
                  <a:cubicBezTo>
                    <a:pt x="1671" y="835"/>
                    <a:pt x="1751" y="1114"/>
                    <a:pt x="1751" y="1353"/>
                  </a:cubicBezTo>
                  <a:cubicBezTo>
                    <a:pt x="1751" y="1591"/>
                    <a:pt x="1671" y="1830"/>
                    <a:pt x="1492" y="1989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0240" bIns="30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0" name="Google Shape;343;p4"/>
            <p:cNvSpPr/>
            <p:nvPr/>
          </p:nvSpPr>
          <p:spPr>
            <a:xfrm rot="18169200">
              <a:off x="-883080" y="1935720"/>
              <a:ext cx="55800" cy="77040"/>
            </a:xfrm>
            <a:custGeom>
              <a:avLst/>
              <a:gdLst>
                <a:gd name="textAreaLeft" fmla="*/ 0 w 55800"/>
                <a:gd name="textAreaRight" fmla="*/ 56160 w 55800"/>
                <a:gd name="textAreaTop" fmla="*/ 0 h 77040"/>
                <a:gd name="textAreaBottom" fmla="*/ 77400 h 77040"/>
              </a:gdLst>
              <a:ahLst/>
              <a:cxnLst/>
              <a:rect l="textAreaLeft" t="textAreaTop" r="textAreaRight" b="textAreaBottom"/>
              <a:pathLst>
                <a:path w="1991" h="2746">
                  <a:moveTo>
                    <a:pt x="1672" y="2467"/>
                  </a:moveTo>
                  <a:cubicBezTo>
                    <a:pt x="1354" y="2745"/>
                    <a:pt x="757" y="2467"/>
                    <a:pt x="379" y="1870"/>
                  </a:cubicBezTo>
                  <a:cubicBezTo>
                    <a:pt x="21" y="1273"/>
                    <a:pt x="1" y="557"/>
                    <a:pt x="359" y="279"/>
                  </a:cubicBezTo>
                  <a:cubicBezTo>
                    <a:pt x="697" y="0"/>
                    <a:pt x="1254" y="259"/>
                    <a:pt x="1612" y="855"/>
                  </a:cubicBezTo>
                  <a:cubicBezTo>
                    <a:pt x="1970" y="1452"/>
                    <a:pt x="1990" y="2168"/>
                    <a:pt x="1672" y="2467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8520" bIns="38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1" name="Google Shape;344;p4"/>
            <p:cNvSpPr/>
            <p:nvPr/>
          </p:nvSpPr>
          <p:spPr>
            <a:xfrm rot="18169200">
              <a:off x="-1017720" y="1935360"/>
              <a:ext cx="53640" cy="67680"/>
            </a:xfrm>
            <a:custGeom>
              <a:avLst/>
              <a:gdLst>
                <a:gd name="textAreaLeft" fmla="*/ 0 w 53640"/>
                <a:gd name="textAreaRight" fmla="*/ 54000 w 53640"/>
                <a:gd name="textAreaTop" fmla="*/ 0 h 67680"/>
                <a:gd name="textAreaBottom" fmla="*/ 68040 h 67680"/>
              </a:gdLst>
              <a:ahLst/>
              <a:cxnLst/>
              <a:rect l="textAreaLeft" t="textAreaTop" r="textAreaRight" b="textAreaBottom"/>
              <a:pathLst>
                <a:path w="1911" h="2408">
                  <a:moveTo>
                    <a:pt x="1572" y="2268"/>
                  </a:moveTo>
                  <a:cubicBezTo>
                    <a:pt x="1393" y="2408"/>
                    <a:pt x="1174" y="2408"/>
                    <a:pt x="936" y="2308"/>
                  </a:cubicBezTo>
                  <a:cubicBezTo>
                    <a:pt x="717" y="2209"/>
                    <a:pt x="498" y="2010"/>
                    <a:pt x="319" y="1771"/>
                  </a:cubicBezTo>
                  <a:cubicBezTo>
                    <a:pt x="1" y="1214"/>
                    <a:pt x="1" y="577"/>
                    <a:pt x="319" y="299"/>
                  </a:cubicBezTo>
                  <a:cubicBezTo>
                    <a:pt x="677" y="1"/>
                    <a:pt x="1214" y="219"/>
                    <a:pt x="1533" y="776"/>
                  </a:cubicBezTo>
                  <a:cubicBezTo>
                    <a:pt x="1910" y="1294"/>
                    <a:pt x="1910" y="1990"/>
                    <a:pt x="1572" y="226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3840" bIns="338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2" name="Google Shape;345;p4"/>
            <p:cNvSpPr/>
            <p:nvPr/>
          </p:nvSpPr>
          <p:spPr>
            <a:xfrm rot="18169200">
              <a:off x="-1020960" y="1870200"/>
              <a:ext cx="95760" cy="84960"/>
            </a:xfrm>
            <a:custGeom>
              <a:avLst/>
              <a:gdLst>
                <a:gd name="textAreaLeft" fmla="*/ 0 w 95760"/>
                <a:gd name="textAreaRight" fmla="*/ 96120 w 95760"/>
                <a:gd name="textAreaTop" fmla="*/ 0 h 84960"/>
                <a:gd name="textAreaBottom" fmla="*/ 85320 h 84960"/>
              </a:gdLst>
              <a:ahLst/>
              <a:cxnLst/>
              <a:rect l="textAreaLeft" t="textAreaTop" r="textAreaRight" b="textAreaBottom"/>
              <a:pathLst>
                <a:path w="3403" h="3024">
                  <a:moveTo>
                    <a:pt x="220" y="3024"/>
                  </a:moveTo>
                  <a:lnTo>
                    <a:pt x="1" y="2626"/>
                  </a:lnTo>
                  <a:lnTo>
                    <a:pt x="3144" y="0"/>
                  </a:lnTo>
                  <a:lnTo>
                    <a:pt x="3403" y="398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2480" bIns="42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3" name="Google Shape;346;p4"/>
            <p:cNvSpPr/>
            <p:nvPr/>
          </p:nvSpPr>
          <p:spPr>
            <a:xfrm rot="18169200">
              <a:off x="-1049040" y="1766160"/>
              <a:ext cx="150120" cy="236880"/>
            </a:xfrm>
            <a:custGeom>
              <a:avLst/>
              <a:gdLst>
                <a:gd name="textAreaLeft" fmla="*/ 0 w 150120"/>
                <a:gd name="textAreaRight" fmla="*/ 150480 w 150120"/>
                <a:gd name="textAreaTop" fmla="*/ 0 h 236880"/>
                <a:gd name="textAreaBottom" fmla="*/ 237240 h 236880"/>
              </a:gdLst>
              <a:ahLst/>
              <a:cxnLst/>
              <a:rect l="textAreaLeft" t="textAreaTop" r="textAreaRight" b="textAreaBottom"/>
              <a:pathLst>
                <a:path w="5332" h="8416">
                  <a:moveTo>
                    <a:pt x="5133" y="8415"/>
                  </a:moveTo>
                  <a:cubicBezTo>
                    <a:pt x="5073" y="8415"/>
                    <a:pt x="5034" y="8376"/>
                    <a:pt x="4974" y="8316"/>
                  </a:cubicBezTo>
                  <a:cubicBezTo>
                    <a:pt x="4437" y="7421"/>
                    <a:pt x="3920" y="6526"/>
                    <a:pt x="3382" y="5670"/>
                  </a:cubicBezTo>
                  <a:cubicBezTo>
                    <a:pt x="2268" y="3800"/>
                    <a:pt x="1194" y="2030"/>
                    <a:pt x="80" y="379"/>
                  </a:cubicBezTo>
                  <a:cubicBezTo>
                    <a:pt x="1" y="299"/>
                    <a:pt x="1" y="140"/>
                    <a:pt x="80" y="60"/>
                  </a:cubicBezTo>
                  <a:cubicBezTo>
                    <a:pt x="160" y="1"/>
                    <a:pt x="279" y="21"/>
                    <a:pt x="359" y="140"/>
                  </a:cubicBezTo>
                  <a:cubicBezTo>
                    <a:pt x="1473" y="1811"/>
                    <a:pt x="2547" y="3562"/>
                    <a:pt x="3661" y="5431"/>
                  </a:cubicBezTo>
                  <a:cubicBezTo>
                    <a:pt x="4178" y="6307"/>
                    <a:pt x="4715" y="7202"/>
                    <a:pt x="5252" y="8097"/>
                  </a:cubicBezTo>
                  <a:cubicBezTo>
                    <a:pt x="5332" y="8197"/>
                    <a:pt x="5312" y="8336"/>
                    <a:pt x="5232" y="841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4" name="Google Shape;347;p4"/>
            <p:cNvSpPr/>
            <p:nvPr/>
          </p:nvSpPr>
          <p:spPr>
            <a:xfrm rot="18169200">
              <a:off x="215280" y="1095120"/>
              <a:ext cx="136440" cy="198360"/>
            </a:xfrm>
            <a:custGeom>
              <a:avLst/>
              <a:gdLst>
                <a:gd name="textAreaLeft" fmla="*/ 0 w 136440"/>
                <a:gd name="textAreaRight" fmla="*/ 136800 w 136440"/>
                <a:gd name="textAreaTop" fmla="*/ 0 h 198360"/>
                <a:gd name="textAreaBottom" fmla="*/ 198720 h 198360"/>
              </a:gdLst>
              <a:ahLst/>
              <a:cxnLst/>
              <a:rect l="textAreaLeft" t="textAreaTop" r="textAreaRight" b="textAreaBottom"/>
              <a:pathLst>
                <a:path w="4854" h="7043">
                  <a:moveTo>
                    <a:pt x="657" y="7043"/>
                  </a:moveTo>
                  <a:cubicBezTo>
                    <a:pt x="577" y="7003"/>
                    <a:pt x="497" y="6903"/>
                    <a:pt x="497" y="6784"/>
                  </a:cubicBezTo>
                  <a:lnTo>
                    <a:pt x="0" y="776"/>
                  </a:lnTo>
                  <a:lnTo>
                    <a:pt x="179" y="737"/>
                  </a:lnTo>
                  <a:cubicBezTo>
                    <a:pt x="637" y="697"/>
                    <a:pt x="1074" y="617"/>
                    <a:pt x="1532" y="538"/>
                  </a:cubicBezTo>
                  <a:cubicBezTo>
                    <a:pt x="1691" y="518"/>
                    <a:pt x="1890" y="478"/>
                    <a:pt x="2069" y="438"/>
                  </a:cubicBezTo>
                  <a:lnTo>
                    <a:pt x="3481" y="140"/>
                  </a:lnTo>
                  <a:lnTo>
                    <a:pt x="4138" y="1"/>
                  </a:lnTo>
                  <a:lnTo>
                    <a:pt x="4834" y="6008"/>
                  </a:lnTo>
                  <a:cubicBezTo>
                    <a:pt x="4854" y="6167"/>
                    <a:pt x="4774" y="6287"/>
                    <a:pt x="4675" y="6307"/>
                  </a:cubicBezTo>
                  <a:cubicBezTo>
                    <a:pt x="4575" y="6346"/>
                    <a:pt x="4476" y="6247"/>
                    <a:pt x="4476" y="6088"/>
                  </a:cubicBezTo>
                  <a:lnTo>
                    <a:pt x="3839" y="597"/>
                  </a:lnTo>
                  <a:lnTo>
                    <a:pt x="3541" y="677"/>
                  </a:lnTo>
                  <a:lnTo>
                    <a:pt x="2129" y="975"/>
                  </a:lnTo>
                  <a:cubicBezTo>
                    <a:pt x="1950" y="995"/>
                    <a:pt x="1751" y="1035"/>
                    <a:pt x="1572" y="1075"/>
                  </a:cubicBezTo>
                  <a:cubicBezTo>
                    <a:pt x="1194" y="1134"/>
                    <a:pt x="796" y="1194"/>
                    <a:pt x="398" y="1234"/>
                  </a:cubicBezTo>
                  <a:lnTo>
                    <a:pt x="855" y="6744"/>
                  </a:lnTo>
                  <a:cubicBezTo>
                    <a:pt x="855" y="6883"/>
                    <a:pt x="796" y="7003"/>
                    <a:pt x="696" y="7003"/>
                  </a:cubicBezTo>
                  <a:cubicBezTo>
                    <a:pt x="676" y="7043"/>
                    <a:pt x="657" y="7043"/>
                    <a:pt x="657" y="704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5" name="Google Shape;348;p4"/>
            <p:cNvSpPr/>
            <p:nvPr/>
          </p:nvSpPr>
          <p:spPr>
            <a:xfrm rot="18169200">
              <a:off x="295200" y="1270800"/>
              <a:ext cx="57600" cy="68040"/>
            </a:xfrm>
            <a:custGeom>
              <a:avLst/>
              <a:gdLst>
                <a:gd name="textAreaLeft" fmla="*/ 0 w 57600"/>
                <a:gd name="textAreaRight" fmla="*/ 57960 w 57600"/>
                <a:gd name="textAreaTop" fmla="*/ 0 h 68040"/>
                <a:gd name="textAreaBottom" fmla="*/ 68400 h 68040"/>
              </a:gdLst>
              <a:ahLst/>
              <a:cxnLst/>
              <a:rect l="textAreaLeft" t="textAreaTop" r="textAreaRight" b="textAreaBottom"/>
              <a:pathLst>
                <a:path w="2049" h="2427">
                  <a:moveTo>
                    <a:pt x="1989" y="1114"/>
                  </a:moveTo>
                  <a:cubicBezTo>
                    <a:pt x="2049" y="1751"/>
                    <a:pt x="1651" y="2328"/>
                    <a:pt x="1134" y="2387"/>
                  </a:cubicBezTo>
                  <a:cubicBezTo>
                    <a:pt x="577" y="2427"/>
                    <a:pt x="100" y="1950"/>
                    <a:pt x="60" y="1313"/>
                  </a:cubicBezTo>
                  <a:cubicBezTo>
                    <a:pt x="0" y="657"/>
                    <a:pt x="398" y="119"/>
                    <a:pt x="935" y="60"/>
                  </a:cubicBezTo>
                  <a:cubicBezTo>
                    <a:pt x="1472" y="0"/>
                    <a:pt x="1950" y="458"/>
                    <a:pt x="1989" y="1114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4200" bIns="34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6" name="Google Shape;349;p4"/>
            <p:cNvSpPr/>
            <p:nvPr/>
          </p:nvSpPr>
          <p:spPr>
            <a:xfrm rot="18169200">
              <a:off x="340920" y="1165680"/>
              <a:ext cx="58680" cy="70920"/>
            </a:xfrm>
            <a:custGeom>
              <a:avLst/>
              <a:gdLst>
                <a:gd name="textAreaLeft" fmla="*/ 0 w 58680"/>
                <a:gd name="textAreaRight" fmla="*/ 59040 w 58680"/>
                <a:gd name="textAreaTop" fmla="*/ 0 h 70920"/>
                <a:gd name="textAreaBottom" fmla="*/ 71280 h 70920"/>
              </a:gdLst>
              <a:ahLst/>
              <a:cxnLst/>
              <a:rect l="textAreaLeft" t="textAreaTop" r="textAreaRight" b="textAreaBottom"/>
              <a:pathLst>
                <a:path w="2090" h="2528">
                  <a:moveTo>
                    <a:pt x="2010" y="1075"/>
                  </a:moveTo>
                  <a:cubicBezTo>
                    <a:pt x="2089" y="1712"/>
                    <a:pt x="1711" y="2328"/>
                    <a:pt x="1174" y="2428"/>
                  </a:cubicBezTo>
                  <a:cubicBezTo>
                    <a:pt x="617" y="2527"/>
                    <a:pt x="160" y="2109"/>
                    <a:pt x="80" y="1473"/>
                  </a:cubicBezTo>
                  <a:cubicBezTo>
                    <a:pt x="1" y="816"/>
                    <a:pt x="399" y="220"/>
                    <a:pt x="916" y="120"/>
                  </a:cubicBezTo>
                  <a:cubicBezTo>
                    <a:pt x="1453" y="1"/>
                    <a:pt x="1950" y="418"/>
                    <a:pt x="2010" y="107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5640" bIns="356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7" name="Google Shape;350;p4"/>
            <p:cNvSpPr/>
            <p:nvPr/>
          </p:nvSpPr>
          <p:spPr>
            <a:xfrm rot="18169200">
              <a:off x="270360" y="848880"/>
              <a:ext cx="66600" cy="169560"/>
            </a:xfrm>
            <a:custGeom>
              <a:avLst/>
              <a:gdLst>
                <a:gd name="textAreaLeft" fmla="*/ 0 w 66600"/>
                <a:gd name="textAreaRight" fmla="*/ 66960 w 66600"/>
                <a:gd name="textAreaTop" fmla="*/ 0 h 169560"/>
                <a:gd name="textAreaBottom" fmla="*/ 169920 h 169560"/>
              </a:gdLst>
              <a:ahLst/>
              <a:cxnLst/>
              <a:rect l="textAreaLeft" t="textAreaTop" r="textAreaRight" b="textAreaBottom"/>
              <a:pathLst>
                <a:path w="2368" h="6029">
                  <a:moveTo>
                    <a:pt x="1075" y="6028"/>
                  </a:moveTo>
                  <a:cubicBezTo>
                    <a:pt x="995" y="6008"/>
                    <a:pt x="935" y="5929"/>
                    <a:pt x="915" y="5829"/>
                  </a:cubicBezTo>
                  <a:lnTo>
                    <a:pt x="0" y="40"/>
                  </a:lnTo>
                  <a:lnTo>
                    <a:pt x="219" y="20"/>
                  </a:lnTo>
                  <a:cubicBezTo>
                    <a:pt x="219" y="20"/>
                    <a:pt x="319" y="1"/>
                    <a:pt x="498" y="1"/>
                  </a:cubicBezTo>
                  <a:cubicBezTo>
                    <a:pt x="637" y="1"/>
                    <a:pt x="896" y="1"/>
                    <a:pt x="1134" y="40"/>
                  </a:cubicBezTo>
                  <a:cubicBezTo>
                    <a:pt x="1811" y="200"/>
                    <a:pt x="2228" y="657"/>
                    <a:pt x="2328" y="1393"/>
                  </a:cubicBezTo>
                  <a:cubicBezTo>
                    <a:pt x="2368" y="1532"/>
                    <a:pt x="2288" y="1691"/>
                    <a:pt x="2208" y="1711"/>
                  </a:cubicBezTo>
                  <a:cubicBezTo>
                    <a:pt x="2109" y="1751"/>
                    <a:pt x="2010" y="1652"/>
                    <a:pt x="1990" y="1512"/>
                  </a:cubicBezTo>
                  <a:cubicBezTo>
                    <a:pt x="1910" y="995"/>
                    <a:pt x="1592" y="657"/>
                    <a:pt x="1075" y="558"/>
                  </a:cubicBezTo>
                  <a:cubicBezTo>
                    <a:pt x="836" y="518"/>
                    <a:pt x="637" y="518"/>
                    <a:pt x="498" y="518"/>
                  </a:cubicBezTo>
                  <a:lnTo>
                    <a:pt x="438" y="518"/>
                  </a:lnTo>
                  <a:lnTo>
                    <a:pt x="1234" y="5710"/>
                  </a:lnTo>
                  <a:cubicBezTo>
                    <a:pt x="1274" y="5869"/>
                    <a:pt x="1194" y="6008"/>
                    <a:pt x="1114" y="602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4960" bIns="849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8" name="Google Shape;351;p4"/>
            <p:cNvSpPr/>
            <p:nvPr/>
          </p:nvSpPr>
          <p:spPr>
            <a:xfrm rot="18169200">
              <a:off x="331560" y="961200"/>
              <a:ext cx="60840" cy="78840"/>
            </a:xfrm>
            <a:custGeom>
              <a:avLst/>
              <a:gdLst>
                <a:gd name="textAreaLeft" fmla="*/ 0 w 60840"/>
                <a:gd name="textAreaRight" fmla="*/ 61200 w 60840"/>
                <a:gd name="textAreaTop" fmla="*/ 0 h 78840"/>
                <a:gd name="textAreaBottom" fmla="*/ 79200 h 78840"/>
              </a:gdLst>
              <a:ahLst/>
              <a:cxnLst/>
              <a:rect l="textAreaLeft" t="textAreaTop" r="textAreaRight" b="textAreaBottom"/>
              <a:pathLst>
                <a:path w="2169" h="2806">
                  <a:moveTo>
                    <a:pt x="2069" y="1055"/>
                  </a:moveTo>
                  <a:cubicBezTo>
                    <a:pt x="2169" y="1731"/>
                    <a:pt x="1811" y="2428"/>
                    <a:pt x="1274" y="2607"/>
                  </a:cubicBezTo>
                  <a:cubicBezTo>
                    <a:pt x="717" y="2805"/>
                    <a:pt x="200" y="2428"/>
                    <a:pt x="100" y="1751"/>
                  </a:cubicBezTo>
                  <a:cubicBezTo>
                    <a:pt x="1" y="1075"/>
                    <a:pt x="379" y="379"/>
                    <a:pt x="896" y="200"/>
                  </a:cubicBezTo>
                  <a:cubicBezTo>
                    <a:pt x="1453" y="1"/>
                    <a:pt x="1970" y="379"/>
                    <a:pt x="2069" y="105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9600" bIns="39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9" name="Google Shape;352;p4"/>
            <p:cNvSpPr/>
            <p:nvPr/>
          </p:nvSpPr>
          <p:spPr>
            <a:xfrm rot="18169200">
              <a:off x="263520" y="-108360"/>
              <a:ext cx="69840" cy="192600"/>
            </a:xfrm>
            <a:custGeom>
              <a:avLst/>
              <a:gdLst>
                <a:gd name="textAreaLeft" fmla="*/ 0 w 69840"/>
                <a:gd name="textAreaRight" fmla="*/ 70200 w 69840"/>
                <a:gd name="textAreaTop" fmla="*/ 0 h 192600"/>
                <a:gd name="textAreaBottom" fmla="*/ 192960 h 192600"/>
              </a:gdLst>
              <a:ahLst/>
              <a:cxnLst/>
              <a:rect l="textAreaLeft" t="textAreaTop" r="textAreaRight" b="textAreaBottom"/>
              <a:pathLst>
                <a:path w="2487" h="6844">
                  <a:moveTo>
                    <a:pt x="716" y="6824"/>
                  </a:moveTo>
                  <a:cubicBezTo>
                    <a:pt x="637" y="6824"/>
                    <a:pt x="557" y="6744"/>
                    <a:pt x="557" y="6625"/>
                  </a:cubicBezTo>
                  <a:lnTo>
                    <a:pt x="0" y="637"/>
                  </a:lnTo>
                  <a:lnTo>
                    <a:pt x="219" y="578"/>
                  </a:lnTo>
                  <a:cubicBezTo>
                    <a:pt x="299" y="558"/>
                    <a:pt x="2348" y="1"/>
                    <a:pt x="2487" y="1831"/>
                  </a:cubicBezTo>
                  <a:cubicBezTo>
                    <a:pt x="2487" y="1970"/>
                    <a:pt x="2407" y="2129"/>
                    <a:pt x="2308" y="2169"/>
                  </a:cubicBezTo>
                  <a:cubicBezTo>
                    <a:pt x="2208" y="2229"/>
                    <a:pt x="2109" y="2109"/>
                    <a:pt x="2089" y="1970"/>
                  </a:cubicBezTo>
                  <a:cubicBezTo>
                    <a:pt x="2009" y="936"/>
                    <a:pt x="915" y="995"/>
                    <a:pt x="438" y="1075"/>
                  </a:cubicBezTo>
                  <a:lnTo>
                    <a:pt x="935" y="6446"/>
                  </a:lnTo>
                  <a:cubicBezTo>
                    <a:pt x="955" y="6605"/>
                    <a:pt x="895" y="6744"/>
                    <a:pt x="756" y="6804"/>
                  </a:cubicBezTo>
                  <a:cubicBezTo>
                    <a:pt x="756" y="6824"/>
                    <a:pt x="736" y="6844"/>
                    <a:pt x="716" y="6824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0" name="Google Shape;353;p4"/>
            <p:cNvSpPr/>
            <p:nvPr/>
          </p:nvSpPr>
          <p:spPr>
            <a:xfrm rot="18169200">
              <a:off x="329040" y="30600"/>
              <a:ext cx="64080" cy="84960"/>
            </a:xfrm>
            <a:custGeom>
              <a:avLst/>
              <a:gdLst>
                <a:gd name="textAreaLeft" fmla="*/ 0 w 64080"/>
                <a:gd name="textAreaRight" fmla="*/ 64440 w 64080"/>
                <a:gd name="textAreaTop" fmla="*/ 0 h 84960"/>
                <a:gd name="textAreaBottom" fmla="*/ 85320 h 84960"/>
              </a:gdLst>
              <a:ahLst/>
              <a:cxnLst/>
              <a:rect l="textAreaLeft" t="textAreaTop" r="textAreaRight" b="textAreaBottom"/>
              <a:pathLst>
                <a:path w="2289" h="3025">
                  <a:moveTo>
                    <a:pt x="2229" y="1035"/>
                  </a:moveTo>
                  <a:cubicBezTo>
                    <a:pt x="2288" y="1731"/>
                    <a:pt x="1851" y="2507"/>
                    <a:pt x="1274" y="2746"/>
                  </a:cubicBezTo>
                  <a:cubicBezTo>
                    <a:pt x="677" y="3024"/>
                    <a:pt x="160" y="2686"/>
                    <a:pt x="80" y="2010"/>
                  </a:cubicBezTo>
                  <a:cubicBezTo>
                    <a:pt x="1" y="1313"/>
                    <a:pt x="419" y="538"/>
                    <a:pt x="1035" y="259"/>
                  </a:cubicBezTo>
                  <a:cubicBezTo>
                    <a:pt x="1592" y="0"/>
                    <a:pt x="2149" y="339"/>
                    <a:pt x="2229" y="103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2480" bIns="42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1" name="Google Shape;354;p4"/>
            <p:cNvSpPr/>
            <p:nvPr/>
          </p:nvSpPr>
          <p:spPr>
            <a:xfrm rot="18169200">
              <a:off x="393480" y="257400"/>
              <a:ext cx="34560" cy="175320"/>
            </a:xfrm>
            <a:custGeom>
              <a:avLst/>
              <a:gdLst>
                <a:gd name="textAreaLeft" fmla="*/ 0 w 34560"/>
                <a:gd name="textAreaRight" fmla="*/ 34920 w 34560"/>
                <a:gd name="textAreaTop" fmla="*/ 0 h 175320"/>
                <a:gd name="textAreaBottom" fmla="*/ 175680 h 175320"/>
              </a:gdLst>
              <a:ahLst/>
              <a:cxnLst/>
              <a:rect l="textAreaLeft" t="textAreaTop" r="textAreaRight" b="textAreaBottom"/>
              <a:pathLst>
                <a:path w="1234" h="6228">
                  <a:moveTo>
                    <a:pt x="995" y="6188"/>
                  </a:moveTo>
                  <a:cubicBezTo>
                    <a:pt x="916" y="6188"/>
                    <a:pt x="856" y="6128"/>
                    <a:pt x="836" y="5989"/>
                  </a:cubicBezTo>
                  <a:lnTo>
                    <a:pt x="20" y="399"/>
                  </a:lnTo>
                  <a:cubicBezTo>
                    <a:pt x="1" y="259"/>
                    <a:pt x="60" y="100"/>
                    <a:pt x="160" y="61"/>
                  </a:cubicBezTo>
                  <a:cubicBezTo>
                    <a:pt x="259" y="1"/>
                    <a:pt x="359" y="80"/>
                    <a:pt x="398" y="220"/>
                  </a:cubicBezTo>
                  <a:lnTo>
                    <a:pt x="1214" y="5829"/>
                  </a:lnTo>
                  <a:cubicBezTo>
                    <a:pt x="1234" y="5969"/>
                    <a:pt x="1154" y="6128"/>
                    <a:pt x="1055" y="6168"/>
                  </a:cubicBezTo>
                  <a:cubicBezTo>
                    <a:pt x="1035" y="6188"/>
                    <a:pt x="1015" y="6227"/>
                    <a:pt x="995" y="618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7840" bIns="878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2" name="Google Shape;355;p4"/>
            <p:cNvSpPr/>
            <p:nvPr/>
          </p:nvSpPr>
          <p:spPr>
            <a:xfrm rot="18169200">
              <a:off x="309960" y="243360"/>
              <a:ext cx="64080" cy="85680"/>
            </a:xfrm>
            <a:custGeom>
              <a:avLst/>
              <a:gdLst>
                <a:gd name="textAreaLeft" fmla="*/ 0 w 64080"/>
                <a:gd name="textAreaRight" fmla="*/ 64440 w 64080"/>
                <a:gd name="textAreaTop" fmla="*/ 0 h 85680"/>
                <a:gd name="textAreaBottom" fmla="*/ 86040 h 85680"/>
              </a:gdLst>
              <a:ahLst/>
              <a:cxnLst/>
              <a:rect l="textAreaLeft" t="textAreaTop" r="textAreaRight" b="textAreaBottom"/>
              <a:pathLst>
                <a:path w="2288" h="3045">
                  <a:moveTo>
                    <a:pt x="100" y="2049"/>
                  </a:moveTo>
                  <a:cubicBezTo>
                    <a:pt x="0" y="1373"/>
                    <a:pt x="358" y="597"/>
                    <a:pt x="955" y="299"/>
                  </a:cubicBezTo>
                  <a:cubicBezTo>
                    <a:pt x="1532" y="0"/>
                    <a:pt x="2089" y="319"/>
                    <a:pt x="2188" y="995"/>
                  </a:cubicBezTo>
                  <a:cubicBezTo>
                    <a:pt x="2288" y="1671"/>
                    <a:pt x="1890" y="2467"/>
                    <a:pt x="1313" y="2746"/>
                  </a:cubicBezTo>
                  <a:cubicBezTo>
                    <a:pt x="736" y="3044"/>
                    <a:pt x="199" y="2706"/>
                    <a:pt x="100" y="2049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2840" bIns="428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3" name="Google Shape;356;p4"/>
            <p:cNvSpPr/>
            <p:nvPr/>
          </p:nvSpPr>
          <p:spPr>
            <a:xfrm rot="18169200">
              <a:off x="342360" y="531000"/>
              <a:ext cx="245520" cy="280080"/>
            </a:xfrm>
            <a:custGeom>
              <a:avLst/>
              <a:gdLst>
                <a:gd name="textAreaLeft" fmla="*/ 0 w 245520"/>
                <a:gd name="textAreaRight" fmla="*/ 245880 w 245520"/>
                <a:gd name="textAreaTop" fmla="*/ 0 h 280080"/>
                <a:gd name="textAreaBottom" fmla="*/ 280440 h 280080"/>
              </a:gdLst>
              <a:ahLst/>
              <a:cxnLst/>
              <a:rect l="textAreaLeft" t="textAreaTop" r="textAreaRight" b="textAreaBottom"/>
              <a:pathLst>
                <a:path w="8714" h="9947">
                  <a:moveTo>
                    <a:pt x="1174" y="9947"/>
                  </a:moveTo>
                  <a:cubicBezTo>
                    <a:pt x="1095" y="9947"/>
                    <a:pt x="1035" y="9867"/>
                    <a:pt x="1015" y="9748"/>
                  </a:cubicBezTo>
                  <a:lnTo>
                    <a:pt x="1" y="3720"/>
                  </a:lnTo>
                  <a:lnTo>
                    <a:pt x="160" y="3641"/>
                  </a:lnTo>
                  <a:cubicBezTo>
                    <a:pt x="2149" y="2726"/>
                    <a:pt x="4138" y="1751"/>
                    <a:pt x="6108" y="796"/>
                  </a:cubicBezTo>
                  <a:lnTo>
                    <a:pt x="7699" y="0"/>
                  </a:lnTo>
                  <a:lnTo>
                    <a:pt x="8694" y="6028"/>
                  </a:lnTo>
                  <a:cubicBezTo>
                    <a:pt x="8714" y="6187"/>
                    <a:pt x="8654" y="6326"/>
                    <a:pt x="8574" y="6386"/>
                  </a:cubicBezTo>
                  <a:cubicBezTo>
                    <a:pt x="8475" y="6426"/>
                    <a:pt x="8375" y="6366"/>
                    <a:pt x="8355" y="6207"/>
                  </a:cubicBezTo>
                  <a:lnTo>
                    <a:pt x="7421" y="677"/>
                  </a:lnTo>
                  <a:lnTo>
                    <a:pt x="6207" y="1313"/>
                  </a:lnTo>
                  <a:cubicBezTo>
                    <a:pt x="4317" y="2248"/>
                    <a:pt x="2348" y="3203"/>
                    <a:pt x="438" y="4098"/>
                  </a:cubicBezTo>
                  <a:lnTo>
                    <a:pt x="1393" y="9589"/>
                  </a:lnTo>
                  <a:cubicBezTo>
                    <a:pt x="1413" y="9748"/>
                    <a:pt x="1353" y="9887"/>
                    <a:pt x="1254" y="9927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4" name="Google Shape;357;p4"/>
            <p:cNvSpPr/>
            <p:nvPr/>
          </p:nvSpPr>
          <p:spPr>
            <a:xfrm rot="18169200">
              <a:off x="496080" y="798840"/>
              <a:ext cx="58680" cy="77760"/>
            </a:xfrm>
            <a:custGeom>
              <a:avLst/>
              <a:gdLst>
                <a:gd name="textAreaLeft" fmla="*/ 0 w 58680"/>
                <a:gd name="textAreaRight" fmla="*/ 59040 w 58680"/>
                <a:gd name="textAreaTop" fmla="*/ 0 h 77760"/>
                <a:gd name="textAreaBottom" fmla="*/ 78120 h 77760"/>
              </a:gdLst>
              <a:ahLst/>
              <a:cxnLst/>
              <a:rect l="textAreaLeft" t="textAreaTop" r="textAreaRight" b="textAreaBottom"/>
              <a:pathLst>
                <a:path w="2089" h="2766">
                  <a:moveTo>
                    <a:pt x="1989" y="935"/>
                  </a:moveTo>
                  <a:cubicBezTo>
                    <a:pt x="2089" y="1592"/>
                    <a:pt x="1771" y="2288"/>
                    <a:pt x="1234" y="2527"/>
                  </a:cubicBezTo>
                  <a:cubicBezTo>
                    <a:pt x="716" y="2765"/>
                    <a:pt x="219" y="2427"/>
                    <a:pt x="100" y="1810"/>
                  </a:cubicBezTo>
                  <a:cubicBezTo>
                    <a:pt x="0" y="1174"/>
                    <a:pt x="319" y="478"/>
                    <a:pt x="836" y="219"/>
                  </a:cubicBezTo>
                  <a:cubicBezTo>
                    <a:pt x="1393" y="0"/>
                    <a:pt x="1890" y="318"/>
                    <a:pt x="1989" y="93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8880" bIns="38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5" name="Google Shape;358;p4"/>
            <p:cNvSpPr/>
            <p:nvPr/>
          </p:nvSpPr>
          <p:spPr>
            <a:xfrm rot="18169200">
              <a:off x="525240" y="570240"/>
              <a:ext cx="57600" cy="79920"/>
            </a:xfrm>
            <a:custGeom>
              <a:avLst/>
              <a:gdLst>
                <a:gd name="textAreaLeft" fmla="*/ 0 w 57600"/>
                <a:gd name="textAreaRight" fmla="*/ 57960 w 57600"/>
                <a:gd name="textAreaTop" fmla="*/ 0 h 79920"/>
                <a:gd name="textAreaBottom" fmla="*/ 80280 h 79920"/>
              </a:gdLst>
              <a:ahLst/>
              <a:cxnLst/>
              <a:rect l="textAreaLeft" t="textAreaTop" r="textAreaRight" b="textAreaBottom"/>
              <a:pathLst>
                <a:path w="2050" h="2845">
                  <a:moveTo>
                    <a:pt x="1950" y="955"/>
                  </a:moveTo>
                  <a:cubicBezTo>
                    <a:pt x="2050" y="1592"/>
                    <a:pt x="1731" y="2328"/>
                    <a:pt x="1214" y="2586"/>
                  </a:cubicBezTo>
                  <a:cubicBezTo>
                    <a:pt x="697" y="2845"/>
                    <a:pt x="200" y="2547"/>
                    <a:pt x="100" y="1890"/>
                  </a:cubicBezTo>
                  <a:cubicBezTo>
                    <a:pt x="1" y="1253"/>
                    <a:pt x="319" y="537"/>
                    <a:pt x="836" y="279"/>
                  </a:cubicBezTo>
                  <a:cubicBezTo>
                    <a:pt x="1333" y="0"/>
                    <a:pt x="1851" y="299"/>
                    <a:pt x="1950" y="95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9960" bIns="399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6" name="Google Shape;359;p4"/>
            <p:cNvSpPr/>
            <p:nvPr/>
          </p:nvSpPr>
          <p:spPr>
            <a:xfrm rot="18169200">
              <a:off x="511200" y="685080"/>
              <a:ext cx="57960" cy="79200"/>
            </a:xfrm>
            <a:custGeom>
              <a:avLst/>
              <a:gdLst>
                <a:gd name="textAreaLeft" fmla="*/ 0 w 57960"/>
                <a:gd name="textAreaRight" fmla="*/ 58320 w 57960"/>
                <a:gd name="textAreaTop" fmla="*/ 0 h 79200"/>
                <a:gd name="textAreaBottom" fmla="*/ 79560 h 79200"/>
              </a:gdLst>
              <a:ahLst/>
              <a:cxnLst/>
              <a:rect l="textAreaLeft" t="textAreaTop" r="textAreaRight" b="textAreaBottom"/>
              <a:pathLst>
                <a:path w="2070" h="2826">
                  <a:moveTo>
                    <a:pt x="1990" y="955"/>
                  </a:moveTo>
                  <a:cubicBezTo>
                    <a:pt x="2069" y="1592"/>
                    <a:pt x="1751" y="2328"/>
                    <a:pt x="1234" y="2567"/>
                  </a:cubicBezTo>
                  <a:cubicBezTo>
                    <a:pt x="717" y="2825"/>
                    <a:pt x="219" y="2487"/>
                    <a:pt x="80" y="1851"/>
                  </a:cubicBezTo>
                  <a:cubicBezTo>
                    <a:pt x="0" y="1194"/>
                    <a:pt x="319" y="478"/>
                    <a:pt x="836" y="239"/>
                  </a:cubicBezTo>
                  <a:cubicBezTo>
                    <a:pt x="1393" y="1"/>
                    <a:pt x="1890" y="339"/>
                    <a:pt x="1990" y="95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9600" bIns="39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7" name="Google Shape;360;p4"/>
            <p:cNvSpPr/>
            <p:nvPr/>
          </p:nvSpPr>
          <p:spPr>
            <a:xfrm rot="18169200">
              <a:off x="446760" y="586080"/>
              <a:ext cx="37440" cy="170640"/>
            </a:xfrm>
            <a:custGeom>
              <a:avLst/>
              <a:gdLst>
                <a:gd name="textAreaLeft" fmla="*/ 0 w 37440"/>
                <a:gd name="textAreaRight" fmla="*/ 37800 w 37440"/>
                <a:gd name="textAreaTop" fmla="*/ 0 h 170640"/>
                <a:gd name="textAreaBottom" fmla="*/ 171000 h 170640"/>
              </a:gdLst>
              <a:ahLst/>
              <a:cxnLst/>
              <a:rect l="textAreaLeft" t="textAreaTop" r="textAreaRight" b="textAreaBottom"/>
              <a:pathLst>
                <a:path w="1334" h="6069">
                  <a:moveTo>
                    <a:pt x="995" y="6068"/>
                  </a:moveTo>
                  <a:lnTo>
                    <a:pt x="1" y="180"/>
                  </a:lnTo>
                  <a:lnTo>
                    <a:pt x="339" y="1"/>
                  </a:lnTo>
                  <a:lnTo>
                    <a:pt x="1333" y="5909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5320" bIns="853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8" name="Google Shape;361;p4"/>
            <p:cNvSpPr/>
            <p:nvPr/>
          </p:nvSpPr>
          <p:spPr>
            <a:xfrm rot="18169200">
              <a:off x="314280" y="594720"/>
              <a:ext cx="217800" cy="116280"/>
            </a:xfrm>
            <a:custGeom>
              <a:avLst/>
              <a:gdLst>
                <a:gd name="textAreaLeft" fmla="*/ 0 w 217800"/>
                <a:gd name="textAreaRight" fmla="*/ 218160 w 217800"/>
                <a:gd name="textAreaTop" fmla="*/ 0 h 116280"/>
                <a:gd name="textAreaBottom" fmla="*/ 116640 h 116280"/>
              </a:gdLst>
              <a:ahLst/>
              <a:cxnLst/>
              <a:rect l="textAreaLeft" t="textAreaTop" r="textAreaRight" b="textAreaBottom"/>
              <a:pathLst>
                <a:path w="7739" h="4139">
                  <a:moveTo>
                    <a:pt x="179" y="4138"/>
                  </a:moveTo>
                  <a:cubicBezTo>
                    <a:pt x="100" y="4138"/>
                    <a:pt x="60" y="4078"/>
                    <a:pt x="20" y="3939"/>
                  </a:cubicBezTo>
                  <a:cubicBezTo>
                    <a:pt x="0" y="3800"/>
                    <a:pt x="60" y="3641"/>
                    <a:pt x="159" y="3601"/>
                  </a:cubicBezTo>
                  <a:cubicBezTo>
                    <a:pt x="2109" y="2706"/>
                    <a:pt x="4138" y="1711"/>
                    <a:pt x="6068" y="756"/>
                  </a:cubicBezTo>
                  <a:lnTo>
                    <a:pt x="7480" y="40"/>
                  </a:lnTo>
                  <a:cubicBezTo>
                    <a:pt x="7579" y="0"/>
                    <a:pt x="7679" y="60"/>
                    <a:pt x="7719" y="219"/>
                  </a:cubicBezTo>
                  <a:cubicBezTo>
                    <a:pt x="7739" y="358"/>
                    <a:pt x="7659" y="518"/>
                    <a:pt x="7560" y="557"/>
                  </a:cubicBezTo>
                  <a:lnTo>
                    <a:pt x="6147" y="1293"/>
                  </a:lnTo>
                  <a:cubicBezTo>
                    <a:pt x="4198" y="2248"/>
                    <a:pt x="2189" y="3223"/>
                    <a:pt x="219" y="4118"/>
                  </a:cubicBezTo>
                  <a:cubicBezTo>
                    <a:pt x="219" y="4138"/>
                    <a:pt x="199" y="4138"/>
                    <a:pt x="179" y="413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9" name="Google Shape;362;p4"/>
            <p:cNvSpPr/>
            <p:nvPr/>
          </p:nvSpPr>
          <p:spPr>
            <a:xfrm rot="18169200">
              <a:off x="507240" y="-181800"/>
              <a:ext cx="128160" cy="230760"/>
            </a:xfrm>
            <a:custGeom>
              <a:avLst/>
              <a:gdLst>
                <a:gd name="textAreaLeft" fmla="*/ 0 w 128160"/>
                <a:gd name="textAreaRight" fmla="*/ 128520 w 128160"/>
                <a:gd name="textAreaTop" fmla="*/ 0 h 230760"/>
                <a:gd name="textAreaBottom" fmla="*/ 231120 h 230760"/>
              </a:gdLst>
              <a:ahLst/>
              <a:cxnLst/>
              <a:rect l="textAreaLeft" t="textAreaTop" r="textAreaRight" b="textAreaBottom"/>
              <a:pathLst>
                <a:path w="4557" h="8196">
                  <a:moveTo>
                    <a:pt x="458" y="8196"/>
                  </a:moveTo>
                  <a:cubicBezTo>
                    <a:pt x="379" y="8196"/>
                    <a:pt x="299" y="8096"/>
                    <a:pt x="299" y="7977"/>
                  </a:cubicBezTo>
                  <a:lnTo>
                    <a:pt x="1" y="1552"/>
                  </a:lnTo>
                  <a:lnTo>
                    <a:pt x="200" y="1492"/>
                  </a:lnTo>
                  <a:cubicBezTo>
                    <a:pt x="657" y="1313"/>
                    <a:pt x="1095" y="1154"/>
                    <a:pt x="1552" y="1015"/>
                  </a:cubicBezTo>
                  <a:cubicBezTo>
                    <a:pt x="1791" y="935"/>
                    <a:pt x="2050" y="836"/>
                    <a:pt x="2269" y="736"/>
                  </a:cubicBezTo>
                  <a:cubicBezTo>
                    <a:pt x="2388" y="696"/>
                    <a:pt x="2507" y="637"/>
                    <a:pt x="2646" y="617"/>
                  </a:cubicBezTo>
                  <a:cubicBezTo>
                    <a:pt x="2865" y="537"/>
                    <a:pt x="3084" y="438"/>
                    <a:pt x="3303" y="358"/>
                  </a:cubicBezTo>
                  <a:lnTo>
                    <a:pt x="4556" y="0"/>
                  </a:lnTo>
                  <a:lnTo>
                    <a:pt x="4556" y="6525"/>
                  </a:lnTo>
                  <a:cubicBezTo>
                    <a:pt x="4556" y="6684"/>
                    <a:pt x="4477" y="6863"/>
                    <a:pt x="4357" y="6883"/>
                  </a:cubicBezTo>
                  <a:cubicBezTo>
                    <a:pt x="4258" y="6903"/>
                    <a:pt x="4158" y="6803"/>
                    <a:pt x="4158" y="6664"/>
                  </a:cubicBezTo>
                  <a:lnTo>
                    <a:pt x="4158" y="696"/>
                  </a:lnTo>
                  <a:lnTo>
                    <a:pt x="3303" y="935"/>
                  </a:lnTo>
                  <a:lnTo>
                    <a:pt x="2646" y="1154"/>
                  </a:lnTo>
                  <a:cubicBezTo>
                    <a:pt x="2507" y="1214"/>
                    <a:pt x="2388" y="1253"/>
                    <a:pt x="2269" y="1293"/>
                  </a:cubicBezTo>
                  <a:cubicBezTo>
                    <a:pt x="2010" y="1393"/>
                    <a:pt x="1771" y="1452"/>
                    <a:pt x="1552" y="1532"/>
                  </a:cubicBezTo>
                  <a:cubicBezTo>
                    <a:pt x="1174" y="1651"/>
                    <a:pt x="777" y="1810"/>
                    <a:pt x="399" y="1930"/>
                  </a:cubicBezTo>
                  <a:lnTo>
                    <a:pt x="677" y="7798"/>
                  </a:lnTo>
                  <a:cubicBezTo>
                    <a:pt x="677" y="7957"/>
                    <a:pt x="598" y="8116"/>
                    <a:pt x="498" y="8156"/>
                  </a:cubicBezTo>
                  <a:cubicBezTo>
                    <a:pt x="478" y="8196"/>
                    <a:pt x="458" y="8196"/>
                    <a:pt x="458" y="8196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0" name="Google Shape;363;p4"/>
            <p:cNvSpPr/>
            <p:nvPr/>
          </p:nvSpPr>
          <p:spPr>
            <a:xfrm rot="18169200">
              <a:off x="601560" y="16200"/>
              <a:ext cx="55800" cy="79920"/>
            </a:xfrm>
            <a:custGeom>
              <a:avLst/>
              <a:gdLst>
                <a:gd name="textAreaLeft" fmla="*/ 0 w 55800"/>
                <a:gd name="textAreaRight" fmla="*/ 56160 w 55800"/>
                <a:gd name="textAreaTop" fmla="*/ 0 h 79920"/>
                <a:gd name="textAreaBottom" fmla="*/ 80280 h 79920"/>
              </a:gdLst>
              <a:ahLst/>
              <a:cxnLst/>
              <a:rect l="textAreaLeft" t="textAreaTop" r="textAreaRight" b="textAreaBottom"/>
              <a:pathLst>
                <a:path w="1990" h="2846">
                  <a:moveTo>
                    <a:pt x="1950" y="1055"/>
                  </a:moveTo>
                  <a:cubicBezTo>
                    <a:pt x="1990" y="1731"/>
                    <a:pt x="1592" y="2447"/>
                    <a:pt x="1055" y="2646"/>
                  </a:cubicBezTo>
                  <a:cubicBezTo>
                    <a:pt x="538" y="2845"/>
                    <a:pt x="100" y="2467"/>
                    <a:pt x="40" y="1811"/>
                  </a:cubicBezTo>
                  <a:cubicBezTo>
                    <a:pt x="1" y="1135"/>
                    <a:pt x="378" y="418"/>
                    <a:pt x="935" y="219"/>
                  </a:cubicBezTo>
                  <a:cubicBezTo>
                    <a:pt x="1453" y="1"/>
                    <a:pt x="1930" y="398"/>
                    <a:pt x="1950" y="105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9960" bIns="399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1" name="Google Shape;364;p4"/>
            <p:cNvSpPr/>
            <p:nvPr/>
          </p:nvSpPr>
          <p:spPr>
            <a:xfrm rot="18169200">
              <a:off x="628560" y="-96120"/>
              <a:ext cx="54000" cy="75960"/>
            </a:xfrm>
            <a:custGeom>
              <a:avLst/>
              <a:gdLst>
                <a:gd name="textAreaLeft" fmla="*/ 0 w 54000"/>
                <a:gd name="textAreaRight" fmla="*/ 54360 w 54000"/>
                <a:gd name="textAreaTop" fmla="*/ 0 h 75960"/>
                <a:gd name="textAreaBottom" fmla="*/ 76320 h 75960"/>
              </a:gdLst>
              <a:ahLst/>
              <a:cxnLst/>
              <a:rect l="textAreaLeft" t="textAreaTop" r="textAreaRight" b="textAreaBottom"/>
              <a:pathLst>
                <a:path w="1930" h="2707">
                  <a:moveTo>
                    <a:pt x="1930" y="1115"/>
                  </a:moveTo>
                  <a:cubicBezTo>
                    <a:pt x="1930" y="1811"/>
                    <a:pt x="1492" y="2507"/>
                    <a:pt x="975" y="2667"/>
                  </a:cubicBezTo>
                  <a:cubicBezTo>
                    <a:pt x="856" y="2706"/>
                    <a:pt x="736" y="2706"/>
                    <a:pt x="597" y="2667"/>
                  </a:cubicBezTo>
                  <a:cubicBezTo>
                    <a:pt x="478" y="2647"/>
                    <a:pt x="378" y="2587"/>
                    <a:pt x="299" y="2488"/>
                  </a:cubicBezTo>
                  <a:cubicBezTo>
                    <a:pt x="140" y="2308"/>
                    <a:pt x="0" y="2050"/>
                    <a:pt x="0" y="1692"/>
                  </a:cubicBezTo>
                  <a:cubicBezTo>
                    <a:pt x="0" y="1354"/>
                    <a:pt x="100" y="996"/>
                    <a:pt x="279" y="717"/>
                  </a:cubicBezTo>
                  <a:cubicBezTo>
                    <a:pt x="358" y="578"/>
                    <a:pt x="478" y="458"/>
                    <a:pt x="577" y="359"/>
                  </a:cubicBezTo>
                  <a:cubicBezTo>
                    <a:pt x="696" y="260"/>
                    <a:pt x="836" y="180"/>
                    <a:pt x="955" y="160"/>
                  </a:cubicBezTo>
                  <a:cubicBezTo>
                    <a:pt x="1492" y="1"/>
                    <a:pt x="1930" y="419"/>
                    <a:pt x="1930" y="111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8160" bIns="381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2" name="Google Shape;365;p4"/>
            <p:cNvSpPr/>
            <p:nvPr/>
          </p:nvSpPr>
          <p:spPr>
            <a:xfrm rot="18169200">
              <a:off x="1461960" y="-993960"/>
              <a:ext cx="183600" cy="272520"/>
            </a:xfrm>
            <a:custGeom>
              <a:avLst/>
              <a:gdLst>
                <a:gd name="textAreaLeft" fmla="*/ 0 w 183600"/>
                <a:gd name="textAreaRight" fmla="*/ 183960 w 183600"/>
                <a:gd name="textAreaTop" fmla="*/ 0 h 272520"/>
                <a:gd name="textAreaBottom" fmla="*/ 272880 h 272520"/>
              </a:gdLst>
              <a:ahLst/>
              <a:cxnLst/>
              <a:rect l="textAreaLeft" t="textAreaTop" r="textAreaRight" b="textAreaBottom"/>
              <a:pathLst>
                <a:path w="6526" h="9669">
                  <a:moveTo>
                    <a:pt x="3542" y="9668"/>
                  </a:moveTo>
                  <a:cubicBezTo>
                    <a:pt x="3522" y="9668"/>
                    <a:pt x="3522" y="9668"/>
                    <a:pt x="3482" y="9648"/>
                  </a:cubicBezTo>
                  <a:cubicBezTo>
                    <a:pt x="3383" y="9589"/>
                    <a:pt x="3383" y="9409"/>
                    <a:pt x="3442" y="9230"/>
                  </a:cubicBezTo>
                  <a:lnTo>
                    <a:pt x="5949" y="2686"/>
                  </a:lnTo>
                  <a:cubicBezTo>
                    <a:pt x="5571" y="2487"/>
                    <a:pt x="5233" y="2248"/>
                    <a:pt x="4875" y="2029"/>
                  </a:cubicBezTo>
                  <a:cubicBezTo>
                    <a:pt x="4775" y="1950"/>
                    <a:pt x="4656" y="1870"/>
                    <a:pt x="4556" y="1830"/>
                  </a:cubicBezTo>
                  <a:lnTo>
                    <a:pt x="4238" y="1612"/>
                  </a:lnTo>
                  <a:cubicBezTo>
                    <a:pt x="3880" y="1353"/>
                    <a:pt x="3542" y="1114"/>
                    <a:pt x="3184" y="836"/>
                  </a:cubicBezTo>
                  <a:lnTo>
                    <a:pt x="379" y="7102"/>
                  </a:lnTo>
                  <a:cubicBezTo>
                    <a:pt x="299" y="7281"/>
                    <a:pt x="180" y="7361"/>
                    <a:pt x="100" y="7281"/>
                  </a:cubicBezTo>
                  <a:cubicBezTo>
                    <a:pt x="41" y="7201"/>
                    <a:pt x="1" y="7022"/>
                    <a:pt x="81" y="6863"/>
                  </a:cubicBezTo>
                  <a:lnTo>
                    <a:pt x="3164" y="0"/>
                  </a:lnTo>
                  <a:lnTo>
                    <a:pt x="3303" y="120"/>
                  </a:lnTo>
                  <a:cubicBezTo>
                    <a:pt x="3681" y="438"/>
                    <a:pt x="4119" y="716"/>
                    <a:pt x="4477" y="1015"/>
                  </a:cubicBezTo>
                  <a:lnTo>
                    <a:pt x="4795" y="1234"/>
                  </a:lnTo>
                  <a:cubicBezTo>
                    <a:pt x="4895" y="1313"/>
                    <a:pt x="5034" y="1353"/>
                    <a:pt x="5133" y="1433"/>
                  </a:cubicBezTo>
                  <a:cubicBezTo>
                    <a:pt x="5531" y="1691"/>
                    <a:pt x="5929" y="1950"/>
                    <a:pt x="6347" y="2149"/>
                  </a:cubicBezTo>
                  <a:lnTo>
                    <a:pt x="6526" y="2228"/>
                  </a:lnTo>
                  <a:lnTo>
                    <a:pt x="3761" y="9429"/>
                  </a:lnTo>
                  <a:cubicBezTo>
                    <a:pt x="3721" y="9589"/>
                    <a:pt x="3621" y="9668"/>
                    <a:pt x="3542" y="966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3" name="Google Shape;366;p4"/>
            <p:cNvSpPr/>
            <p:nvPr/>
          </p:nvSpPr>
          <p:spPr>
            <a:xfrm rot="18169200">
              <a:off x="1505520" y="-794160"/>
              <a:ext cx="62640" cy="95040"/>
            </a:xfrm>
            <a:custGeom>
              <a:avLst/>
              <a:gdLst>
                <a:gd name="textAreaLeft" fmla="*/ 0 w 62640"/>
                <a:gd name="textAreaRight" fmla="*/ 63000 w 62640"/>
                <a:gd name="textAreaTop" fmla="*/ 0 h 95040"/>
                <a:gd name="textAreaBottom" fmla="*/ 95400 h 95040"/>
              </a:gdLst>
              <a:ahLst/>
              <a:cxnLst/>
              <a:rect l="textAreaLeft" t="textAreaTop" r="textAreaRight" b="textAreaBottom"/>
              <a:pathLst>
                <a:path w="2229" h="3383">
                  <a:moveTo>
                    <a:pt x="1890" y="2348"/>
                  </a:moveTo>
                  <a:cubicBezTo>
                    <a:pt x="1572" y="3084"/>
                    <a:pt x="955" y="3382"/>
                    <a:pt x="537" y="2984"/>
                  </a:cubicBezTo>
                  <a:cubicBezTo>
                    <a:pt x="100" y="2587"/>
                    <a:pt x="0" y="1691"/>
                    <a:pt x="358" y="955"/>
                  </a:cubicBezTo>
                  <a:cubicBezTo>
                    <a:pt x="696" y="259"/>
                    <a:pt x="1293" y="0"/>
                    <a:pt x="1731" y="359"/>
                  </a:cubicBezTo>
                  <a:cubicBezTo>
                    <a:pt x="2129" y="756"/>
                    <a:pt x="2228" y="1632"/>
                    <a:pt x="1890" y="234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7520" bIns="47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4" name="Google Shape;367;p4"/>
            <p:cNvSpPr/>
            <p:nvPr/>
          </p:nvSpPr>
          <p:spPr>
            <a:xfrm rot="18169200">
              <a:off x="1614600" y="-834120"/>
              <a:ext cx="64800" cy="92880"/>
            </a:xfrm>
            <a:custGeom>
              <a:avLst/>
              <a:gdLst>
                <a:gd name="textAreaLeft" fmla="*/ 0 w 64800"/>
                <a:gd name="textAreaRight" fmla="*/ 65160 w 64800"/>
                <a:gd name="textAreaTop" fmla="*/ 0 h 92880"/>
                <a:gd name="textAreaBottom" fmla="*/ 93240 h 92880"/>
              </a:gdLst>
              <a:ahLst/>
              <a:cxnLst/>
              <a:rect l="textAreaLeft" t="textAreaTop" r="textAreaRight" b="textAreaBottom"/>
              <a:pathLst>
                <a:path w="2308" h="3304">
                  <a:moveTo>
                    <a:pt x="1989" y="2169"/>
                  </a:moveTo>
                  <a:cubicBezTo>
                    <a:pt x="1731" y="2945"/>
                    <a:pt x="1094" y="3303"/>
                    <a:pt x="597" y="3044"/>
                  </a:cubicBezTo>
                  <a:cubicBezTo>
                    <a:pt x="139" y="2706"/>
                    <a:pt x="0" y="1871"/>
                    <a:pt x="299" y="1115"/>
                  </a:cubicBezTo>
                  <a:cubicBezTo>
                    <a:pt x="597" y="379"/>
                    <a:pt x="1234" y="1"/>
                    <a:pt x="1671" y="299"/>
                  </a:cubicBezTo>
                  <a:cubicBezTo>
                    <a:pt x="2149" y="578"/>
                    <a:pt x="2308" y="1393"/>
                    <a:pt x="1989" y="2169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440" bIns="46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5" name="Google Shape;368;p4"/>
            <p:cNvSpPr/>
            <p:nvPr/>
          </p:nvSpPr>
          <p:spPr>
            <a:xfrm rot="18169200">
              <a:off x="567720" y="-461160"/>
              <a:ext cx="74880" cy="191160"/>
            </a:xfrm>
            <a:custGeom>
              <a:avLst/>
              <a:gdLst>
                <a:gd name="textAreaLeft" fmla="*/ 0 w 74880"/>
                <a:gd name="textAreaRight" fmla="*/ 75240 w 74880"/>
                <a:gd name="textAreaTop" fmla="*/ 0 h 191160"/>
                <a:gd name="textAreaBottom" fmla="*/ 191520 h 191160"/>
              </a:gdLst>
              <a:ahLst/>
              <a:cxnLst/>
              <a:rect l="textAreaLeft" t="textAreaTop" r="textAreaRight" b="textAreaBottom"/>
              <a:pathLst>
                <a:path w="2667" h="6785">
                  <a:moveTo>
                    <a:pt x="160" y="6784"/>
                  </a:moveTo>
                  <a:cubicBezTo>
                    <a:pt x="61" y="6784"/>
                    <a:pt x="1" y="6665"/>
                    <a:pt x="1" y="6526"/>
                  </a:cubicBezTo>
                  <a:lnTo>
                    <a:pt x="518" y="1"/>
                  </a:lnTo>
                  <a:lnTo>
                    <a:pt x="757" y="1"/>
                  </a:lnTo>
                  <a:cubicBezTo>
                    <a:pt x="757" y="1"/>
                    <a:pt x="876" y="1"/>
                    <a:pt x="1075" y="21"/>
                  </a:cubicBezTo>
                  <a:cubicBezTo>
                    <a:pt x="1314" y="80"/>
                    <a:pt x="1513" y="120"/>
                    <a:pt x="1712" y="220"/>
                  </a:cubicBezTo>
                  <a:cubicBezTo>
                    <a:pt x="2368" y="538"/>
                    <a:pt x="2667" y="1175"/>
                    <a:pt x="2567" y="2010"/>
                  </a:cubicBezTo>
                  <a:cubicBezTo>
                    <a:pt x="2547" y="2189"/>
                    <a:pt x="2448" y="2308"/>
                    <a:pt x="2348" y="2328"/>
                  </a:cubicBezTo>
                  <a:cubicBezTo>
                    <a:pt x="2249" y="2328"/>
                    <a:pt x="2169" y="2229"/>
                    <a:pt x="2169" y="2070"/>
                  </a:cubicBezTo>
                  <a:cubicBezTo>
                    <a:pt x="2249" y="1314"/>
                    <a:pt x="1851" y="976"/>
                    <a:pt x="1493" y="797"/>
                  </a:cubicBezTo>
                  <a:cubicBezTo>
                    <a:pt x="1274" y="697"/>
                    <a:pt x="1055" y="637"/>
                    <a:pt x="896" y="618"/>
                  </a:cubicBezTo>
                  <a:lnTo>
                    <a:pt x="856" y="618"/>
                  </a:lnTo>
                  <a:lnTo>
                    <a:pt x="379" y="6466"/>
                  </a:lnTo>
                  <a:cubicBezTo>
                    <a:pt x="359" y="6645"/>
                    <a:pt x="279" y="6764"/>
                    <a:pt x="160" y="6784"/>
                  </a:cubicBezTo>
                  <a:cubicBezTo>
                    <a:pt x="180" y="6784"/>
                    <a:pt x="180" y="6784"/>
                    <a:pt x="160" y="6784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6" name="Google Shape;369;p4"/>
            <p:cNvSpPr/>
            <p:nvPr/>
          </p:nvSpPr>
          <p:spPr>
            <a:xfrm rot="18169200">
              <a:off x="622440" y="-311760"/>
              <a:ext cx="60120" cy="81720"/>
            </a:xfrm>
            <a:custGeom>
              <a:avLst/>
              <a:gdLst>
                <a:gd name="textAreaLeft" fmla="*/ 0 w 60120"/>
                <a:gd name="textAreaRight" fmla="*/ 60480 w 60120"/>
                <a:gd name="textAreaTop" fmla="*/ 0 h 81720"/>
                <a:gd name="textAreaBottom" fmla="*/ 82080 h 81720"/>
              </a:gdLst>
              <a:ahLst/>
              <a:cxnLst/>
              <a:rect l="textAreaLeft" t="textAreaTop" r="textAreaRight" b="textAreaBottom"/>
              <a:pathLst>
                <a:path w="2150" h="2906">
                  <a:moveTo>
                    <a:pt x="2090" y="1274"/>
                  </a:moveTo>
                  <a:cubicBezTo>
                    <a:pt x="2030" y="2010"/>
                    <a:pt x="1533" y="2706"/>
                    <a:pt x="976" y="2806"/>
                  </a:cubicBezTo>
                  <a:cubicBezTo>
                    <a:pt x="439" y="2905"/>
                    <a:pt x="1" y="2408"/>
                    <a:pt x="61" y="1672"/>
                  </a:cubicBezTo>
                  <a:cubicBezTo>
                    <a:pt x="100" y="916"/>
                    <a:pt x="598" y="220"/>
                    <a:pt x="1175" y="100"/>
                  </a:cubicBezTo>
                  <a:cubicBezTo>
                    <a:pt x="1752" y="1"/>
                    <a:pt x="2149" y="518"/>
                    <a:pt x="2090" y="1274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1040" bIns="41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7" name="Google Shape;370;p4"/>
            <p:cNvSpPr/>
            <p:nvPr/>
          </p:nvSpPr>
          <p:spPr>
            <a:xfrm rot="18169200">
              <a:off x="1811880" y="-974160"/>
              <a:ext cx="103320" cy="216360"/>
            </a:xfrm>
            <a:custGeom>
              <a:avLst/>
              <a:gdLst>
                <a:gd name="textAreaLeft" fmla="*/ 0 w 103320"/>
                <a:gd name="textAreaRight" fmla="*/ 103680 w 103320"/>
                <a:gd name="textAreaTop" fmla="*/ 0 h 216360"/>
                <a:gd name="textAreaBottom" fmla="*/ 216720 h 216360"/>
              </a:gdLst>
              <a:ahLst/>
              <a:cxnLst/>
              <a:rect l="textAreaLeft" t="textAreaTop" r="textAreaRight" b="textAreaBottom"/>
              <a:pathLst>
                <a:path w="3682" h="7680">
                  <a:moveTo>
                    <a:pt x="140" y="7680"/>
                  </a:moveTo>
                  <a:lnTo>
                    <a:pt x="140" y="7680"/>
                  </a:lnTo>
                  <a:cubicBezTo>
                    <a:pt x="21" y="7660"/>
                    <a:pt x="1" y="7481"/>
                    <a:pt x="41" y="7302"/>
                  </a:cubicBezTo>
                  <a:lnTo>
                    <a:pt x="2110" y="1"/>
                  </a:lnTo>
                  <a:lnTo>
                    <a:pt x="2289" y="81"/>
                  </a:lnTo>
                  <a:cubicBezTo>
                    <a:pt x="2289" y="81"/>
                    <a:pt x="2388" y="120"/>
                    <a:pt x="2527" y="220"/>
                  </a:cubicBezTo>
                  <a:cubicBezTo>
                    <a:pt x="2607" y="279"/>
                    <a:pt x="2706" y="339"/>
                    <a:pt x="2786" y="419"/>
                  </a:cubicBezTo>
                  <a:cubicBezTo>
                    <a:pt x="2885" y="498"/>
                    <a:pt x="2965" y="598"/>
                    <a:pt x="3064" y="697"/>
                  </a:cubicBezTo>
                  <a:cubicBezTo>
                    <a:pt x="3562" y="1294"/>
                    <a:pt x="3681" y="2090"/>
                    <a:pt x="3422" y="3005"/>
                  </a:cubicBezTo>
                  <a:cubicBezTo>
                    <a:pt x="3383" y="3184"/>
                    <a:pt x="3263" y="3323"/>
                    <a:pt x="3164" y="3323"/>
                  </a:cubicBezTo>
                  <a:cubicBezTo>
                    <a:pt x="3064" y="3323"/>
                    <a:pt x="3005" y="3144"/>
                    <a:pt x="3064" y="2985"/>
                  </a:cubicBezTo>
                  <a:cubicBezTo>
                    <a:pt x="3224" y="2328"/>
                    <a:pt x="3104" y="1752"/>
                    <a:pt x="2726" y="1294"/>
                  </a:cubicBezTo>
                  <a:lnTo>
                    <a:pt x="2487" y="1035"/>
                  </a:lnTo>
                  <a:cubicBezTo>
                    <a:pt x="2408" y="976"/>
                    <a:pt x="2328" y="916"/>
                    <a:pt x="2269" y="856"/>
                  </a:cubicBezTo>
                  <a:cubicBezTo>
                    <a:pt x="2229" y="856"/>
                    <a:pt x="2229" y="836"/>
                    <a:pt x="2209" y="836"/>
                  </a:cubicBezTo>
                  <a:lnTo>
                    <a:pt x="339" y="7401"/>
                  </a:lnTo>
                  <a:cubicBezTo>
                    <a:pt x="339" y="7560"/>
                    <a:pt x="240" y="7680"/>
                    <a:pt x="140" y="768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8" name="Google Shape;371;p4"/>
            <p:cNvSpPr/>
            <p:nvPr/>
          </p:nvSpPr>
          <p:spPr>
            <a:xfrm rot="18169200">
              <a:off x="1867320" y="-803880"/>
              <a:ext cx="73800" cy="9432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94320"/>
                <a:gd name="textAreaBottom" fmla="*/ 94680 h 94320"/>
              </a:gdLst>
              <a:ahLst/>
              <a:cxnLst/>
              <a:rect l="textAreaLeft" t="textAreaTop" r="textAreaRight" b="textAreaBottom"/>
              <a:pathLst>
                <a:path w="2627" h="3363">
                  <a:moveTo>
                    <a:pt x="2388" y="1930"/>
                  </a:moveTo>
                  <a:cubicBezTo>
                    <a:pt x="2169" y="2785"/>
                    <a:pt x="1472" y="3362"/>
                    <a:pt x="876" y="3203"/>
                  </a:cubicBezTo>
                  <a:cubicBezTo>
                    <a:pt x="279" y="3024"/>
                    <a:pt x="0" y="2209"/>
                    <a:pt x="279" y="1373"/>
                  </a:cubicBezTo>
                  <a:cubicBezTo>
                    <a:pt x="538" y="538"/>
                    <a:pt x="1194" y="0"/>
                    <a:pt x="1771" y="179"/>
                  </a:cubicBezTo>
                  <a:cubicBezTo>
                    <a:pt x="2348" y="299"/>
                    <a:pt x="2626" y="1095"/>
                    <a:pt x="2388" y="193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7160" bIns="471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9" name="Google Shape;372;p4"/>
            <p:cNvSpPr/>
            <p:nvPr/>
          </p:nvSpPr>
          <p:spPr>
            <a:xfrm rot="18169200">
              <a:off x="1152360" y="-961200"/>
              <a:ext cx="121320" cy="182160"/>
            </a:xfrm>
            <a:custGeom>
              <a:avLst/>
              <a:gdLst>
                <a:gd name="textAreaLeft" fmla="*/ 0 w 121320"/>
                <a:gd name="textAreaRight" fmla="*/ 121680 w 121320"/>
                <a:gd name="textAreaTop" fmla="*/ 0 h 182160"/>
                <a:gd name="textAreaBottom" fmla="*/ 182520 h 182160"/>
              </a:gdLst>
              <a:ahLst/>
              <a:cxnLst/>
              <a:rect l="textAreaLeft" t="textAreaTop" r="textAreaRight" b="textAreaBottom"/>
              <a:pathLst>
                <a:path w="4318" h="6466">
                  <a:moveTo>
                    <a:pt x="179" y="6466"/>
                  </a:moveTo>
                  <a:cubicBezTo>
                    <a:pt x="159" y="6466"/>
                    <a:pt x="100" y="6446"/>
                    <a:pt x="80" y="6426"/>
                  </a:cubicBezTo>
                  <a:cubicBezTo>
                    <a:pt x="0" y="6327"/>
                    <a:pt x="20" y="6128"/>
                    <a:pt x="100" y="5968"/>
                  </a:cubicBezTo>
                  <a:lnTo>
                    <a:pt x="3621" y="1"/>
                  </a:lnTo>
                  <a:lnTo>
                    <a:pt x="3740" y="239"/>
                  </a:lnTo>
                  <a:cubicBezTo>
                    <a:pt x="3740" y="239"/>
                    <a:pt x="3820" y="359"/>
                    <a:pt x="3879" y="558"/>
                  </a:cubicBezTo>
                  <a:cubicBezTo>
                    <a:pt x="3979" y="836"/>
                    <a:pt x="4078" y="1095"/>
                    <a:pt x="4138" y="1393"/>
                  </a:cubicBezTo>
                  <a:cubicBezTo>
                    <a:pt x="4317" y="2348"/>
                    <a:pt x="4178" y="3263"/>
                    <a:pt x="3740" y="4039"/>
                  </a:cubicBezTo>
                  <a:cubicBezTo>
                    <a:pt x="3661" y="4178"/>
                    <a:pt x="3521" y="4238"/>
                    <a:pt x="3462" y="4138"/>
                  </a:cubicBezTo>
                  <a:cubicBezTo>
                    <a:pt x="3382" y="4039"/>
                    <a:pt x="3402" y="3860"/>
                    <a:pt x="3482" y="3681"/>
                  </a:cubicBezTo>
                  <a:cubicBezTo>
                    <a:pt x="3780" y="3144"/>
                    <a:pt x="3879" y="2487"/>
                    <a:pt x="3740" y="1751"/>
                  </a:cubicBezTo>
                  <a:cubicBezTo>
                    <a:pt x="3681" y="1493"/>
                    <a:pt x="3621" y="1254"/>
                    <a:pt x="3521" y="995"/>
                  </a:cubicBezTo>
                  <a:cubicBezTo>
                    <a:pt x="3521" y="975"/>
                    <a:pt x="3521" y="975"/>
                    <a:pt x="3482" y="955"/>
                  </a:cubicBezTo>
                  <a:lnTo>
                    <a:pt x="358" y="6307"/>
                  </a:lnTo>
                  <a:cubicBezTo>
                    <a:pt x="299" y="6426"/>
                    <a:pt x="239" y="6466"/>
                    <a:pt x="179" y="6466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080" bIns="91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0" name="Google Shape;373;p4"/>
            <p:cNvSpPr/>
            <p:nvPr/>
          </p:nvSpPr>
          <p:spPr>
            <a:xfrm rot="18169200">
              <a:off x="1195920" y="-827640"/>
              <a:ext cx="61920" cy="98280"/>
            </a:xfrm>
            <a:custGeom>
              <a:avLst/>
              <a:gdLst>
                <a:gd name="textAreaLeft" fmla="*/ 0 w 61920"/>
                <a:gd name="textAreaRight" fmla="*/ 62280 w 61920"/>
                <a:gd name="textAreaTop" fmla="*/ 0 h 98280"/>
                <a:gd name="textAreaBottom" fmla="*/ 98640 h 98280"/>
              </a:gdLst>
              <a:ahLst/>
              <a:cxnLst/>
              <a:rect l="textAreaLeft" t="textAreaTop" r="textAreaRight" b="textAreaBottom"/>
              <a:pathLst>
                <a:path w="2210" h="3503">
                  <a:moveTo>
                    <a:pt x="1791" y="2686"/>
                  </a:moveTo>
                  <a:cubicBezTo>
                    <a:pt x="1393" y="3383"/>
                    <a:pt x="777" y="3502"/>
                    <a:pt x="379" y="2985"/>
                  </a:cubicBezTo>
                  <a:cubicBezTo>
                    <a:pt x="1" y="2468"/>
                    <a:pt x="1" y="1493"/>
                    <a:pt x="399" y="817"/>
                  </a:cubicBezTo>
                  <a:cubicBezTo>
                    <a:pt x="797" y="160"/>
                    <a:pt x="1453" y="1"/>
                    <a:pt x="1811" y="518"/>
                  </a:cubicBezTo>
                  <a:cubicBezTo>
                    <a:pt x="2209" y="1015"/>
                    <a:pt x="2189" y="1990"/>
                    <a:pt x="1791" y="2686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9320" bIns="493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1" name="Google Shape;374;p4"/>
            <p:cNvSpPr/>
            <p:nvPr/>
          </p:nvSpPr>
          <p:spPr>
            <a:xfrm rot="18169200">
              <a:off x="991080" y="-759600"/>
              <a:ext cx="97920" cy="179280"/>
            </a:xfrm>
            <a:custGeom>
              <a:avLst/>
              <a:gdLst>
                <a:gd name="textAreaLeft" fmla="*/ 0 w 97920"/>
                <a:gd name="textAreaRight" fmla="*/ 98280 w 97920"/>
                <a:gd name="textAreaTop" fmla="*/ 0 h 179280"/>
                <a:gd name="textAreaBottom" fmla="*/ 179640 h 179280"/>
              </a:gdLst>
              <a:ahLst/>
              <a:cxnLst/>
              <a:rect l="textAreaLeft" t="textAreaTop" r="textAreaRight" b="textAreaBottom"/>
              <a:pathLst>
                <a:path w="3482" h="6367">
                  <a:moveTo>
                    <a:pt x="159" y="6366"/>
                  </a:moveTo>
                  <a:cubicBezTo>
                    <a:pt x="120" y="6366"/>
                    <a:pt x="100" y="6326"/>
                    <a:pt x="80" y="6306"/>
                  </a:cubicBezTo>
                  <a:cubicBezTo>
                    <a:pt x="0" y="6227"/>
                    <a:pt x="0" y="6028"/>
                    <a:pt x="80" y="5889"/>
                  </a:cubicBezTo>
                  <a:lnTo>
                    <a:pt x="3143" y="199"/>
                  </a:lnTo>
                  <a:cubicBezTo>
                    <a:pt x="3203" y="40"/>
                    <a:pt x="3322" y="0"/>
                    <a:pt x="3402" y="60"/>
                  </a:cubicBezTo>
                  <a:cubicBezTo>
                    <a:pt x="3481" y="140"/>
                    <a:pt x="3481" y="339"/>
                    <a:pt x="3402" y="498"/>
                  </a:cubicBezTo>
                  <a:lnTo>
                    <a:pt x="338" y="6207"/>
                  </a:lnTo>
                  <a:cubicBezTo>
                    <a:pt x="299" y="6306"/>
                    <a:pt x="219" y="6366"/>
                    <a:pt x="159" y="6366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9640" bIns="896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2" name="Google Shape;375;p4"/>
            <p:cNvSpPr/>
            <p:nvPr/>
          </p:nvSpPr>
          <p:spPr>
            <a:xfrm rot="18169200">
              <a:off x="990720" y="-801360"/>
              <a:ext cx="61920" cy="96120"/>
            </a:xfrm>
            <a:custGeom>
              <a:avLst/>
              <a:gdLst>
                <a:gd name="textAreaLeft" fmla="*/ 0 w 61920"/>
                <a:gd name="textAreaRight" fmla="*/ 62280 w 61920"/>
                <a:gd name="textAreaTop" fmla="*/ 0 h 96120"/>
                <a:gd name="textAreaBottom" fmla="*/ 96480 h 96120"/>
              </a:gdLst>
              <a:ahLst/>
              <a:cxnLst/>
              <a:rect l="textAreaLeft" t="textAreaTop" r="textAreaRight" b="textAreaBottom"/>
              <a:pathLst>
                <a:path w="2209" h="3422">
                  <a:moveTo>
                    <a:pt x="338" y="875"/>
                  </a:moveTo>
                  <a:cubicBezTo>
                    <a:pt x="716" y="179"/>
                    <a:pt x="1373" y="0"/>
                    <a:pt x="1791" y="477"/>
                  </a:cubicBezTo>
                  <a:cubicBezTo>
                    <a:pt x="2208" y="975"/>
                    <a:pt x="2208" y="1930"/>
                    <a:pt x="1830" y="2606"/>
                  </a:cubicBezTo>
                  <a:cubicBezTo>
                    <a:pt x="1433" y="3302"/>
                    <a:pt x="816" y="3422"/>
                    <a:pt x="418" y="2964"/>
                  </a:cubicBezTo>
                  <a:cubicBezTo>
                    <a:pt x="20" y="2507"/>
                    <a:pt x="0" y="1572"/>
                    <a:pt x="338" y="87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8240" bIns="48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3" name="Google Shape;376;p4"/>
            <p:cNvSpPr/>
            <p:nvPr/>
          </p:nvSpPr>
          <p:spPr>
            <a:xfrm rot="18169200">
              <a:off x="758160" y="-618840"/>
              <a:ext cx="241920" cy="261000"/>
            </a:xfrm>
            <a:custGeom>
              <a:avLst/>
              <a:gdLst>
                <a:gd name="textAreaLeft" fmla="*/ 0 w 241920"/>
                <a:gd name="textAreaRight" fmla="*/ 242280 w 241920"/>
                <a:gd name="textAreaTop" fmla="*/ 0 h 261000"/>
                <a:gd name="textAreaBottom" fmla="*/ 261360 h 261000"/>
              </a:gdLst>
              <a:ahLst/>
              <a:cxnLst/>
              <a:rect l="textAreaLeft" t="textAreaTop" r="textAreaRight" b="textAreaBottom"/>
              <a:pathLst>
                <a:path w="8595" h="9271">
                  <a:moveTo>
                    <a:pt x="5690" y="9250"/>
                  </a:moveTo>
                  <a:cubicBezTo>
                    <a:pt x="5670" y="9250"/>
                    <a:pt x="5631" y="9250"/>
                    <a:pt x="5631" y="9230"/>
                  </a:cubicBezTo>
                  <a:cubicBezTo>
                    <a:pt x="5531" y="9171"/>
                    <a:pt x="5531" y="9012"/>
                    <a:pt x="5591" y="8833"/>
                  </a:cubicBezTo>
                  <a:lnTo>
                    <a:pt x="8018" y="2805"/>
                  </a:lnTo>
                  <a:cubicBezTo>
                    <a:pt x="6227" y="1671"/>
                    <a:pt x="4119" y="955"/>
                    <a:pt x="1732" y="637"/>
                  </a:cubicBezTo>
                  <a:lnTo>
                    <a:pt x="399" y="6943"/>
                  </a:lnTo>
                  <a:cubicBezTo>
                    <a:pt x="359" y="7102"/>
                    <a:pt x="240" y="7241"/>
                    <a:pt x="140" y="7201"/>
                  </a:cubicBezTo>
                  <a:cubicBezTo>
                    <a:pt x="41" y="7181"/>
                    <a:pt x="1" y="7062"/>
                    <a:pt x="21" y="6883"/>
                  </a:cubicBezTo>
                  <a:lnTo>
                    <a:pt x="1493" y="0"/>
                  </a:lnTo>
                  <a:lnTo>
                    <a:pt x="1692" y="20"/>
                  </a:lnTo>
                  <a:cubicBezTo>
                    <a:pt x="4278" y="299"/>
                    <a:pt x="6565" y="1074"/>
                    <a:pt x="8455" y="2328"/>
                  </a:cubicBezTo>
                  <a:lnTo>
                    <a:pt x="8595" y="2427"/>
                  </a:lnTo>
                  <a:lnTo>
                    <a:pt x="5909" y="9031"/>
                  </a:lnTo>
                  <a:cubicBezTo>
                    <a:pt x="5869" y="9171"/>
                    <a:pt x="5770" y="9270"/>
                    <a:pt x="5690" y="925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4" name="Google Shape;377;p4"/>
            <p:cNvSpPr/>
            <p:nvPr/>
          </p:nvSpPr>
          <p:spPr>
            <a:xfrm rot="18169200">
              <a:off x="838080" y="-382320"/>
              <a:ext cx="47880" cy="75240"/>
            </a:xfrm>
            <a:custGeom>
              <a:avLst/>
              <a:gdLst>
                <a:gd name="textAreaLeft" fmla="*/ 0 w 47880"/>
                <a:gd name="textAreaRight" fmla="*/ 48240 w 47880"/>
                <a:gd name="textAreaTop" fmla="*/ 0 h 75240"/>
                <a:gd name="textAreaBottom" fmla="*/ 75600 h 75240"/>
              </a:gdLst>
              <a:ahLst/>
              <a:cxnLst/>
              <a:rect l="textAreaLeft" t="textAreaTop" r="textAreaRight" b="textAreaBottom"/>
              <a:pathLst>
                <a:path w="1711" h="2686">
                  <a:moveTo>
                    <a:pt x="1631" y="1453"/>
                  </a:moveTo>
                  <a:cubicBezTo>
                    <a:pt x="1572" y="1831"/>
                    <a:pt x="1393" y="2129"/>
                    <a:pt x="1214" y="2348"/>
                  </a:cubicBezTo>
                  <a:cubicBezTo>
                    <a:pt x="1114" y="2447"/>
                    <a:pt x="1015" y="2547"/>
                    <a:pt x="915" y="2606"/>
                  </a:cubicBezTo>
                  <a:cubicBezTo>
                    <a:pt x="816" y="2646"/>
                    <a:pt x="696" y="2686"/>
                    <a:pt x="597" y="2686"/>
                  </a:cubicBezTo>
                  <a:cubicBezTo>
                    <a:pt x="378" y="2646"/>
                    <a:pt x="219" y="2487"/>
                    <a:pt x="120" y="2248"/>
                  </a:cubicBezTo>
                  <a:cubicBezTo>
                    <a:pt x="20" y="2010"/>
                    <a:pt x="0" y="1691"/>
                    <a:pt x="60" y="1313"/>
                  </a:cubicBezTo>
                  <a:cubicBezTo>
                    <a:pt x="179" y="597"/>
                    <a:pt x="677" y="0"/>
                    <a:pt x="1114" y="40"/>
                  </a:cubicBezTo>
                  <a:cubicBezTo>
                    <a:pt x="1234" y="40"/>
                    <a:pt x="1333" y="100"/>
                    <a:pt x="1413" y="160"/>
                  </a:cubicBezTo>
                  <a:cubicBezTo>
                    <a:pt x="1492" y="239"/>
                    <a:pt x="1572" y="358"/>
                    <a:pt x="1612" y="498"/>
                  </a:cubicBezTo>
                  <a:cubicBezTo>
                    <a:pt x="1711" y="736"/>
                    <a:pt x="1711" y="1094"/>
                    <a:pt x="1631" y="145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7800" bIns="37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5" name="Google Shape;378;p4"/>
            <p:cNvSpPr/>
            <p:nvPr/>
          </p:nvSpPr>
          <p:spPr>
            <a:xfrm rot="18169200">
              <a:off x="967680" y="-491760"/>
              <a:ext cx="48960" cy="81000"/>
            </a:xfrm>
            <a:custGeom>
              <a:avLst/>
              <a:gdLst>
                <a:gd name="textAreaLeft" fmla="*/ 0 w 48960"/>
                <a:gd name="textAreaRight" fmla="*/ 49320 w 48960"/>
                <a:gd name="textAreaTop" fmla="*/ 0 h 81000"/>
                <a:gd name="textAreaBottom" fmla="*/ 81360 h 81000"/>
              </a:gdLst>
              <a:ahLst/>
              <a:cxnLst/>
              <a:rect l="textAreaLeft" t="textAreaTop" r="textAreaRight" b="textAreaBottom"/>
              <a:pathLst>
                <a:path w="1752" h="2885">
                  <a:moveTo>
                    <a:pt x="1433" y="1810"/>
                  </a:moveTo>
                  <a:cubicBezTo>
                    <a:pt x="1135" y="2507"/>
                    <a:pt x="637" y="2884"/>
                    <a:pt x="319" y="2666"/>
                  </a:cubicBezTo>
                  <a:cubicBezTo>
                    <a:pt x="140" y="2546"/>
                    <a:pt x="40" y="2347"/>
                    <a:pt x="21" y="2049"/>
                  </a:cubicBezTo>
                  <a:cubicBezTo>
                    <a:pt x="1" y="1751"/>
                    <a:pt x="21" y="1393"/>
                    <a:pt x="180" y="1015"/>
                  </a:cubicBezTo>
                  <a:cubicBezTo>
                    <a:pt x="299" y="676"/>
                    <a:pt x="498" y="378"/>
                    <a:pt x="697" y="219"/>
                  </a:cubicBezTo>
                  <a:cubicBezTo>
                    <a:pt x="896" y="80"/>
                    <a:pt x="1135" y="0"/>
                    <a:pt x="1314" y="119"/>
                  </a:cubicBezTo>
                  <a:cubicBezTo>
                    <a:pt x="1672" y="378"/>
                    <a:pt x="1751" y="1114"/>
                    <a:pt x="1433" y="181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0680" bIns="40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6" name="Google Shape;379;p4"/>
            <p:cNvSpPr/>
            <p:nvPr/>
          </p:nvSpPr>
          <p:spPr>
            <a:xfrm rot="18169200">
              <a:off x="898200" y="-444960"/>
              <a:ext cx="46800" cy="77040"/>
            </a:xfrm>
            <a:custGeom>
              <a:avLst/>
              <a:gdLst>
                <a:gd name="textAreaLeft" fmla="*/ 0 w 46800"/>
                <a:gd name="textAreaRight" fmla="*/ 47160 w 46800"/>
                <a:gd name="textAreaTop" fmla="*/ 0 h 77040"/>
                <a:gd name="textAreaBottom" fmla="*/ 77400 h 77040"/>
              </a:gdLst>
              <a:ahLst/>
              <a:cxnLst/>
              <a:rect l="textAreaLeft" t="textAreaTop" r="textAreaRight" b="textAreaBottom"/>
              <a:pathLst>
                <a:path w="1671" h="2746">
                  <a:moveTo>
                    <a:pt x="1552" y="1632"/>
                  </a:moveTo>
                  <a:cubicBezTo>
                    <a:pt x="1452" y="1970"/>
                    <a:pt x="1253" y="2268"/>
                    <a:pt x="1074" y="2467"/>
                  </a:cubicBezTo>
                  <a:cubicBezTo>
                    <a:pt x="875" y="2646"/>
                    <a:pt x="656" y="2746"/>
                    <a:pt x="477" y="2686"/>
                  </a:cubicBezTo>
                  <a:cubicBezTo>
                    <a:pt x="378" y="2666"/>
                    <a:pt x="298" y="2586"/>
                    <a:pt x="239" y="2487"/>
                  </a:cubicBezTo>
                  <a:cubicBezTo>
                    <a:pt x="159" y="2388"/>
                    <a:pt x="99" y="2288"/>
                    <a:pt x="80" y="2149"/>
                  </a:cubicBezTo>
                  <a:cubicBezTo>
                    <a:pt x="0" y="1870"/>
                    <a:pt x="0" y="1532"/>
                    <a:pt x="99" y="1154"/>
                  </a:cubicBezTo>
                  <a:cubicBezTo>
                    <a:pt x="199" y="776"/>
                    <a:pt x="378" y="478"/>
                    <a:pt x="577" y="279"/>
                  </a:cubicBezTo>
                  <a:cubicBezTo>
                    <a:pt x="676" y="179"/>
                    <a:pt x="776" y="100"/>
                    <a:pt x="895" y="60"/>
                  </a:cubicBezTo>
                  <a:cubicBezTo>
                    <a:pt x="995" y="0"/>
                    <a:pt x="1114" y="0"/>
                    <a:pt x="1213" y="60"/>
                  </a:cubicBezTo>
                  <a:cubicBezTo>
                    <a:pt x="1412" y="140"/>
                    <a:pt x="1572" y="339"/>
                    <a:pt x="1651" y="597"/>
                  </a:cubicBezTo>
                  <a:cubicBezTo>
                    <a:pt x="1671" y="896"/>
                    <a:pt x="1651" y="1274"/>
                    <a:pt x="1552" y="1632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8520" bIns="38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7" name="Google Shape;380;p4"/>
            <p:cNvSpPr/>
            <p:nvPr/>
          </p:nvSpPr>
          <p:spPr>
            <a:xfrm rot="18169200">
              <a:off x="835920" y="-586080"/>
              <a:ext cx="66600" cy="191160"/>
            </a:xfrm>
            <a:custGeom>
              <a:avLst/>
              <a:gdLst>
                <a:gd name="textAreaLeft" fmla="*/ 0 w 66600"/>
                <a:gd name="textAreaRight" fmla="*/ 66960 w 66600"/>
                <a:gd name="textAreaTop" fmla="*/ 0 h 191160"/>
                <a:gd name="textAreaBottom" fmla="*/ 191520 h 191160"/>
              </a:gdLst>
              <a:ahLst/>
              <a:cxnLst/>
              <a:rect l="textAreaLeft" t="textAreaTop" r="textAreaRight" b="textAreaBottom"/>
              <a:pathLst>
                <a:path w="2369" h="6784">
                  <a:moveTo>
                    <a:pt x="339" y="6784"/>
                  </a:moveTo>
                  <a:lnTo>
                    <a:pt x="1" y="6664"/>
                  </a:lnTo>
                  <a:lnTo>
                    <a:pt x="1990" y="0"/>
                  </a:lnTo>
                  <a:lnTo>
                    <a:pt x="2368" y="12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8" name="Google Shape;381;p4"/>
            <p:cNvSpPr/>
            <p:nvPr/>
          </p:nvSpPr>
          <p:spPr>
            <a:xfrm rot="18169200">
              <a:off x="745560" y="-559800"/>
              <a:ext cx="193320" cy="80280"/>
            </a:xfrm>
            <a:custGeom>
              <a:avLst/>
              <a:gdLst>
                <a:gd name="textAreaLeft" fmla="*/ 0 w 193320"/>
                <a:gd name="textAreaRight" fmla="*/ 193680 w 193320"/>
                <a:gd name="textAreaTop" fmla="*/ 0 h 80280"/>
                <a:gd name="textAreaBottom" fmla="*/ 80640 h 80280"/>
              </a:gdLst>
              <a:ahLst/>
              <a:cxnLst/>
              <a:rect l="textAreaLeft" t="textAreaTop" r="textAreaRight" b="textAreaBottom"/>
              <a:pathLst>
                <a:path w="6864" h="2865">
                  <a:moveTo>
                    <a:pt x="6585" y="2865"/>
                  </a:moveTo>
                  <a:cubicBezTo>
                    <a:pt x="6566" y="2865"/>
                    <a:pt x="6526" y="2865"/>
                    <a:pt x="6526" y="2845"/>
                  </a:cubicBezTo>
                  <a:cubicBezTo>
                    <a:pt x="4716" y="1611"/>
                    <a:pt x="2627" y="895"/>
                    <a:pt x="140" y="617"/>
                  </a:cubicBezTo>
                  <a:cubicBezTo>
                    <a:pt x="41" y="617"/>
                    <a:pt x="1" y="478"/>
                    <a:pt x="21" y="299"/>
                  </a:cubicBezTo>
                  <a:cubicBezTo>
                    <a:pt x="41" y="120"/>
                    <a:pt x="160" y="0"/>
                    <a:pt x="260" y="20"/>
                  </a:cubicBezTo>
                  <a:cubicBezTo>
                    <a:pt x="2806" y="299"/>
                    <a:pt x="4914" y="1054"/>
                    <a:pt x="6764" y="2288"/>
                  </a:cubicBezTo>
                  <a:cubicBezTo>
                    <a:pt x="6864" y="2347"/>
                    <a:pt x="6864" y="2507"/>
                    <a:pt x="6804" y="2686"/>
                  </a:cubicBezTo>
                  <a:cubicBezTo>
                    <a:pt x="6764" y="2785"/>
                    <a:pt x="6665" y="2865"/>
                    <a:pt x="6585" y="286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0320" bIns="403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9" name="Google Shape;382;p4"/>
            <p:cNvSpPr/>
            <p:nvPr/>
          </p:nvSpPr>
          <p:spPr>
            <a:xfrm rot="18169200">
              <a:off x="-1426680" y="141408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1" h="1">
                  <a:moveTo>
                    <a:pt x="1" y="1"/>
                  </a:moveTo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470" name="Google Shape;383;p4"/>
          <p:cNvGrpSpPr/>
          <p:nvPr/>
        </p:nvGrpSpPr>
        <p:grpSpPr>
          <a:xfrm>
            <a:off x="8651880" y="3567600"/>
            <a:ext cx="226440" cy="226440"/>
            <a:chOff x="8651880" y="3567600"/>
            <a:chExt cx="226440" cy="226440"/>
          </a:xfrm>
        </p:grpSpPr>
        <p:sp>
          <p:nvSpPr>
            <p:cNvPr id="471" name="Google Shape;384;p4"/>
            <p:cNvSpPr/>
            <p:nvPr/>
          </p:nvSpPr>
          <p:spPr>
            <a:xfrm>
              <a:off x="8759160" y="3567600"/>
              <a:ext cx="13320" cy="94320"/>
            </a:xfrm>
            <a:custGeom>
              <a:avLst/>
              <a:gdLst>
                <a:gd name="textAreaLeft" fmla="*/ 0 w 13320"/>
                <a:gd name="textAreaRight" fmla="*/ 13680 w 13320"/>
                <a:gd name="textAreaTop" fmla="*/ 0 h 94320"/>
                <a:gd name="textAreaBottom" fmla="*/ 94680 h 94320"/>
              </a:gdLst>
              <a:ahLst/>
              <a:cxnLst/>
              <a:rect l="textAreaLeft" t="textAreaTop" r="textAreaRight" b="textAreaBottom"/>
              <a:pathLst>
                <a:path w="339" h="2348">
                  <a:moveTo>
                    <a:pt x="180" y="0"/>
                  </a:moveTo>
                  <a:cubicBezTo>
                    <a:pt x="80" y="0"/>
                    <a:pt x="1" y="80"/>
                    <a:pt x="1" y="179"/>
                  </a:cubicBezTo>
                  <a:lnTo>
                    <a:pt x="1" y="2169"/>
                  </a:lnTo>
                  <a:cubicBezTo>
                    <a:pt x="1" y="2268"/>
                    <a:pt x="80" y="2348"/>
                    <a:pt x="180" y="2348"/>
                  </a:cubicBezTo>
                  <a:cubicBezTo>
                    <a:pt x="239" y="2348"/>
                    <a:pt x="319" y="2268"/>
                    <a:pt x="339" y="2169"/>
                  </a:cubicBezTo>
                  <a:lnTo>
                    <a:pt x="339" y="179"/>
                  </a:lnTo>
                  <a:cubicBezTo>
                    <a:pt x="339" y="80"/>
                    <a:pt x="279" y="0"/>
                    <a:pt x="18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7160" bIns="471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2" name="Google Shape;385;p4"/>
            <p:cNvSpPr/>
            <p:nvPr/>
          </p:nvSpPr>
          <p:spPr>
            <a:xfrm>
              <a:off x="8759160" y="3699720"/>
              <a:ext cx="13320" cy="94320"/>
            </a:xfrm>
            <a:custGeom>
              <a:avLst/>
              <a:gdLst>
                <a:gd name="textAreaLeft" fmla="*/ 0 w 13320"/>
                <a:gd name="textAreaRight" fmla="*/ 13680 w 13320"/>
                <a:gd name="textAreaTop" fmla="*/ 0 h 94320"/>
                <a:gd name="textAreaBottom" fmla="*/ 94680 h 94320"/>
              </a:gdLst>
              <a:ahLst/>
              <a:cxnLst/>
              <a:rect l="textAreaLeft" t="textAreaTop" r="textAreaRight" b="textAreaBottom"/>
              <a:pathLst>
                <a:path w="339" h="2349">
                  <a:moveTo>
                    <a:pt x="180" y="1"/>
                  </a:moveTo>
                  <a:cubicBezTo>
                    <a:pt x="80" y="1"/>
                    <a:pt x="1" y="80"/>
                    <a:pt x="1" y="180"/>
                  </a:cubicBezTo>
                  <a:lnTo>
                    <a:pt x="1" y="2169"/>
                  </a:lnTo>
                  <a:cubicBezTo>
                    <a:pt x="1" y="2269"/>
                    <a:pt x="80" y="2348"/>
                    <a:pt x="180" y="2348"/>
                  </a:cubicBezTo>
                  <a:cubicBezTo>
                    <a:pt x="239" y="2348"/>
                    <a:pt x="319" y="2269"/>
                    <a:pt x="339" y="2169"/>
                  </a:cubicBezTo>
                  <a:lnTo>
                    <a:pt x="339" y="180"/>
                  </a:lnTo>
                  <a:cubicBezTo>
                    <a:pt x="339" y="80"/>
                    <a:pt x="279" y="1"/>
                    <a:pt x="18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7160" bIns="471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3" name="Google Shape;386;p4"/>
            <p:cNvSpPr/>
            <p:nvPr/>
          </p:nvSpPr>
          <p:spPr>
            <a:xfrm>
              <a:off x="8784000" y="3674160"/>
              <a:ext cx="94320" cy="13320"/>
            </a:xfrm>
            <a:custGeom>
              <a:avLst/>
              <a:gdLst>
                <a:gd name="textAreaLeft" fmla="*/ 0 w 94320"/>
                <a:gd name="textAreaRight" fmla="*/ 94680 w 94320"/>
                <a:gd name="textAreaTop" fmla="*/ 0 h 13320"/>
                <a:gd name="textAreaBottom" fmla="*/ 13680 h 13320"/>
              </a:gdLst>
              <a:ahLst/>
              <a:cxnLst/>
              <a:rect l="textAreaLeft" t="textAreaTop" r="textAreaRight" b="textAreaBottom"/>
              <a:pathLst>
                <a:path w="2348" h="339">
                  <a:moveTo>
                    <a:pt x="179" y="0"/>
                  </a:moveTo>
                  <a:cubicBezTo>
                    <a:pt x="80" y="0"/>
                    <a:pt x="0" y="60"/>
                    <a:pt x="0" y="159"/>
                  </a:cubicBezTo>
                  <a:cubicBezTo>
                    <a:pt x="0" y="279"/>
                    <a:pt x="80" y="338"/>
                    <a:pt x="179" y="338"/>
                  </a:cubicBezTo>
                  <a:lnTo>
                    <a:pt x="2168" y="338"/>
                  </a:lnTo>
                  <a:cubicBezTo>
                    <a:pt x="2268" y="338"/>
                    <a:pt x="2348" y="279"/>
                    <a:pt x="2348" y="159"/>
                  </a:cubicBezTo>
                  <a:cubicBezTo>
                    <a:pt x="2348" y="60"/>
                    <a:pt x="2268" y="0"/>
                    <a:pt x="216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840" bIns="68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4" name="Google Shape;387;p4"/>
            <p:cNvSpPr/>
            <p:nvPr/>
          </p:nvSpPr>
          <p:spPr>
            <a:xfrm>
              <a:off x="8651880" y="3674160"/>
              <a:ext cx="94320" cy="13320"/>
            </a:xfrm>
            <a:custGeom>
              <a:avLst/>
              <a:gdLst>
                <a:gd name="textAreaLeft" fmla="*/ 0 w 94320"/>
                <a:gd name="textAreaRight" fmla="*/ 94680 w 94320"/>
                <a:gd name="textAreaTop" fmla="*/ 0 h 13320"/>
                <a:gd name="textAreaBottom" fmla="*/ 13680 h 13320"/>
              </a:gdLst>
              <a:ahLst/>
              <a:cxnLst/>
              <a:rect l="textAreaLeft" t="textAreaTop" r="textAreaRight" b="textAreaBottom"/>
              <a:pathLst>
                <a:path w="2349" h="339">
                  <a:moveTo>
                    <a:pt x="180" y="0"/>
                  </a:moveTo>
                  <a:cubicBezTo>
                    <a:pt x="80" y="0"/>
                    <a:pt x="1" y="60"/>
                    <a:pt x="1" y="159"/>
                  </a:cubicBezTo>
                  <a:cubicBezTo>
                    <a:pt x="1" y="279"/>
                    <a:pt x="80" y="338"/>
                    <a:pt x="180" y="338"/>
                  </a:cubicBezTo>
                  <a:lnTo>
                    <a:pt x="2169" y="338"/>
                  </a:lnTo>
                  <a:cubicBezTo>
                    <a:pt x="2269" y="338"/>
                    <a:pt x="2348" y="279"/>
                    <a:pt x="2348" y="159"/>
                  </a:cubicBezTo>
                  <a:cubicBezTo>
                    <a:pt x="2348" y="60"/>
                    <a:pt x="2269" y="0"/>
                    <a:pt x="2169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840" bIns="68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5" name="Google Shape;388;p4"/>
            <p:cNvSpPr/>
            <p:nvPr/>
          </p:nvSpPr>
          <p:spPr>
            <a:xfrm>
              <a:off x="8776080" y="3616200"/>
              <a:ext cx="55080" cy="53280"/>
            </a:xfrm>
            <a:custGeom>
              <a:avLst/>
              <a:gdLst>
                <a:gd name="textAreaLeft" fmla="*/ 0 w 55080"/>
                <a:gd name="textAreaRight" fmla="*/ 55440 w 55080"/>
                <a:gd name="textAreaTop" fmla="*/ 0 h 53280"/>
                <a:gd name="textAreaBottom" fmla="*/ 53640 h 53280"/>
              </a:gdLst>
              <a:ahLst/>
              <a:cxnLst/>
              <a:rect l="textAreaLeft" t="textAreaTop" r="textAreaRight" b="textAreaBottom"/>
              <a:pathLst>
                <a:path w="1373" h="1334">
                  <a:moveTo>
                    <a:pt x="1166" y="1"/>
                  </a:moveTo>
                  <a:cubicBezTo>
                    <a:pt x="1124" y="1"/>
                    <a:pt x="1084" y="21"/>
                    <a:pt x="1055" y="61"/>
                  </a:cubicBezTo>
                  <a:lnTo>
                    <a:pt x="80" y="1035"/>
                  </a:lnTo>
                  <a:cubicBezTo>
                    <a:pt x="0" y="1095"/>
                    <a:pt x="0" y="1214"/>
                    <a:pt x="80" y="1274"/>
                  </a:cubicBezTo>
                  <a:cubicBezTo>
                    <a:pt x="100" y="1314"/>
                    <a:pt x="159" y="1334"/>
                    <a:pt x="199" y="1334"/>
                  </a:cubicBezTo>
                  <a:cubicBezTo>
                    <a:pt x="259" y="1334"/>
                    <a:pt x="299" y="1314"/>
                    <a:pt x="319" y="1274"/>
                  </a:cubicBezTo>
                  <a:lnTo>
                    <a:pt x="1293" y="319"/>
                  </a:lnTo>
                  <a:cubicBezTo>
                    <a:pt x="1373" y="240"/>
                    <a:pt x="1373" y="140"/>
                    <a:pt x="1293" y="61"/>
                  </a:cubicBezTo>
                  <a:cubicBezTo>
                    <a:pt x="1254" y="21"/>
                    <a:pt x="1209" y="1"/>
                    <a:pt x="1166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6640" bIns="266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6" name="Google Shape;389;p4"/>
            <p:cNvSpPr/>
            <p:nvPr/>
          </p:nvSpPr>
          <p:spPr>
            <a:xfrm>
              <a:off x="8699760" y="3692520"/>
              <a:ext cx="55080" cy="53280"/>
            </a:xfrm>
            <a:custGeom>
              <a:avLst/>
              <a:gdLst>
                <a:gd name="textAreaLeft" fmla="*/ 0 w 55080"/>
                <a:gd name="textAreaRight" fmla="*/ 55440 w 55080"/>
                <a:gd name="textAreaTop" fmla="*/ 0 h 53280"/>
                <a:gd name="textAreaBottom" fmla="*/ 53640 h 53280"/>
              </a:gdLst>
              <a:ahLst/>
              <a:cxnLst/>
              <a:rect l="textAreaLeft" t="textAreaTop" r="textAreaRight" b="textAreaBottom"/>
              <a:pathLst>
                <a:path w="1374" h="1334">
                  <a:moveTo>
                    <a:pt x="1167" y="1"/>
                  </a:moveTo>
                  <a:cubicBezTo>
                    <a:pt x="1124" y="1"/>
                    <a:pt x="1085" y="21"/>
                    <a:pt x="1055" y="60"/>
                  </a:cubicBezTo>
                  <a:lnTo>
                    <a:pt x="80" y="1035"/>
                  </a:lnTo>
                  <a:cubicBezTo>
                    <a:pt x="0" y="1095"/>
                    <a:pt x="0" y="1194"/>
                    <a:pt x="80" y="1274"/>
                  </a:cubicBezTo>
                  <a:cubicBezTo>
                    <a:pt x="100" y="1294"/>
                    <a:pt x="160" y="1334"/>
                    <a:pt x="199" y="1334"/>
                  </a:cubicBezTo>
                  <a:cubicBezTo>
                    <a:pt x="259" y="1334"/>
                    <a:pt x="279" y="1314"/>
                    <a:pt x="319" y="1274"/>
                  </a:cubicBezTo>
                  <a:lnTo>
                    <a:pt x="1293" y="299"/>
                  </a:lnTo>
                  <a:cubicBezTo>
                    <a:pt x="1373" y="239"/>
                    <a:pt x="1373" y="140"/>
                    <a:pt x="1293" y="60"/>
                  </a:cubicBezTo>
                  <a:cubicBezTo>
                    <a:pt x="1254" y="21"/>
                    <a:pt x="1209" y="1"/>
                    <a:pt x="1167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6640" bIns="266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7" name="Google Shape;390;p4"/>
            <p:cNvSpPr/>
            <p:nvPr/>
          </p:nvSpPr>
          <p:spPr>
            <a:xfrm>
              <a:off x="8776080" y="3692520"/>
              <a:ext cx="55080" cy="53280"/>
            </a:xfrm>
            <a:custGeom>
              <a:avLst/>
              <a:gdLst>
                <a:gd name="textAreaLeft" fmla="*/ 0 w 55080"/>
                <a:gd name="textAreaRight" fmla="*/ 55440 w 55080"/>
                <a:gd name="textAreaTop" fmla="*/ 0 h 53280"/>
                <a:gd name="textAreaBottom" fmla="*/ 53640 h 53280"/>
              </a:gdLst>
              <a:ahLst/>
              <a:cxnLst/>
              <a:rect l="textAreaLeft" t="textAreaTop" r="textAreaRight" b="textAreaBottom"/>
              <a:pathLst>
                <a:path w="1373" h="1334">
                  <a:moveTo>
                    <a:pt x="207" y="1"/>
                  </a:moveTo>
                  <a:cubicBezTo>
                    <a:pt x="164" y="1"/>
                    <a:pt x="120" y="21"/>
                    <a:pt x="80" y="60"/>
                  </a:cubicBezTo>
                  <a:cubicBezTo>
                    <a:pt x="0" y="140"/>
                    <a:pt x="0" y="239"/>
                    <a:pt x="80" y="299"/>
                  </a:cubicBezTo>
                  <a:lnTo>
                    <a:pt x="1055" y="1274"/>
                  </a:lnTo>
                  <a:cubicBezTo>
                    <a:pt x="1074" y="1294"/>
                    <a:pt x="1114" y="1334"/>
                    <a:pt x="1174" y="1334"/>
                  </a:cubicBezTo>
                  <a:cubicBezTo>
                    <a:pt x="1214" y="1334"/>
                    <a:pt x="1273" y="1314"/>
                    <a:pt x="1293" y="1274"/>
                  </a:cubicBezTo>
                  <a:cubicBezTo>
                    <a:pt x="1373" y="1194"/>
                    <a:pt x="1373" y="1095"/>
                    <a:pt x="1293" y="1035"/>
                  </a:cubicBezTo>
                  <a:lnTo>
                    <a:pt x="319" y="60"/>
                  </a:lnTo>
                  <a:cubicBezTo>
                    <a:pt x="289" y="21"/>
                    <a:pt x="249" y="1"/>
                    <a:pt x="207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6640" bIns="266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8" name="Google Shape;391;p4"/>
            <p:cNvSpPr/>
            <p:nvPr/>
          </p:nvSpPr>
          <p:spPr>
            <a:xfrm>
              <a:off x="8699760" y="3616200"/>
              <a:ext cx="55080" cy="53280"/>
            </a:xfrm>
            <a:custGeom>
              <a:avLst/>
              <a:gdLst>
                <a:gd name="textAreaLeft" fmla="*/ 0 w 55080"/>
                <a:gd name="textAreaRight" fmla="*/ 55440 w 55080"/>
                <a:gd name="textAreaTop" fmla="*/ 0 h 53280"/>
                <a:gd name="textAreaBottom" fmla="*/ 53640 h 53280"/>
              </a:gdLst>
              <a:ahLst/>
              <a:cxnLst/>
              <a:rect l="textAreaLeft" t="textAreaTop" r="textAreaRight" b="textAreaBottom"/>
              <a:pathLst>
                <a:path w="1374" h="1334">
                  <a:moveTo>
                    <a:pt x="207" y="1"/>
                  </a:moveTo>
                  <a:cubicBezTo>
                    <a:pt x="165" y="1"/>
                    <a:pt x="120" y="21"/>
                    <a:pt x="80" y="61"/>
                  </a:cubicBezTo>
                  <a:cubicBezTo>
                    <a:pt x="0" y="140"/>
                    <a:pt x="0" y="240"/>
                    <a:pt x="80" y="319"/>
                  </a:cubicBezTo>
                  <a:lnTo>
                    <a:pt x="1055" y="1274"/>
                  </a:lnTo>
                  <a:cubicBezTo>
                    <a:pt x="1075" y="1314"/>
                    <a:pt x="1114" y="1334"/>
                    <a:pt x="1174" y="1334"/>
                  </a:cubicBezTo>
                  <a:cubicBezTo>
                    <a:pt x="1214" y="1334"/>
                    <a:pt x="1254" y="1314"/>
                    <a:pt x="1293" y="1274"/>
                  </a:cubicBezTo>
                  <a:cubicBezTo>
                    <a:pt x="1373" y="1214"/>
                    <a:pt x="1373" y="1095"/>
                    <a:pt x="1293" y="1035"/>
                  </a:cubicBezTo>
                  <a:lnTo>
                    <a:pt x="319" y="61"/>
                  </a:lnTo>
                  <a:cubicBezTo>
                    <a:pt x="289" y="21"/>
                    <a:pt x="249" y="1"/>
                    <a:pt x="207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6640" bIns="266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479" name="Google Shape;392;p4"/>
          <p:cNvSpPr/>
          <p:nvPr/>
        </p:nvSpPr>
        <p:spPr>
          <a:xfrm>
            <a:off x="318240" y="3618360"/>
            <a:ext cx="124560" cy="124560"/>
          </a:xfrm>
          <a:custGeom>
            <a:avLst/>
            <a:gdLst>
              <a:gd name="textAreaLeft" fmla="*/ 0 w 124560"/>
              <a:gd name="textAreaRight" fmla="*/ 124920 w 124560"/>
              <a:gd name="textAreaTop" fmla="*/ 0 h 124560"/>
              <a:gd name="textAreaBottom" fmla="*/ 124920 h 124560"/>
            </a:gdLst>
            <a:ahLst/>
            <a:cxnLst/>
            <a:rect l="textAreaLeft" t="textAreaTop" r="textAreaRight" b="textAreaBottom"/>
            <a:pathLst>
              <a:path w="2687" h="2686">
                <a:moveTo>
                  <a:pt x="1334" y="2686"/>
                </a:moveTo>
                <a:cubicBezTo>
                  <a:pt x="598" y="2686"/>
                  <a:pt x="1" y="2089"/>
                  <a:pt x="1" y="1333"/>
                </a:cubicBezTo>
                <a:cubicBezTo>
                  <a:pt x="1" y="597"/>
                  <a:pt x="598" y="0"/>
                  <a:pt x="1334" y="0"/>
                </a:cubicBezTo>
                <a:cubicBezTo>
                  <a:pt x="2090" y="0"/>
                  <a:pt x="2686" y="597"/>
                  <a:pt x="2686" y="1333"/>
                </a:cubicBezTo>
                <a:cubicBezTo>
                  <a:pt x="2686" y="2089"/>
                  <a:pt x="2090" y="2686"/>
                  <a:pt x="1334" y="2686"/>
                </a:cubicBezTo>
                <a:close/>
                <a:moveTo>
                  <a:pt x="1334" y="338"/>
                </a:moveTo>
                <a:cubicBezTo>
                  <a:pt x="797" y="338"/>
                  <a:pt x="339" y="796"/>
                  <a:pt x="339" y="1333"/>
                </a:cubicBezTo>
                <a:cubicBezTo>
                  <a:pt x="339" y="1870"/>
                  <a:pt x="797" y="2328"/>
                  <a:pt x="1334" y="2328"/>
                </a:cubicBezTo>
                <a:cubicBezTo>
                  <a:pt x="1891" y="2328"/>
                  <a:pt x="2328" y="1870"/>
                  <a:pt x="2328" y="1333"/>
                </a:cubicBezTo>
                <a:cubicBezTo>
                  <a:pt x="2328" y="796"/>
                  <a:pt x="1891" y="338"/>
                  <a:pt x="1334" y="338"/>
                </a:cubicBezTo>
                <a:close/>
              </a:path>
            </a:pathLst>
          </a:cu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62280" bIns="6228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80" name="Google Shape;393;p4"/>
          <p:cNvSpPr/>
          <p:nvPr/>
        </p:nvSpPr>
        <p:spPr>
          <a:xfrm>
            <a:off x="168840" y="2529000"/>
            <a:ext cx="85320" cy="85320"/>
          </a:xfrm>
          <a:custGeom>
            <a:avLst/>
            <a:gdLst>
              <a:gd name="textAreaLeft" fmla="*/ 0 w 85320"/>
              <a:gd name="textAreaRight" fmla="*/ 85680 w 85320"/>
              <a:gd name="textAreaTop" fmla="*/ 0 h 85320"/>
              <a:gd name="textAreaBottom" fmla="*/ 85680 h 85320"/>
            </a:gdLst>
            <a:ahLst/>
            <a:cxnLst/>
            <a:rect l="textAreaLeft" t="textAreaTop" r="textAreaRight" b="textAreaBottom"/>
            <a:pathLst>
              <a:path w="2687" h="2686">
                <a:moveTo>
                  <a:pt x="1334" y="2686"/>
                </a:moveTo>
                <a:cubicBezTo>
                  <a:pt x="598" y="2686"/>
                  <a:pt x="1" y="2089"/>
                  <a:pt x="1" y="1333"/>
                </a:cubicBezTo>
                <a:cubicBezTo>
                  <a:pt x="1" y="597"/>
                  <a:pt x="598" y="0"/>
                  <a:pt x="1334" y="0"/>
                </a:cubicBezTo>
                <a:cubicBezTo>
                  <a:pt x="2090" y="0"/>
                  <a:pt x="2686" y="597"/>
                  <a:pt x="2686" y="1333"/>
                </a:cubicBezTo>
                <a:cubicBezTo>
                  <a:pt x="2686" y="2089"/>
                  <a:pt x="2090" y="2686"/>
                  <a:pt x="1334" y="2686"/>
                </a:cubicBezTo>
                <a:close/>
                <a:moveTo>
                  <a:pt x="1334" y="338"/>
                </a:moveTo>
                <a:cubicBezTo>
                  <a:pt x="797" y="338"/>
                  <a:pt x="339" y="796"/>
                  <a:pt x="339" y="1333"/>
                </a:cubicBezTo>
                <a:cubicBezTo>
                  <a:pt x="339" y="1870"/>
                  <a:pt x="797" y="2328"/>
                  <a:pt x="1334" y="2328"/>
                </a:cubicBezTo>
                <a:cubicBezTo>
                  <a:pt x="1891" y="2328"/>
                  <a:pt x="2328" y="1870"/>
                  <a:pt x="2328" y="1333"/>
                </a:cubicBezTo>
                <a:cubicBezTo>
                  <a:pt x="2328" y="796"/>
                  <a:pt x="1891" y="338"/>
                  <a:pt x="1334" y="338"/>
                </a:cubicBezTo>
                <a:close/>
              </a:path>
            </a:pathLst>
          </a:cu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2840" bIns="428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3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slideLayout" Target="../slideLayouts/slideLayout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052;p29"/>
          <p:cNvSpPr/>
          <p:nvPr/>
        </p:nvSpPr>
        <p:spPr>
          <a:xfrm>
            <a:off x="-30600" y="0"/>
            <a:ext cx="9174240" cy="514332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63000">
                <a:srgbClr val="fdf0db"/>
              </a:gs>
              <a:gs pos="100000">
                <a:srgbClr val="fdf0db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89" name="Google Shape;2053;p29"/>
          <p:cNvSpPr/>
          <p:nvPr/>
        </p:nvSpPr>
        <p:spPr>
          <a:xfrm flipH="1">
            <a:off x="-402120" y="1456560"/>
            <a:ext cx="7987680" cy="4635720"/>
          </a:xfrm>
          <a:custGeom>
            <a:avLst/>
            <a:gdLst>
              <a:gd name="textAreaLeft" fmla="*/ 360 w 7987680"/>
              <a:gd name="textAreaRight" fmla="*/ 7988400 w 7987680"/>
              <a:gd name="textAreaTop" fmla="*/ 0 h 4635720"/>
              <a:gd name="textAreaBottom" fmla="*/ 4636080 h 4635720"/>
            </a:gdLst>
            <a:ahLst/>
            <a:cxnLst/>
            <a:rect l="textAreaLeft" t="textAreaTop" r="textAreaRight" b="textAreaBottom"/>
            <a:pathLst>
              <a:path w="138236" h="80228">
                <a:moveTo>
                  <a:pt x="2527" y="80188"/>
                </a:moveTo>
                <a:cubicBezTo>
                  <a:pt x="1" y="74419"/>
                  <a:pt x="3900" y="66900"/>
                  <a:pt x="10186" y="65408"/>
                </a:cubicBezTo>
                <a:cubicBezTo>
                  <a:pt x="14125" y="64493"/>
                  <a:pt x="19197" y="65209"/>
                  <a:pt x="21286" y="61887"/>
                </a:cubicBezTo>
                <a:cubicBezTo>
                  <a:pt x="21943" y="60812"/>
                  <a:pt x="22122" y="59539"/>
                  <a:pt x="22599" y="58385"/>
                </a:cubicBezTo>
                <a:cubicBezTo>
                  <a:pt x="24369" y="54327"/>
                  <a:pt x="29840" y="52935"/>
                  <a:pt x="34256" y="53910"/>
                </a:cubicBezTo>
                <a:cubicBezTo>
                  <a:pt x="38712" y="54864"/>
                  <a:pt x="42492" y="57530"/>
                  <a:pt x="46550" y="59579"/>
                </a:cubicBezTo>
                <a:cubicBezTo>
                  <a:pt x="50568" y="61588"/>
                  <a:pt x="55442" y="63001"/>
                  <a:pt x="59619" y="61290"/>
                </a:cubicBezTo>
                <a:cubicBezTo>
                  <a:pt x="62603" y="60076"/>
                  <a:pt x="64692" y="57490"/>
                  <a:pt x="67318" y="55640"/>
                </a:cubicBezTo>
                <a:cubicBezTo>
                  <a:pt x="69924" y="53790"/>
                  <a:pt x="73823" y="52796"/>
                  <a:pt x="76210" y="54884"/>
                </a:cubicBezTo>
                <a:cubicBezTo>
                  <a:pt x="77861" y="56317"/>
                  <a:pt x="78199" y="58644"/>
                  <a:pt x="79492" y="60355"/>
                </a:cubicBezTo>
                <a:cubicBezTo>
                  <a:pt x="81780" y="63398"/>
                  <a:pt x="87210" y="63398"/>
                  <a:pt x="89518" y="60395"/>
                </a:cubicBezTo>
                <a:cubicBezTo>
                  <a:pt x="90552" y="59022"/>
                  <a:pt x="90950" y="57331"/>
                  <a:pt x="91786" y="55839"/>
                </a:cubicBezTo>
                <a:cubicBezTo>
                  <a:pt x="93278" y="53134"/>
                  <a:pt x="96262" y="51244"/>
                  <a:pt x="99405" y="51025"/>
                </a:cubicBezTo>
                <a:cubicBezTo>
                  <a:pt x="102568" y="50767"/>
                  <a:pt x="105830" y="52179"/>
                  <a:pt x="107740" y="54626"/>
                </a:cubicBezTo>
                <a:cubicBezTo>
                  <a:pt x="108834" y="55998"/>
                  <a:pt x="109550" y="57729"/>
                  <a:pt x="111121" y="58604"/>
                </a:cubicBezTo>
                <a:cubicBezTo>
                  <a:pt x="113568" y="59977"/>
                  <a:pt x="116870" y="58326"/>
                  <a:pt x="118104" y="55859"/>
                </a:cubicBezTo>
                <a:cubicBezTo>
                  <a:pt x="119357" y="53432"/>
                  <a:pt x="119098" y="50548"/>
                  <a:pt x="118681" y="47842"/>
                </a:cubicBezTo>
                <a:cubicBezTo>
                  <a:pt x="118263" y="45157"/>
                  <a:pt x="117686" y="42372"/>
                  <a:pt x="118382" y="39726"/>
                </a:cubicBezTo>
                <a:cubicBezTo>
                  <a:pt x="119079" y="37100"/>
                  <a:pt x="121545" y="34653"/>
                  <a:pt x="124350" y="34932"/>
                </a:cubicBezTo>
                <a:cubicBezTo>
                  <a:pt x="125026" y="35012"/>
                  <a:pt x="125703" y="35230"/>
                  <a:pt x="126359" y="35111"/>
                </a:cubicBezTo>
                <a:cubicBezTo>
                  <a:pt x="127632" y="34852"/>
                  <a:pt x="128289" y="33460"/>
                  <a:pt x="128488" y="32246"/>
                </a:cubicBezTo>
                <a:cubicBezTo>
                  <a:pt x="129741" y="24906"/>
                  <a:pt x="123256" y="17904"/>
                  <a:pt x="124370" y="10563"/>
                </a:cubicBezTo>
                <a:cubicBezTo>
                  <a:pt x="125305" y="4536"/>
                  <a:pt x="132068" y="0"/>
                  <a:pt x="138235" y="1293"/>
                </a:cubicBezTo>
                <a:lnTo>
                  <a:pt x="138235" y="80228"/>
                </a:lnTo>
                <a:lnTo>
                  <a:pt x="2527" y="80228"/>
                </a:lnTo>
                <a:close/>
              </a:path>
            </a:pathLst>
          </a:custGeom>
          <a:gradFill rotWithShape="0">
            <a:gsLst>
              <a:gs pos="0">
                <a:srgbClr val="dea2e9"/>
              </a:gs>
              <a:gs pos="100000">
                <a:srgbClr val="cbacfd"/>
              </a:gs>
            </a:gsLst>
            <a:lin ang="5394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90" name="Google Shape;2054;p29"/>
          <p:cNvSpPr/>
          <p:nvPr/>
        </p:nvSpPr>
        <p:spPr>
          <a:xfrm rot="5400000">
            <a:off x="6305760" y="-2156040"/>
            <a:ext cx="4064400" cy="5982480"/>
          </a:xfrm>
          <a:custGeom>
            <a:avLst/>
            <a:gdLst>
              <a:gd name="textAreaLeft" fmla="*/ 0 w 4064400"/>
              <a:gd name="textAreaRight" fmla="*/ 4064760 w 4064400"/>
              <a:gd name="textAreaTop" fmla="*/ 0 h 5982480"/>
              <a:gd name="textAreaBottom" fmla="*/ 5982840 h 5982480"/>
            </a:gdLst>
            <a:ahLst/>
            <a:cxnLst/>
            <a:rect l="textAreaLeft" t="textAreaTop" r="textAreaRight" b="textAreaBottom"/>
            <a:pathLst>
              <a:path w="101593" h="149535">
                <a:moveTo>
                  <a:pt x="98250" y="0"/>
                </a:moveTo>
                <a:cubicBezTo>
                  <a:pt x="99901" y="4138"/>
                  <a:pt x="101592" y="8415"/>
                  <a:pt x="101572" y="12891"/>
                </a:cubicBezTo>
                <a:cubicBezTo>
                  <a:pt x="101552" y="17327"/>
                  <a:pt x="99424" y="22101"/>
                  <a:pt x="95326" y="23872"/>
                </a:cubicBezTo>
                <a:cubicBezTo>
                  <a:pt x="93217" y="24787"/>
                  <a:pt x="90671" y="24926"/>
                  <a:pt x="88980" y="26478"/>
                </a:cubicBezTo>
                <a:cubicBezTo>
                  <a:pt x="87230" y="28149"/>
                  <a:pt x="86991" y="30814"/>
                  <a:pt x="86295" y="33142"/>
                </a:cubicBezTo>
                <a:cubicBezTo>
                  <a:pt x="84266" y="39865"/>
                  <a:pt x="76707" y="44381"/>
                  <a:pt x="69824" y="43028"/>
                </a:cubicBezTo>
                <a:cubicBezTo>
                  <a:pt x="66303" y="42332"/>
                  <a:pt x="63179" y="40343"/>
                  <a:pt x="59698" y="39448"/>
                </a:cubicBezTo>
                <a:cubicBezTo>
                  <a:pt x="56217" y="38553"/>
                  <a:pt x="51841" y="39209"/>
                  <a:pt x="50190" y="42392"/>
                </a:cubicBezTo>
                <a:cubicBezTo>
                  <a:pt x="49294" y="44142"/>
                  <a:pt x="49454" y="46251"/>
                  <a:pt x="49792" y="48161"/>
                </a:cubicBezTo>
                <a:cubicBezTo>
                  <a:pt x="50568" y="52298"/>
                  <a:pt x="52258" y="56217"/>
                  <a:pt x="52616" y="60415"/>
                </a:cubicBezTo>
                <a:cubicBezTo>
                  <a:pt x="52955" y="64592"/>
                  <a:pt x="51483" y="69327"/>
                  <a:pt x="47743" y="71177"/>
                </a:cubicBezTo>
                <a:cubicBezTo>
                  <a:pt x="43983" y="72987"/>
                  <a:pt x="38731" y="71535"/>
                  <a:pt x="35907" y="74638"/>
                </a:cubicBezTo>
                <a:cubicBezTo>
                  <a:pt x="34574" y="76050"/>
                  <a:pt x="34216" y="78119"/>
                  <a:pt x="34335" y="80029"/>
                </a:cubicBezTo>
                <a:cubicBezTo>
                  <a:pt x="34633" y="84445"/>
                  <a:pt x="37339" y="88324"/>
                  <a:pt x="40104" y="91845"/>
                </a:cubicBezTo>
                <a:cubicBezTo>
                  <a:pt x="42869" y="95346"/>
                  <a:pt x="45853" y="98887"/>
                  <a:pt x="46848" y="103244"/>
                </a:cubicBezTo>
                <a:cubicBezTo>
                  <a:pt x="47842" y="107600"/>
                  <a:pt x="46072" y="112951"/>
                  <a:pt x="41835" y="114364"/>
                </a:cubicBezTo>
                <a:cubicBezTo>
                  <a:pt x="40203" y="114901"/>
                  <a:pt x="38353" y="114821"/>
                  <a:pt x="36901" y="115697"/>
                </a:cubicBezTo>
                <a:cubicBezTo>
                  <a:pt x="34952" y="116870"/>
                  <a:pt x="34256" y="119436"/>
                  <a:pt x="34454" y="121704"/>
                </a:cubicBezTo>
                <a:cubicBezTo>
                  <a:pt x="34653" y="123972"/>
                  <a:pt x="35509" y="126120"/>
                  <a:pt x="35927" y="128368"/>
                </a:cubicBezTo>
                <a:cubicBezTo>
                  <a:pt x="37041" y="134416"/>
                  <a:pt x="34614" y="140980"/>
                  <a:pt x="29800" y="144780"/>
                </a:cubicBezTo>
                <a:cubicBezTo>
                  <a:pt x="25005" y="148599"/>
                  <a:pt x="18063" y="149534"/>
                  <a:pt x="12433" y="147067"/>
                </a:cubicBezTo>
                <a:lnTo>
                  <a:pt x="0" y="147067"/>
                </a:lnTo>
                <a:lnTo>
                  <a:pt x="0" y="299"/>
                </a:lnTo>
                <a:close/>
              </a:path>
            </a:pathLst>
          </a:custGeom>
          <a:gradFill rotWithShape="0">
            <a:gsLst>
              <a:gs pos="0">
                <a:srgbClr val="dea2e9"/>
              </a:gs>
              <a:gs pos="100000">
                <a:srgbClr val="cbacf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91" name="PlaceHolder 1"/>
          <p:cNvSpPr>
            <a:spLocks noGrp="1"/>
          </p:cNvSpPr>
          <p:nvPr>
            <p:ph type="title"/>
          </p:nvPr>
        </p:nvSpPr>
        <p:spPr>
          <a:xfrm>
            <a:off x="2347920" y="450000"/>
            <a:ext cx="4447800" cy="1058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85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8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92" name="Google Shape;2057;p29"/>
          <p:cNvSpPr/>
          <p:nvPr/>
        </p:nvSpPr>
        <p:spPr>
          <a:xfrm>
            <a:off x="2099160" y="3611880"/>
            <a:ext cx="4945320" cy="55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ctr" defTabSz="914400">
              <a:lnSpc>
                <a:spcPct val="100000"/>
              </a:lnSpc>
              <a:spcBef>
                <a:spcPts val="300"/>
              </a:spcBef>
              <a:tabLst>
                <a:tab algn="l" pos="0"/>
              </a:tabLst>
            </a:pPr>
            <a:r>
              <a:rPr b="1" lang="en" sz="1200" strike="noStrike" u="none">
                <a:solidFill>
                  <a:schemeClr val="dk1"/>
                </a:solidFill>
                <a:effectLst/>
                <a:uFillTx/>
                <a:latin typeface="Didact Gothic"/>
                <a:ea typeface="Didact Gothic"/>
              </a:rPr>
              <a:t>CREDITS:</a:t>
            </a:r>
            <a:r>
              <a:rPr b="0" lang="en" sz="1200" strike="noStrike" u="none">
                <a:solidFill>
                  <a:schemeClr val="dk1"/>
                </a:solidFill>
                <a:effectLst/>
                <a:uFillTx/>
                <a:latin typeface="Didact Gothic"/>
                <a:ea typeface="Didact Gothic"/>
              </a:rPr>
              <a:t> This presentation template was created by </a:t>
            </a:r>
            <a:r>
              <a:rPr b="1" lang="en" sz="1200" strike="noStrike" u="sng">
                <a:solidFill>
                  <a:schemeClr val="hlink"/>
                </a:solidFill>
                <a:effectLst/>
                <a:uFillTx/>
                <a:latin typeface="Didact Gothic"/>
                <a:ea typeface="Didact Gothic"/>
                <a:hlinkClick r:id="rId2"/>
              </a:rPr>
              <a:t>Slidesgo</a:t>
            </a:r>
            <a:r>
              <a:rPr b="0" lang="en" sz="1200" strike="noStrike" u="none">
                <a:solidFill>
                  <a:schemeClr val="dk1"/>
                </a:solidFill>
                <a:effectLst/>
                <a:uFillTx/>
                <a:latin typeface="Didact Gothic"/>
                <a:ea typeface="Didact Gothic"/>
              </a:rPr>
              <a:t>, and includes icons by </a:t>
            </a:r>
            <a:r>
              <a:rPr b="1" lang="en" sz="1200" strike="noStrike" u="sng">
                <a:solidFill>
                  <a:schemeClr val="dk1"/>
                </a:solidFill>
                <a:effectLst/>
                <a:uFillTx/>
                <a:latin typeface="Didact Gothic"/>
                <a:ea typeface="Didact Gothic"/>
                <a:hlinkClick r:id="rId3"/>
              </a:rPr>
              <a:t>Flaticon</a:t>
            </a:r>
            <a:r>
              <a:rPr b="0" lang="en" sz="1200" strike="noStrike" u="none">
                <a:solidFill>
                  <a:schemeClr val="dk1"/>
                </a:solidFill>
                <a:effectLst/>
                <a:uFillTx/>
                <a:latin typeface="Didact Gothic"/>
                <a:ea typeface="Didact Gothic"/>
              </a:rPr>
              <a:t>, and infographics &amp; images by </a:t>
            </a:r>
            <a:r>
              <a:rPr b="1" lang="en" sz="1200" strike="noStrike" u="sng">
                <a:solidFill>
                  <a:schemeClr val="dk1"/>
                </a:solidFill>
                <a:effectLst/>
                <a:uFillTx/>
                <a:latin typeface="Didact Gothic"/>
                <a:ea typeface="Didact Gothic"/>
                <a:hlinkClick r:id="rId4"/>
              </a:rPr>
              <a:t>Freepik</a:t>
            </a:r>
            <a:r>
              <a:rPr b="0" lang="en" sz="1200" strike="noStrike" u="none">
                <a:solidFill>
                  <a:schemeClr val="dk1"/>
                </a:solidFill>
                <a:effectLst/>
                <a:uFillTx/>
                <a:latin typeface="Didact Gothic"/>
                <a:ea typeface="Didact Gothic"/>
              </a:rPr>
              <a:t> 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293" name="Google Shape;2058;p29" descr=""/>
          <p:cNvPicPr/>
          <p:nvPr/>
        </p:nvPicPr>
        <p:blipFill>
          <a:blip r:embed="rId5"/>
          <a:stretch/>
        </p:blipFill>
        <p:spPr>
          <a:xfrm>
            <a:off x="7104600" y="1648080"/>
            <a:ext cx="3030120" cy="2955600"/>
          </a:xfrm>
          <a:prstGeom prst="rect">
            <a:avLst/>
          </a:prstGeom>
          <a:noFill/>
          <a:ln w="0">
            <a:noFill/>
          </a:ln>
          <a:effectLst>
            <a:outerShdw algn="bl" blurRad="57240" dir="5400000" dist="19080" rotWithShape="0">
              <a:srgbClr val="000000">
                <a:alpha val="50000"/>
              </a:srgbClr>
            </a:outerShdw>
          </a:effectLst>
        </p:spPr>
      </p:pic>
      <p:pic>
        <p:nvPicPr>
          <p:cNvPr id="294" name="Google Shape;2059;p29" descr=""/>
          <p:cNvPicPr/>
          <p:nvPr/>
        </p:nvPicPr>
        <p:blipFill>
          <a:blip r:embed="rId6"/>
          <a:stretch/>
        </p:blipFill>
        <p:spPr>
          <a:xfrm flipH="1">
            <a:off x="-424440" y="866880"/>
            <a:ext cx="2297880" cy="3736800"/>
          </a:xfrm>
          <a:prstGeom prst="rect">
            <a:avLst/>
          </a:prstGeom>
          <a:noFill/>
          <a:ln w="0">
            <a:noFill/>
          </a:ln>
          <a:effectLst>
            <a:outerShdw algn="bl" blurRad="57240" dir="5400000" dist="19080" rotWithShape="0">
              <a:srgbClr val="000000">
                <a:alpha val="50000"/>
              </a:srgbClr>
            </a:outerShdw>
          </a:effectLst>
        </p:spPr>
      </p:pic>
      <p:grpSp>
        <p:nvGrpSpPr>
          <p:cNvPr id="295" name="Google Shape;2060;p29"/>
          <p:cNvGrpSpPr/>
          <p:nvPr/>
        </p:nvGrpSpPr>
        <p:grpSpPr>
          <a:xfrm>
            <a:off x="4326480" y="3063960"/>
            <a:ext cx="490320" cy="481680"/>
            <a:chOff x="4326480" y="3063960"/>
            <a:chExt cx="490320" cy="481680"/>
          </a:xfrm>
        </p:grpSpPr>
        <p:sp>
          <p:nvSpPr>
            <p:cNvPr id="296" name="Google Shape;2061;p29"/>
            <p:cNvSpPr/>
            <p:nvPr/>
          </p:nvSpPr>
          <p:spPr>
            <a:xfrm>
              <a:off x="4326480" y="3063960"/>
              <a:ext cx="482040" cy="481320"/>
            </a:xfrm>
            <a:custGeom>
              <a:avLst/>
              <a:gdLst>
                <a:gd name="textAreaLeft" fmla="*/ 0 w 482040"/>
                <a:gd name="textAreaRight" fmla="*/ 482400 w 482040"/>
                <a:gd name="textAreaTop" fmla="*/ 0 h 481320"/>
                <a:gd name="textAreaBottom" fmla="*/ 481680 h 481320"/>
              </a:gdLst>
              <a:ahLst/>
              <a:cxnLst/>
              <a:rect l="textAreaLeft" t="textAreaTop" r="textAreaRight" b="textAreaBottom"/>
              <a:pathLst>
                <a:path w="13613" h="13599">
                  <a:moveTo>
                    <a:pt x="6814" y="0"/>
                  </a:moveTo>
                  <a:cubicBezTo>
                    <a:pt x="3046" y="0"/>
                    <a:pt x="0" y="3046"/>
                    <a:pt x="0" y="6799"/>
                  </a:cubicBezTo>
                  <a:cubicBezTo>
                    <a:pt x="0" y="10552"/>
                    <a:pt x="3046" y="13598"/>
                    <a:pt x="6814" y="13598"/>
                  </a:cubicBezTo>
                  <a:cubicBezTo>
                    <a:pt x="10567" y="13598"/>
                    <a:pt x="13613" y="10552"/>
                    <a:pt x="13613" y="6799"/>
                  </a:cubicBezTo>
                  <a:cubicBezTo>
                    <a:pt x="13613" y="3046"/>
                    <a:pt x="10567" y="0"/>
                    <a:pt x="681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7" name="Google Shape;2062;p29"/>
            <p:cNvSpPr/>
            <p:nvPr/>
          </p:nvSpPr>
          <p:spPr>
            <a:xfrm>
              <a:off x="4536000" y="3063960"/>
              <a:ext cx="280800" cy="481680"/>
            </a:xfrm>
            <a:custGeom>
              <a:avLst/>
              <a:gdLst>
                <a:gd name="textAreaLeft" fmla="*/ 0 w 280800"/>
                <a:gd name="textAreaRight" fmla="*/ 281160 w 280800"/>
                <a:gd name="textAreaTop" fmla="*/ 0 h 481680"/>
                <a:gd name="textAreaBottom" fmla="*/ 482040 h 481680"/>
              </a:gdLst>
              <a:ahLst/>
              <a:cxnLst/>
              <a:rect l="textAreaLeft" t="textAreaTop" r="textAreaRight" b="textAreaBottom"/>
              <a:pathLst>
                <a:path w="7941" h="13602">
                  <a:moveTo>
                    <a:pt x="896" y="0"/>
                  </a:moveTo>
                  <a:cubicBezTo>
                    <a:pt x="593" y="0"/>
                    <a:pt x="304" y="15"/>
                    <a:pt x="1" y="58"/>
                  </a:cubicBezTo>
                  <a:cubicBezTo>
                    <a:pt x="3393" y="505"/>
                    <a:pt x="5919" y="3378"/>
                    <a:pt x="5919" y="6799"/>
                  </a:cubicBezTo>
                  <a:cubicBezTo>
                    <a:pt x="5919" y="10220"/>
                    <a:pt x="3393" y="13093"/>
                    <a:pt x="1" y="13541"/>
                  </a:cubicBezTo>
                  <a:cubicBezTo>
                    <a:pt x="306" y="13581"/>
                    <a:pt x="610" y="13601"/>
                    <a:pt x="909" y="13601"/>
                  </a:cubicBezTo>
                  <a:cubicBezTo>
                    <a:pt x="4431" y="13601"/>
                    <a:pt x="7441" y="10865"/>
                    <a:pt x="7681" y="7247"/>
                  </a:cubicBezTo>
                  <a:cubicBezTo>
                    <a:pt x="7940" y="3320"/>
                    <a:pt x="4822" y="0"/>
                    <a:pt x="896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8" name="Google Shape;2063;p29"/>
            <p:cNvSpPr/>
            <p:nvPr/>
          </p:nvSpPr>
          <p:spPr>
            <a:xfrm>
              <a:off x="4441680" y="3262320"/>
              <a:ext cx="52920" cy="157680"/>
            </a:xfrm>
            <a:custGeom>
              <a:avLst/>
              <a:gdLst>
                <a:gd name="textAreaLeft" fmla="*/ 0 w 52920"/>
                <a:gd name="textAreaRight" fmla="*/ 53280 w 52920"/>
                <a:gd name="textAreaTop" fmla="*/ 0 h 157680"/>
                <a:gd name="textAreaBottom" fmla="*/ 158040 h 157680"/>
              </a:gdLst>
              <a:ahLst/>
              <a:cxnLst/>
              <a:rect l="textAreaLeft" t="textAreaTop" r="textAreaRight" b="textAreaBottom"/>
              <a:pathLst>
                <a:path w="1502" h="4461">
                  <a:moveTo>
                    <a:pt x="58" y="0"/>
                  </a:moveTo>
                  <a:cubicBezTo>
                    <a:pt x="29" y="0"/>
                    <a:pt x="0" y="29"/>
                    <a:pt x="0" y="58"/>
                  </a:cubicBezTo>
                  <a:lnTo>
                    <a:pt x="0" y="4403"/>
                  </a:lnTo>
                  <a:cubicBezTo>
                    <a:pt x="0" y="4432"/>
                    <a:pt x="29" y="4461"/>
                    <a:pt x="58" y="4461"/>
                  </a:cubicBezTo>
                  <a:lnTo>
                    <a:pt x="1444" y="4461"/>
                  </a:lnTo>
                  <a:cubicBezTo>
                    <a:pt x="1473" y="4461"/>
                    <a:pt x="1502" y="4446"/>
                    <a:pt x="1502" y="4403"/>
                  </a:cubicBezTo>
                  <a:lnTo>
                    <a:pt x="1502" y="58"/>
                  </a:lnTo>
                  <a:cubicBezTo>
                    <a:pt x="1502" y="29"/>
                    <a:pt x="1473" y="0"/>
                    <a:pt x="1444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8840" bIns="788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9" name="Google Shape;2064;p29"/>
            <p:cNvSpPr/>
            <p:nvPr/>
          </p:nvSpPr>
          <p:spPr>
            <a:xfrm>
              <a:off x="4420080" y="3168000"/>
              <a:ext cx="74520" cy="63720"/>
            </a:xfrm>
            <a:custGeom>
              <a:avLst/>
              <a:gdLst>
                <a:gd name="textAreaLeft" fmla="*/ 0 w 74520"/>
                <a:gd name="textAreaRight" fmla="*/ 74880 w 74520"/>
                <a:gd name="textAreaTop" fmla="*/ 0 h 63720"/>
                <a:gd name="textAreaBottom" fmla="*/ 64080 h 63720"/>
              </a:gdLst>
              <a:ahLst/>
              <a:cxnLst/>
              <a:rect l="textAreaLeft" t="textAreaTop" r="textAreaRight" b="textAreaBottom"/>
              <a:pathLst>
                <a:path w="2109" h="1811">
                  <a:moveTo>
                    <a:pt x="1208" y="0"/>
                  </a:moveTo>
                  <a:cubicBezTo>
                    <a:pt x="987" y="0"/>
                    <a:pt x="761" y="83"/>
                    <a:pt x="578" y="266"/>
                  </a:cubicBezTo>
                  <a:cubicBezTo>
                    <a:pt x="1" y="829"/>
                    <a:pt x="405" y="1810"/>
                    <a:pt x="1214" y="1810"/>
                  </a:cubicBezTo>
                  <a:cubicBezTo>
                    <a:pt x="1704" y="1810"/>
                    <a:pt x="2109" y="1406"/>
                    <a:pt x="2109" y="901"/>
                  </a:cubicBezTo>
                  <a:cubicBezTo>
                    <a:pt x="2109" y="355"/>
                    <a:pt x="1668" y="0"/>
                    <a:pt x="1208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2040" bIns="32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0" name="Google Shape;2065;p29"/>
            <p:cNvSpPr/>
            <p:nvPr/>
          </p:nvSpPr>
          <p:spPr>
            <a:xfrm>
              <a:off x="4546440" y="3262320"/>
              <a:ext cx="168480" cy="158400"/>
            </a:xfrm>
            <a:custGeom>
              <a:avLst/>
              <a:gdLst>
                <a:gd name="textAreaLeft" fmla="*/ 0 w 168480"/>
                <a:gd name="textAreaRight" fmla="*/ 168840 w 168480"/>
                <a:gd name="textAreaTop" fmla="*/ 0 h 158400"/>
                <a:gd name="textAreaBottom" fmla="*/ 158760 h 158400"/>
              </a:gdLst>
              <a:ahLst/>
              <a:cxnLst/>
              <a:rect l="textAreaLeft" t="textAreaTop" r="textAreaRight" b="textAreaBottom"/>
              <a:pathLst>
                <a:path w="4765" h="4477">
                  <a:moveTo>
                    <a:pt x="2716" y="1"/>
                  </a:moveTo>
                  <a:cubicBezTo>
                    <a:pt x="2701" y="1"/>
                    <a:pt x="2686" y="1"/>
                    <a:pt x="2671" y="1"/>
                  </a:cubicBezTo>
                  <a:cubicBezTo>
                    <a:pt x="2180" y="1"/>
                    <a:pt x="1718" y="145"/>
                    <a:pt x="1314" y="434"/>
                  </a:cubicBezTo>
                  <a:cubicBezTo>
                    <a:pt x="1304" y="441"/>
                    <a:pt x="1294" y="444"/>
                    <a:pt x="1284" y="444"/>
                  </a:cubicBezTo>
                  <a:cubicBezTo>
                    <a:pt x="1248" y="444"/>
                    <a:pt x="1213" y="410"/>
                    <a:pt x="1213" y="376"/>
                  </a:cubicBezTo>
                  <a:lnTo>
                    <a:pt x="1213" y="59"/>
                  </a:lnTo>
                  <a:cubicBezTo>
                    <a:pt x="1213" y="30"/>
                    <a:pt x="1170" y="1"/>
                    <a:pt x="1141" y="1"/>
                  </a:cubicBezTo>
                  <a:lnTo>
                    <a:pt x="58" y="1"/>
                  </a:lnTo>
                  <a:cubicBezTo>
                    <a:pt x="29" y="1"/>
                    <a:pt x="1" y="30"/>
                    <a:pt x="1" y="59"/>
                  </a:cubicBezTo>
                  <a:lnTo>
                    <a:pt x="1" y="4389"/>
                  </a:lnTo>
                  <a:cubicBezTo>
                    <a:pt x="1" y="4433"/>
                    <a:pt x="29" y="4462"/>
                    <a:pt x="58" y="4462"/>
                  </a:cubicBezTo>
                  <a:lnTo>
                    <a:pt x="1430" y="4462"/>
                  </a:lnTo>
                  <a:cubicBezTo>
                    <a:pt x="1473" y="4462"/>
                    <a:pt x="1502" y="4433"/>
                    <a:pt x="1502" y="4389"/>
                  </a:cubicBezTo>
                  <a:lnTo>
                    <a:pt x="1502" y="2859"/>
                  </a:lnTo>
                  <a:cubicBezTo>
                    <a:pt x="1502" y="2354"/>
                    <a:pt x="1617" y="1502"/>
                    <a:pt x="2382" y="1502"/>
                  </a:cubicBezTo>
                  <a:cubicBezTo>
                    <a:pt x="3133" y="1502"/>
                    <a:pt x="3249" y="2354"/>
                    <a:pt x="3249" y="2859"/>
                  </a:cubicBezTo>
                  <a:lnTo>
                    <a:pt x="3249" y="4404"/>
                  </a:lnTo>
                  <a:cubicBezTo>
                    <a:pt x="3249" y="4433"/>
                    <a:pt x="3277" y="4462"/>
                    <a:pt x="3321" y="4462"/>
                  </a:cubicBezTo>
                  <a:lnTo>
                    <a:pt x="3321" y="4476"/>
                  </a:lnTo>
                  <a:lnTo>
                    <a:pt x="4692" y="4476"/>
                  </a:lnTo>
                  <a:cubicBezTo>
                    <a:pt x="4721" y="4476"/>
                    <a:pt x="4750" y="4433"/>
                    <a:pt x="4750" y="4404"/>
                  </a:cubicBezTo>
                  <a:lnTo>
                    <a:pt x="4750" y="2383"/>
                  </a:lnTo>
                  <a:cubicBezTo>
                    <a:pt x="4764" y="1806"/>
                    <a:pt x="4591" y="1243"/>
                    <a:pt x="4259" y="766"/>
                  </a:cubicBezTo>
                  <a:cubicBezTo>
                    <a:pt x="3893" y="287"/>
                    <a:pt x="3320" y="1"/>
                    <a:pt x="2716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9200" bIns="79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01" name="Google Shape;2066;p29"/>
          <p:cNvGrpSpPr/>
          <p:nvPr/>
        </p:nvGrpSpPr>
        <p:grpSpPr>
          <a:xfrm>
            <a:off x="5085360" y="3063960"/>
            <a:ext cx="489960" cy="481680"/>
            <a:chOff x="5085360" y="3063960"/>
            <a:chExt cx="489960" cy="481680"/>
          </a:xfrm>
        </p:grpSpPr>
        <p:sp>
          <p:nvSpPr>
            <p:cNvPr id="302" name="Google Shape;2067;p29"/>
            <p:cNvSpPr/>
            <p:nvPr/>
          </p:nvSpPr>
          <p:spPr>
            <a:xfrm>
              <a:off x="5085360" y="3063960"/>
              <a:ext cx="481320" cy="481320"/>
            </a:xfrm>
            <a:custGeom>
              <a:avLst/>
              <a:gdLst>
                <a:gd name="textAreaLeft" fmla="*/ 0 w 481320"/>
                <a:gd name="textAreaRight" fmla="*/ 481680 w 481320"/>
                <a:gd name="textAreaTop" fmla="*/ 0 h 481320"/>
                <a:gd name="textAreaBottom" fmla="*/ 481680 h 481320"/>
              </a:gdLst>
              <a:ahLst/>
              <a:cxnLst/>
              <a:rect l="textAreaLeft" t="textAreaTop" r="textAreaRight" b="textAreaBottom"/>
              <a:pathLst>
                <a:path w="13599" h="13599">
                  <a:moveTo>
                    <a:pt x="6800" y="0"/>
                  </a:moveTo>
                  <a:cubicBezTo>
                    <a:pt x="3047" y="0"/>
                    <a:pt x="1" y="3046"/>
                    <a:pt x="1" y="6799"/>
                  </a:cubicBezTo>
                  <a:cubicBezTo>
                    <a:pt x="1" y="10552"/>
                    <a:pt x="3047" y="13598"/>
                    <a:pt x="6800" y="13598"/>
                  </a:cubicBezTo>
                  <a:cubicBezTo>
                    <a:pt x="10553" y="13598"/>
                    <a:pt x="13599" y="10552"/>
                    <a:pt x="13599" y="6799"/>
                  </a:cubicBezTo>
                  <a:cubicBezTo>
                    <a:pt x="13599" y="3046"/>
                    <a:pt x="10553" y="0"/>
                    <a:pt x="6800" y="0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3" name="Google Shape;2068;p29"/>
            <p:cNvSpPr/>
            <p:nvPr/>
          </p:nvSpPr>
          <p:spPr>
            <a:xfrm>
              <a:off x="5294520" y="3063960"/>
              <a:ext cx="280800" cy="481680"/>
            </a:xfrm>
            <a:custGeom>
              <a:avLst/>
              <a:gdLst>
                <a:gd name="textAreaLeft" fmla="*/ 0 w 280800"/>
                <a:gd name="textAreaRight" fmla="*/ 281160 w 280800"/>
                <a:gd name="textAreaTop" fmla="*/ 0 h 481680"/>
                <a:gd name="textAreaBottom" fmla="*/ 482040 h 481680"/>
              </a:gdLst>
              <a:ahLst/>
              <a:cxnLst/>
              <a:rect l="textAreaLeft" t="textAreaTop" r="textAreaRight" b="textAreaBottom"/>
              <a:pathLst>
                <a:path w="7941" h="13602">
                  <a:moveTo>
                    <a:pt x="896" y="0"/>
                  </a:moveTo>
                  <a:cubicBezTo>
                    <a:pt x="593" y="0"/>
                    <a:pt x="304" y="15"/>
                    <a:pt x="1" y="58"/>
                  </a:cubicBezTo>
                  <a:cubicBezTo>
                    <a:pt x="3393" y="505"/>
                    <a:pt x="5919" y="3378"/>
                    <a:pt x="5919" y="6799"/>
                  </a:cubicBezTo>
                  <a:cubicBezTo>
                    <a:pt x="5919" y="10220"/>
                    <a:pt x="3393" y="13093"/>
                    <a:pt x="1" y="13541"/>
                  </a:cubicBezTo>
                  <a:cubicBezTo>
                    <a:pt x="306" y="13581"/>
                    <a:pt x="610" y="13601"/>
                    <a:pt x="909" y="13601"/>
                  </a:cubicBezTo>
                  <a:cubicBezTo>
                    <a:pt x="4431" y="13601"/>
                    <a:pt x="7441" y="10865"/>
                    <a:pt x="7681" y="7247"/>
                  </a:cubicBezTo>
                  <a:cubicBezTo>
                    <a:pt x="7940" y="3320"/>
                    <a:pt x="4822" y="0"/>
                    <a:pt x="896" y="0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4" name="Google Shape;2069;p29"/>
            <p:cNvSpPr/>
            <p:nvPr/>
          </p:nvSpPr>
          <p:spPr>
            <a:xfrm>
              <a:off x="5188320" y="3188520"/>
              <a:ext cx="307440" cy="253080"/>
            </a:xfrm>
            <a:custGeom>
              <a:avLst/>
              <a:gdLst>
                <a:gd name="textAreaLeft" fmla="*/ 0 w 307440"/>
                <a:gd name="textAreaRight" fmla="*/ 307800 w 307440"/>
                <a:gd name="textAreaTop" fmla="*/ 0 h 253080"/>
                <a:gd name="textAreaBottom" fmla="*/ 253440 h 253080"/>
              </a:gdLst>
              <a:ahLst/>
              <a:cxnLst/>
              <a:rect l="textAreaLeft" t="textAreaTop" r="textAreaRight" b="textAreaBottom"/>
              <a:pathLst>
                <a:path w="8688" h="7151">
                  <a:moveTo>
                    <a:pt x="5678" y="0"/>
                  </a:moveTo>
                  <a:cubicBezTo>
                    <a:pt x="4639" y="0"/>
                    <a:pt x="3643" y="810"/>
                    <a:pt x="3652" y="2026"/>
                  </a:cubicBezTo>
                  <a:lnTo>
                    <a:pt x="3652" y="2070"/>
                  </a:lnTo>
                  <a:lnTo>
                    <a:pt x="3551" y="2070"/>
                  </a:lnTo>
                  <a:cubicBezTo>
                    <a:pt x="3219" y="2012"/>
                    <a:pt x="2887" y="1940"/>
                    <a:pt x="2570" y="1839"/>
                  </a:cubicBezTo>
                  <a:cubicBezTo>
                    <a:pt x="1819" y="1579"/>
                    <a:pt x="1155" y="1160"/>
                    <a:pt x="592" y="612"/>
                  </a:cubicBezTo>
                  <a:lnTo>
                    <a:pt x="390" y="410"/>
                  </a:lnTo>
                  <a:cubicBezTo>
                    <a:pt x="375" y="395"/>
                    <a:pt x="358" y="388"/>
                    <a:pt x="342" y="388"/>
                  </a:cubicBezTo>
                  <a:cubicBezTo>
                    <a:pt x="312" y="388"/>
                    <a:pt x="284" y="410"/>
                    <a:pt x="275" y="438"/>
                  </a:cubicBezTo>
                  <a:lnTo>
                    <a:pt x="202" y="727"/>
                  </a:lnTo>
                  <a:cubicBezTo>
                    <a:pt x="0" y="1492"/>
                    <a:pt x="318" y="2301"/>
                    <a:pt x="982" y="2734"/>
                  </a:cubicBezTo>
                  <a:cubicBezTo>
                    <a:pt x="852" y="2734"/>
                    <a:pt x="708" y="2719"/>
                    <a:pt x="578" y="2690"/>
                  </a:cubicBezTo>
                  <a:lnTo>
                    <a:pt x="332" y="2633"/>
                  </a:lnTo>
                  <a:cubicBezTo>
                    <a:pt x="327" y="2631"/>
                    <a:pt x="321" y="2630"/>
                    <a:pt x="315" y="2630"/>
                  </a:cubicBezTo>
                  <a:cubicBezTo>
                    <a:pt x="278" y="2630"/>
                    <a:pt x="246" y="2667"/>
                    <a:pt x="246" y="2705"/>
                  </a:cubicBezTo>
                  <a:lnTo>
                    <a:pt x="289" y="2950"/>
                  </a:lnTo>
                  <a:cubicBezTo>
                    <a:pt x="390" y="3513"/>
                    <a:pt x="751" y="3990"/>
                    <a:pt x="1256" y="4221"/>
                  </a:cubicBezTo>
                  <a:cubicBezTo>
                    <a:pt x="1314" y="4249"/>
                    <a:pt x="1299" y="4336"/>
                    <a:pt x="1242" y="4350"/>
                  </a:cubicBezTo>
                  <a:lnTo>
                    <a:pt x="967" y="4350"/>
                  </a:lnTo>
                  <a:cubicBezTo>
                    <a:pt x="910" y="4365"/>
                    <a:pt x="881" y="4408"/>
                    <a:pt x="910" y="4452"/>
                  </a:cubicBezTo>
                  <a:lnTo>
                    <a:pt x="1040" y="4697"/>
                  </a:lnTo>
                  <a:cubicBezTo>
                    <a:pt x="1314" y="5173"/>
                    <a:pt x="1790" y="5491"/>
                    <a:pt x="2324" y="5563"/>
                  </a:cubicBezTo>
                  <a:cubicBezTo>
                    <a:pt x="2382" y="5577"/>
                    <a:pt x="2397" y="5650"/>
                    <a:pt x="2353" y="5693"/>
                  </a:cubicBezTo>
                  <a:cubicBezTo>
                    <a:pt x="1891" y="6025"/>
                    <a:pt x="1357" y="6256"/>
                    <a:pt x="794" y="6357"/>
                  </a:cubicBezTo>
                  <a:lnTo>
                    <a:pt x="188" y="6458"/>
                  </a:lnTo>
                  <a:cubicBezTo>
                    <a:pt x="116" y="6472"/>
                    <a:pt x="116" y="6559"/>
                    <a:pt x="174" y="6588"/>
                  </a:cubicBezTo>
                  <a:lnTo>
                    <a:pt x="751" y="6804"/>
                  </a:lnTo>
                  <a:cubicBezTo>
                    <a:pt x="1328" y="7035"/>
                    <a:pt x="1949" y="7151"/>
                    <a:pt x="2570" y="7151"/>
                  </a:cubicBezTo>
                  <a:cubicBezTo>
                    <a:pt x="5385" y="7136"/>
                    <a:pt x="7680" y="4870"/>
                    <a:pt x="7694" y="2055"/>
                  </a:cubicBezTo>
                  <a:lnTo>
                    <a:pt x="7694" y="2026"/>
                  </a:lnTo>
                  <a:lnTo>
                    <a:pt x="7694" y="1983"/>
                  </a:lnTo>
                  <a:lnTo>
                    <a:pt x="7694" y="1969"/>
                  </a:lnTo>
                  <a:cubicBezTo>
                    <a:pt x="7896" y="1839"/>
                    <a:pt x="8070" y="1680"/>
                    <a:pt x="8243" y="1507"/>
                  </a:cubicBezTo>
                  <a:lnTo>
                    <a:pt x="8647" y="1088"/>
                  </a:lnTo>
                  <a:cubicBezTo>
                    <a:pt x="8687" y="1048"/>
                    <a:pt x="8653" y="971"/>
                    <a:pt x="8591" y="971"/>
                  </a:cubicBezTo>
                  <a:cubicBezTo>
                    <a:pt x="8586" y="971"/>
                    <a:pt x="8580" y="971"/>
                    <a:pt x="8575" y="973"/>
                  </a:cubicBezTo>
                  <a:lnTo>
                    <a:pt x="8012" y="1117"/>
                  </a:lnTo>
                  <a:lnTo>
                    <a:pt x="7824" y="1146"/>
                  </a:lnTo>
                  <a:cubicBezTo>
                    <a:pt x="7820" y="1147"/>
                    <a:pt x="7816" y="1147"/>
                    <a:pt x="7812" y="1147"/>
                  </a:cubicBezTo>
                  <a:cubicBezTo>
                    <a:pt x="7761" y="1147"/>
                    <a:pt x="7728" y="1070"/>
                    <a:pt x="7781" y="1030"/>
                  </a:cubicBezTo>
                  <a:cubicBezTo>
                    <a:pt x="7839" y="973"/>
                    <a:pt x="7896" y="915"/>
                    <a:pt x="7954" y="857"/>
                  </a:cubicBezTo>
                  <a:lnTo>
                    <a:pt x="8402" y="366"/>
                  </a:lnTo>
                  <a:cubicBezTo>
                    <a:pt x="8439" y="329"/>
                    <a:pt x="8401" y="259"/>
                    <a:pt x="8353" y="259"/>
                  </a:cubicBezTo>
                  <a:cubicBezTo>
                    <a:pt x="8346" y="259"/>
                    <a:pt x="8338" y="261"/>
                    <a:pt x="8330" y="265"/>
                  </a:cubicBezTo>
                  <a:lnTo>
                    <a:pt x="7709" y="467"/>
                  </a:lnTo>
                  <a:cubicBezTo>
                    <a:pt x="7521" y="525"/>
                    <a:pt x="7334" y="583"/>
                    <a:pt x="7131" y="612"/>
                  </a:cubicBezTo>
                  <a:cubicBezTo>
                    <a:pt x="7117" y="612"/>
                    <a:pt x="7088" y="597"/>
                    <a:pt x="7074" y="583"/>
                  </a:cubicBezTo>
                  <a:cubicBezTo>
                    <a:pt x="6667" y="180"/>
                    <a:pt x="6168" y="0"/>
                    <a:pt x="5678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05" name="Google Shape;2070;p29"/>
          <p:cNvGrpSpPr/>
          <p:nvPr/>
        </p:nvGrpSpPr>
        <p:grpSpPr>
          <a:xfrm>
            <a:off x="3568320" y="3063960"/>
            <a:ext cx="489960" cy="482040"/>
            <a:chOff x="3568320" y="3063960"/>
            <a:chExt cx="489960" cy="482040"/>
          </a:xfrm>
        </p:grpSpPr>
        <p:grpSp>
          <p:nvGrpSpPr>
            <p:cNvPr id="306" name="Google Shape;2071;p29"/>
            <p:cNvGrpSpPr/>
            <p:nvPr/>
          </p:nvGrpSpPr>
          <p:grpSpPr>
            <a:xfrm>
              <a:off x="3568320" y="3063960"/>
              <a:ext cx="489960" cy="482040"/>
              <a:chOff x="3568320" y="3063960"/>
              <a:chExt cx="489960" cy="482040"/>
            </a:xfrm>
          </p:grpSpPr>
          <p:sp>
            <p:nvSpPr>
              <p:cNvPr id="307" name="Google Shape;2072;p29"/>
              <p:cNvSpPr/>
              <p:nvPr/>
            </p:nvSpPr>
            <p:spPr>
              <a:xfrm>
                <a:off x="3568320" y="3063960"/>
                <a:ext cx="482040" cy="481320"/>
              </a:xfrm>
              <a:custGeom>
                <a:avLst/>
                <a:gdLst>
                  <a:gd name="textAreaLeft" fmla="*/ 0 w 482040"/>
                  <a:gd name="textAreaRight" fmla="*/ 482400 w 482040"/>
                  <a:gd name="textAreaTop" fmla="*/ 0 h 481320"/>
                  <a:gd name="textAreaBottom" fmla="*/ 481680 h 481320"/>
                </a:gdLst>
                <a:ahLst/>
                <a:cxnLst/>
                <a:rect l="textAreaLeft" t="textAreaTop" r="textAreaRight" b="textAreaBottom"/>
                <a:pathLst>
                  <a:path w="13613" h="13599">
                    <a:moveTo>
                      <a:pt x="6814" y="0"/>
                    </a:moveTo>
                    <a:cubicBezTo>
                      <a:pt x="3046" y="0"/>
                      <a:pt x="0" y="3046"/>
                      <a:pt x="0" y="6799"/>
                    </a:cubicBezTo>
                    <a:cubicBezTo>
                      <a:pt x="0" y="10552"/>
                      <a:pt x="3046" y="13598"/>
                      <a:pt x="6814" y="13598"/>
                    </a:cubicBezTo>
                    <a:cubicBezTo>
                      <a:pt x="10567" y="13598"/>
                      <a:pt x="13613" y="10552"/>
                      <a:pt x="13613" y="6799"/>
                    </a:cubicBezTo>
                    <a:cubicBezTo>
                      <a:pt x="13613" y="3046"/>
                      <a:pt x="10567" y="0"/>
                      <a:pt x="681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08" name="Google Shape;2073;p29"/>
              <p:cNvSpPr/>
              <p:nvPr/>
            </p:nvSpPr>
            <p:spPr>
              <a:xfrm>
                <a:off x="3777840" y="3063960"/>
                <a:ext cx="280440" cy="482040"/>
              </a:xfrm>
              <a:custGeom>
                <a:avLst/>
                <a:gdLst>
                  <a:gd name="textAreaLeft" fmla="*/ 0 w 280440"/>
                  <a:gd name="textAreaRight" fmla="*/ 280800 w 280440"/>
                  <a:gd name="textAreaTop" fmla="*/ 0 h 482040"/>
                  <a:gd name="textAreaBottom" fmla="*/ 482400 h 482040"/>
                </a:gdLst>
                <a:ahLst/>
                <a:cxnLst/>
                <a:rect l="textAreaLeft" t="textAreaTop" r="textAreaRight" b="textAreaBottom"/>
                <a:pathLst>
                  <a:path w="7926" h="13613">
                    <a:moveTo>
                      <a:pt x="881" y="0"/>
                    </a:moveTo>
                    <a:cubicBezTo>
                      <a:pt x="884" y="0"/>
                      <a:pt x="886" y="0"/>
                      <a:pt x="888" y="0"/>
                    </a:cubicBezTo>
                    <a:lnTo>
                      <a:pt x="888" y="0"/>
                    </a:lnTo>
                    <a:cubicBezTo>
                      <a:pt x="891" y="0"/>
                      <a:pt x="893" y="0"/>
                      <a:pt x="896" y="0"/>
                    </a:cubicBezTo>
                    <a:close/>
                    <a:moveTo>
                      <a:pt x="888" y="0"/>
                    </a:moveTo>
                    <a:lnTo>
                      <a:pt x="888" y="0"/>
                    </a:lnTo>
                    <a:cubicBezTo>
                      <a:pt x="588" y="0"/>
                      <a:pt x="301" y="15"/>
                      <a:pt x="1" y="58"/>
                    </a:cubicBezTo>
                    <a:cubicBezTo>
                      <a:pt x="3393" y="491"/>
                      <a:pt x="5934" y="3378"/>
                      <a:pt x="5934" y="6799"/>
                    </a:cubicBezTo>
                    <a:cubicBezTo>
                      <a:pt x="5934" y="10220"/>
                      <a:pt x="3393" y="13107"/>
                      <a:pt x="1" y="13555"/>
                    </a:cubicBezTo>
                    <a:cubicBezTo>
                      <a:pt x="299" y="13594"/>
                      <a:pt x="595" y="13612"/>
                      <a:pt x="887" y="13612"/>
                    </a:cubicBezTo>
                    <a:cubicBezTo>
                      <a:pt x="4418" y="13612"/>
                      <a:pt x="7441" y="10873"/>
                      <a:pt x="7680" y="7247"/>
                    </a:cubicBezTo>
                    <a:cubicBezTo>
                      <a:pt x="7926" y="3323"/>
                      <a:pt x="4826" y="4"/>
                      <a:pt x="88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309" name="Google Shape;2074;p29"/>
            <p:cNvGrpSpPr/>
            <p:nvPr/>
          </p:nvGrpSpPr>
          <p:grpSpPr>
            <a:xfrm>
              <a:off x="3676680" y="3168360"/>
              <a:ext cx="273240" cy="272880"/>
              <a:chOff x="3676680" y="3168360"/>
              <a:chExt cx="273240" cy="272880"/>
            </a:xfrm>
          </p:grpSpPr>
          <p:sp>
            <p:nvSpPr>
              <p:cNvPr id="310" name="Google Shape;2075;p29"/>
              <p:cNvSpPr/>
              <p:nvPr/>
            </p:nvSpPr>
            <p:spPr>
              <a:xfrm>
                <a:off x="3676680" y="3168360"/>
                <a:ext cx="273240" cy="272880"/>
              </a:xfrm>
              <a:custGeom>
                <a:avLst/>
                <a:gdLst>
                  <a:gd name="textAreaLeft" fmla="*/ 0 w 273240"/>
                  <a:gd name="textAreaRight" fmla="*/ 273600 w 273240"/>
                  <a:gd name="textAreaTop" fmla="*/ 0 h 272880"/>
                  <a:gd name="textAreaBottom" fmla="*/ 273240 h 272880"/>
                </a:gdLst>
                <a:ahLst/>
                <a:cxnLst/>
                <a:rect l="textAreaLeft" t="textAreaTop" r="textAreaRight" b="textAreaBottom"/>
                <a:pathLst>
                  <a:path w="12288" h="12287">
                    <a:moveTo>
                      <a:pt x="10053" y="1117"/>
                    </a:moveTo>
                    <a:cubicBezTo>
                      <a:pt x="10669" y="1117"/>
                      <a:pt x="11171" y="1617"/>
                      <a:pt x="11171" y="2233"/>
                    </a:cubicBezTo>
                    <a:cubicBezTo>
                      <a:pt x="11170" y="2850"/>
                      <a:pt x="10669" y="3351"/>
                      <a:pt x="10053" y="3351"/>
                    </a:cubicBezTo>
                    <a:cubicBezTo>
                      <a:pt x="9438" y="3351"/>
                      <a:pt x="8937" y="2850"/>
                      <a:pt x="8937" y="2233"/>
                    </a:cubicBezTo>
                    <a:cubicBezTo>
                      <a:pt x="8937" y="1617"/>
                      <a:pt x="9438" y="1117"/>
                      <a:pt x="10053" y="1117"/>
                    </a:cubicBezTo>
                    <a:close/>
                    <a:moveTo>
                      <a:pt x="6144" y="2233"/>
                    </a:moveTo>
                    <a:cubicBezTo>
                      <a:pt x="8300" y="2233"/>
                      <a:pt x="10053" y="3988"/>
                      <a:pt x="10053" y="6144"/>
                    </a:cubicBezTo>
                    <a:cubicBezTo>
                      <a:pt x="10053" y="8299"/>
                      <a:pt x="8300" y="10054"/>
                      <a:pt x="6144" y="10054"/>
                    </a:cubicBezTo>
                    <a:cubicBezTo>
                      <a:pt x="3989" y="10054"/>
                      <a:pt x="2234" y="8299"/>
                      <a:pt x="2234" y="6144"/>
                    </a:cubicBezTo>
                    <a:cubicBezTo>
                      <a:pt x="2234" y="3988"/>
                      <a:pt x="3987" y="2233"/>
                      <a:pt x="6144" y="2233"/>
                    </a:cubicBezTo>
                    <a:close/>
                    <a:moveTo>
                      <a:pt x="1675" y="1"/>
                    </a:moveTo>
                    <a:cubicBezTo>
                      <a:pt x="752" y="1"/>
                      <a:pt x="0" y="751"/>
                      <a:pt x="0" y="1676"/>
                    </a:cubicBezTo>
                    <a:lnTo>
                      <a:pt x="0" y="10611"/>
                    </a:lnTo>
                    <a:cubicBezTo>
                      <a:pt x="0" y="11536"/>
                      <a:pt x="752" y="12286"/>
                      <a:pt x="1675" y="12286"/>
                    </a:cubicBezTo>
                    <a:lnTo>
                      <a:pt x="10612" y="12286"/>
                    </a:lnTo>
                    <a:cubicBezTo>
                      <a:pt x="11536" y="12286"/>
                      <a:pt x="12288" y="11536"/>
                      <a:pt x="12288" y="10611"/>
                    </a:cubicBezTo>
                    <a:lnTo>
                      <a:pt x="12288" y="1676"/>
                    </a:lnTo>
                    <a:cubicBezTo>
                      <a:pt x="12288" y="752"/>
                      <a:pt x="11536" y="1"/>
                      <a:pt x="1061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11" name="Google Shape;2076;p29"/>
              <p:cNvSpPr/>
              <p:nvPr/>
            </p:nvSpPr>
            <p:spPr>
              <a:xfrm>
                <a:off x="3751200" y="3242880"/>
                <a:ext cx="123840" cy="123840"/>
              </a:xfrm>
              <a:custGeom>
                <a:avLst/>
                <a:gdLst>
                  <a:gd name="textAreaLeft" fmla="*/ 0 w 123840"/>
                  <a:gd name="textAreaRight" fmla="*/ 124200 w 123840"/>
                  <a:gd name="textAreaTop" fmla="*/ 0 h 123840"/>
                  <a:gd name="textAreaBottom" fmla="*/ 124200 h 123840"/>
                </a:gdLst>
                <a:ahLst/>
                <a:cxnLst/>
                <a:rect l="textAreaLeft" t="textAreaTop" r="textAreaRight" b="textAreaBottom"/>
                <a:pathLst>
                  <a:path w="5588" h="5585">
                    <a:moveTo>
                      <a:pt x="2794" y="0"/>
                    </a:moveTo>
                    <a:cubicBezTo>
                      <a:pt x="1255" y="0"/>
                      <a:pt x="1" y="1252"/>
                      <a:pt x="1" y="2793"/>
                    </a:cubicBezTo>
                    <a:cubicBezTo>
                      <a:pt x="1" y="4332"/>
                      <a:pt x="1255" y="5585"/>
                      <a:pt x="2794" y="5585"/>
                    </a:cubicBezTo>
                    <a:cubicBezTo>
                      <a:pt x="4333" y="5585"/>
                      <a:pt x="5587" y="4332"/>
                      <a:pt x="5587" y="2793"/>
                    </a:cubicBezTo>
                    <a:cubicBezTo>
                      <a:pt x="5587" y="1252"/>
                      <a:pt x="4333" y="0"/>
                      <a:pt x="279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1920" bIns="619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312" name="Google Shape;2077;p29"/>
          <p:cNvGrpSpPr/>
          <p:nvPr/>
        </p:nvGrpSpPr>
        <p:grpSpPr>
          <a:xfrm>
            <a:off x="-2443680" y="-2633040"/>
            <a:ext cx="8996400" cy="5145480"/>
            <a:chOff x="-2443680" y="-2633040"/>
            <a:chExt cx="8996400" cy="5145480"/>
          </a:xfrm>
        </p:grpSpPr>
        <p:sp>
          <p:nvSpPr>
            <p:cNvPr id="313" name="Google Shape;2078;p29"/>
            <p:cNvSpPr/>
            <p:nvPr/>
          </p:nvSpPr>
          <p:spPr>
            <a:xfrm rot="20227800">
              <a:off x="-2009520" y="1319400"/>
              <a:ext cx="399960" cy="516960"/>
            </a:xfrm>
            <a:custGeom>
              <a:avLst/>
              <a:gdLst>
                <a:gd name="textAreaLeft" fmla="*/ 0 w 399960"/>
                <a:gd name="textAreaRight" fmla="*/ 400320 w 399960"/>
                <a:gd name="textAreaTop" fmla="*/ 0 h 516960"/>
                <a:gd name="textAreaBottom" fmla="*/ 517320 h 516960"/>
              </a:gdLst>
              <a:ahLst/>
              <a:cxnLst/>
              <a:rect l="textAreaLeft" t="textAreaTop" r="textAreaRight" b="textAreaBottom"/>
              <a:pathLst>
                <a:path w="9629" h="12434">
                  <a:moveTo>
                    <a:pt x="8455" y="12414"/>
                  </a:moveTo>
                  <a:cubicBezTo>
                    <a:pt x="8097" y="12354"/>
                    <a:pt x="7699" y="12155"/>
                    <a:pt x="7401" y="11837"/>
                  </a:cubicBezTo>
                  <a:cubicBezTo>
                    <a:pt x="7221" y="11638"/>
                    <a:pt x="7102" y="11379"/>
                    <a:pt x="7102" y="11181"/>
                  </a:cubicBezTo>
                  <a:cubicBezTo>
                    <a:pt x="7102" y="10942"/>
                    <a:pt x="7221" y="10743"/>
                    <a:pt x="7440" y="10643"/>
                  </a:cubicBezTo>
                  <a:cubicBezTo>
                    <a:pt x="7540" y="10584"/>
                    <a:pt x="7699" y="10663"/>
                    <a:pt x="7818" y="10763"/>
                  </a:cubicBezTo>
                  <a:cubicBezTo>
                    <a:pt x="7918" y="10882"/>
                    <a:pt x="7918" y="11002"/>
                    <a:pt x="7818" y="11061"/>
                  </a:cubicBezTo>
                  <a:cubicBezTo>
                    <a:pt x="7699" y="11121"/>
                    <a:pt x="7619" y="11240"/>
                    <a:pt x="7619" y="11360"/>
                  </a:cubicBezTo>
                  <a:cubicBezTo>
                    <a:pt x="7619" y="11439"/>
                    <a:pt x="7639" y="11539"/>
                    <a:pt x="7739" y="11658"/>
                  </a:cubicBezTo>
                  <a:cubicBezTo>
                    <a:pt x="7938" y="11877"/>
                    <a:pt x="8316" y="12016"/>
                    <a:pt x="8534" y="11917"/>
                  </a:cubicBezTo>
                  <a:cubicBezTo>
                    <a:pt x="8713" y="11837"/>
                    <a:pt x="9231" y="11539"/>
                    <a:pt x="8634" y="10842"/>
                  </a:cubicBezTo>
                  <a:lnTo>
                    <a:pt x="7162" y="9132"/>
                  </a:lnTo>
                  <a:cubicBezTo>
                    <a:pt x="6048" y="9470"/>
                    <a:pt x="4417" y="8933"/>
                    <a:pt x="3442" y="7858"/>
                  </a:cubicBezTo>
                  <a:cubicBezTo>
                    <a:pt x="2547" y="6864"/>
                    <a:pt x="2746" y="5690"/>
                    <a:pt x="2885" y="4715"/>
                  </a:cubicBezTo>
                  <a:lnTo>
                    <a:pt x="2885" y="4696"/>
                  </a:lnTo>
                  <a:cubicBezTo>
                    <a:pt x="2925" y="4576"/>
                    <a:pt x="2945" y="4417"/>
                    <a:pt x="2945" y="4258"/>
                  </a:cubicBezTo>
                  <a:lnTo>
                    <a:pt x="1572" y="2686"/>
                  </a:lnTo>
                  <a:cubicBezTo>
                    <a:pt x="597" y="1592"/>
                    <a:pt x="0" y="697"/>
                    <a:pt x="0" y="299"/>
                  </a:cubicBezTo>
                  <a:cubicBezTo>
                    <a:pt x="0" y="140"/>
                    <a:pt x="80" y="80"/>
                    <a:pt x="160" y="41"/>
                  </a:cubicBezTo>
                  <a:cubicBezTo>
                    <a:pt x="239" y="21"/>
                    <a:pt x="359" y="1"/>
                    <a:pt x="577" y="80"/>
                  </a:cubicBezTo>
                  <a:cubicBezTo>
                    <a:pt x="1055" y="220"/>
                    <a:pt x="1751" y="797"/>
                    <a:pt x="2447" y="1592"/>
                  </a:cubicBezTo>
                  <a:cubicBezTo>
                    <a:pt x="2984" y="2209"/>
                    <a:pt x="3323" y="2885"/>
                    <a:pt x="3442" y="3582"/>
                  </a:cubicBezTo>
                  <a:cubicBezTo>
                    <a:pt x="3482" y="3820"/>
                    <a:pt x="3482" y="4059"/>
                    <a:pt x="3482" y="4258"/>
                  </a:cubicBezTo>
                  <a:lnTo>
                    <a:pt x="5033" y="6008"/>
                  </a:lnTo>
                  <a:cubicBezTo>
                    <a:pt x="5431" y="5909"/>
                    <a:pt x="5928" y="5949"/>
                    <a:pt x="6426" y="6108"/>
                  </a:cubicBezTo>
                  <a:cubicBezTo>
                    <a:pt x="6863" y="6287"/>
                    <a:pt x="7301" y="6585"/>
                    <a:pt x="7599" y="6943"/>
                  </a:cubicBezTo>
                  <a:cubicBezTo>
                    <a:pt x="8236" y="7699"/>
                    <a:pt x="8196" y="8555"/>
                    <a:pt x="7560" y="8953"/>
                  </a:cubicBezTo>
                  <a:lnTo>
                    <a:pt x="9032" y="10663"/>
                  </a:lnTo>
                  <a:cubicBezTo>
                    <a:pt x="9629" y="11379"/>
                    <a:pt x="9609" y="12036"/>
                    <a:pt x="8932" y="12314"/>
                  </a:cubicBezTo>
                  <a:cubicBezTo>
                    <a:pt x="8793" y="12414"/>
                    <a:pt x="8634" y="12434"/>
                    <a:pt x="8455" y="12414"/>
                  </a:cubicBezTo>
                  <a:close/>
                  <a:moveTo>
                    <a:pt x="3462" y="4815"/>
                  </a:moveTo>
                  <a:cubicBezTo>
                    <a:pt x="3462" y="4875"/>
                    <a:pt x="3442" y="4914"/>
                    <a:pt x="3442" y="4954"/>
                  </a:cubicBezTo>
                  <a:lnTo>
                    <a:pt x="3442" y="4974"/>
                  </a:lnTo>
                  <a:cubicBezTo>
                    <a:pt x="3323" y="5790"/>
                    <a:pt x="3143" y="6943"/>
                    <a:pt x="3840" y="7699"/>
                  </a:cubicBezTo>
                  <a:cubicBezTo>
                    <a:pt x="4616" y="8575"/>
                    <a:pt x="5909" y="8992"/>
                    <a:pt x="6844" y="8734"/>
                  </a:cubicBezTo>
                  <a:lnTo>
                    <a:pt x="6107" y="7858"/>
                  </a:lnTo>
                  <a:cubicBezTo>
                    <a:pt x="5650" y="7938"/>
                    <a:pt x="5113" y="7699"/>
                    <a:pt x="4755" y="7301"/>
                  </a:cubicBezTo>
                  <a:cubicBezTo>
                    <a:pt x="4576" y="7103"/>
                    <a:pt x="4476" y="6884"/>
                    <a:pt x="4476" y="6665"/>
                  </a:cubicBezTo>
                  <a:cubicBezTo>
                    <a:pt x="4476" y="6486"/>
                    <a:pt x="4556" y="6307"/>
                    <a:pt x="4675" y="6207"/>
                  </a:cubicBezTo>
                  <a:close/>
                  <a:moveTo>
                    <a:pt x="5411" y="6466"/>
                  </a:moveTo>
                  <a:lnTo>
                    <a:pt x="7202" y="8555"/>
                  </a:lnTo>
                  <a:cubicBezTo>
                    <a:pt x="7639" y="8256"/>
                    <a:pt x="7659" y="7660"/>
                    <a:pt x="7221" y="7103"/>
                  </a:cubicBezTo>
                  <a:cubicBezTo>
                    <a:pt x="7023" y="6864"/>
                    <a:pt x="6724" y="6665"/>
                    <a:pt x="6406" y="6526"/>
                  </a:cubicBezTo>
                  <a:cubicBezTo>
                    <a:pt x="6068" y="6446"/>
                    <a:pt x="5710" y="6406"/>
                    <a:pt x="5411" y="6466"/>
                  </a:cubicBezTo>
                  <a:close/>
                  <a:moveTo>
                    <a:pt x="5053" y="6645"/>
                  </a:moveTo>
                  <a:cubicBezTo>
                    <a:pt x="5013" y="6685"/>
                    <a:pt x="4974" y="6764"/>
                    <a:pt x="4974" y="6844"/>
                  </a:cubicBezTo>
                  <a:cubicBezTo>
                    <a:pt x="4974" y="6904"/>
                    <a:pt x="5013" y="7003"/>
                    <a:pt x="5113" y="7142"/>
                  </a:cubicBezTo>
                  <a:cubicBezTo>
                    <a:pt x="5252" y="7301"/>
                    <a:pt x="5511" y="7401"/>
                    <a:pt x="5730" y="7401"/>
                  </a:cubicBezTo>
                  <a:close/>
                  <a:moveTo>
                    <a:pt x="557" y="498"/>
                  </a:moveTo>
                  <a:cubicBezTo>
                    <a:pt x="538" y="618"/>
                    <a:pt x="796" y="1274"/>
                    <a:pt x="1970" y="2567"/>
                  </a:cubicBezTo>
                  <a:lnTo>
                    <a:pt x="2984" y="3701"/>
                  </a:lnTo>
                  <a:cubicBezTo>
                    <a:pt x="2984" y="3621"/>
                    <a:pt x="2964" y="3582"/>
                    <a:pt x="2964" y="3502"/>
                  </a:cubicBezTo>
                  <a:cubicBezTo>
                    <a:pt x="2865" y="2905"/>
                    <a:pt x="2586" y="2328"/>
                    <a:pt x="2129" y="1791"/>
                  </a:cubicBezTo>
                  <a:cubicBezTo>
                    <a:pt x="1453" y="1035"/>
                    <a:pt x="896" y="598"/>
                    <a:pt x="637" y="518"/>
                  </a:cubicBezTo>
                  <a:cubicBezTo>
                    <a:pt x="577" y="498"/>
                    <a:pt x="577" y="498"/>
                    <a:pt x="557" y="49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4" name="Google Shape;2079;p29"/>
            <p:cNvSpPr/>
            <p:nvPr/>
          </p:nvSpPr>
          <p:spPr>
            <a:xfrm rot="20227800">
              <a:off x="-2497320" y="-947520"/>
              <a:ext cx="8983080" cy="1539360"/>
            </a:xfrm>
            <a:custGeom>
              <a:avLst/>
              <a:gdLst>
                <a:gd name="textAreaLeft" fmla="*/ 0 w 8983080"/>
                <a:gd name="textAreaRight" fmla="*/ 8983440 w 8983080"/>
                <a:gd name="textAreaTop" fmla="*/ 0 h 1539360"/>
                <a:gd name="textAreaBottom" fmla="*/ 1539720 h 1539360"/>
              </a:gdLst>
              <a:ahLst/>
              <a:cxnLst/>
              <a:rect l="textAreaLeft" t="textAreaTop" r="textAreaRight" b="textAreaBottom"/>
              <a:pathLst>
                <a:path w="216016" h="37021">
                  <a:moveTo>
                    <a:pt x="103821" y="36981"/>
                  </a:moveTo>
                  <a:cubicBezTo>
                    <a:pt x="102647" y="37021"/>
                    <a:pt x="101533" y="36981"/>
                    <a:pt x="100439" y="36861"/>
                  </a:cubicBezTo>
                  <a:cubicBezTo>
                    <a:pt x="99265" y="36762"/>
                    <a:pt x="98132" y="36563"/>
                    <a:pt x="97157" y="36364"/>
                  </a:cubicBezTo>
                  <a:cubicBezTo>
                    <a:pt x="97018" y="36344"/>
                    <a:pt x="96858" y="36285"/>
                    <a:pt x="96679" y="36265"/>
                  </a:cubicBezTo>
                  <a:cubicBezTo>
                    <a:pt x="96282" y="36165"/>
                    <a:pt x="95884" y="36086"/>
                    <a:pt x="95526" y="35966"/>
                  </a:cubicBezTo>
                  <a:lnTo>
                    <a:pt x="95227" y="35887"/>
                  </a:lnTo>
                  <a:lnTo>
                    <a:pt x="94690" y="35747"/>
                  </a:lnTo>
                  <a:lnTo>
                    <a:pt x="93875" y="35469"/>
                  </a:lnTo>
                  <a:cubicBezTo>
                    <a:pt x="92601" y="35031"/>
                    <a:pt x="91567" y="34594"/>
                    <a:pt x="90652" y="34156"/>
                  </a:cubicBezTo>
                  <a:cubicBezTo>
                    <a:pt x="90274" y="33977"/>
                    <a:pt x="89876" y="33778"/>
                    <a:pt x="89498" y="33579"/>
                  </a:cubicBezTo>
                  <a:lnTo>
                    <a:pt x="89061" y="33360"/>
                  </a:lnTo>
                  <a:cubicBezTo>
                    <a:pt x="88881" y="33261"/>
                    <a:pt x="88722" y="33161"/>
                    <a:pt x="88563" y="33062"/>
                  </a:cubicBezTo>
                  <a:cubicBezTo>
                    <a:pt x="88464" y="33002"/>
                    <a:pt x="88364" y="32943"/>
                    <a:pt x="88265" y="32883"/>
                  </a:cubicBezTo>
                  <a:lnTo>
                    <a:pt x="87867" y="32664"/>
                  </a:lnTo>
                  <a:cubicBezTo>
                    <a:pt x="87787" y="32604"/>
                    <a:pt x="87688" y="32565"/>
                    <a:pt x="87608" y="32505"/>
                  </a:cubicBezTo>
                  <a:cubicBezTo>
                    <a:pt x="87569" y="32485"/>
                    <a:pt x="87509" y="32465"/>
                    <a:pt x="87469" y="32406"/>
                  </a:cubicBezTo>
                  <a:lnTo>
                    <a:pt x="86693" y="31908"/>
                  </a:lnTo>
                  <a:lnTo>
                    <a:pt x="85540" y="31112"/>
                  </a:lnTo>
                  <a:lnTo>
                    <a:pt x="84426" y="30257"/>
                  </a:lnTo>
                  <a:lnTo>
                    <a:pt x="83331" y="29322"/>
                  </a:lnTo>
                  <a:lnTo>
                    <a:pt x="82436" y="28526"/>
                  </a:lnTo>
                  <a:lnTo>
                    <a:pt x="81541" y="27691"/>
                  </a:lnTo>
                  <a:cubicBezTo>
                    <a:pt x="80666" y="26836"/>
                    <a:pt x="79731" y="25881"/>
                    <a:pt x="78657" y="24727"/>
                  </a:cubicBezTo>
                  <a:cubicBezTo>
                    <a:pt x="78020" y="24051"/>
                    <a:pt x="77364" y="23354"/>
                    <a:pt x="76687" y="22638"/>
                  </a:cubicBezTo>
                  <a:cubicBezTo>
                    <a:pt x="76369" y="22300"/>
                    <a:pt x="76031" y="21922"/>
                    <a:pt x="75673" y="21564"/>
                  </a:cubicBezTo>
                  <a:cubicBezTo>
                    <a:pt x="75195" y="21067"/>
                    <a:pt x="74738" y="20569"/>
                    <a:pt x="74260" y="20112"/>
                  </a:cubicBezTo>
                  <a:lnTo>
                    <a:pt x="73982" y="19754"/>
                  </a:lnTo>
                  <a:lnTo>
                    <a:pt x="72510" y="18282"/>
                  </a:lnTo>
                  <a:cubicBezTo>
                    <a:pt x="71575" y="17406"/>
                    <a:pt x="70322" y="16273"/>
                    <a:pt x="68989" y="15218"/>
                  </a:cubicBezTo>
                  <a:cubicBezTo>
                    <a:pt x="67716" y="14263"/>
                    <a:pt x="66403" y="13368"/>
                    <a:pt x="65090" y="12592"/>
                  </a:cubicBezTo>
                  <a:cubicBezTo>
                    <a:pt x="63797" y="11836"/>
                    <a:pt x="62424" y="11200"/>
                    <a:pt x="60972" y="10603"/>
                  </a:cubicBezTo>
                  <a:cubicBezTo>
                    <a:pt x="60853" y="10543"/>
                    <a:pt x="60753" y="10504"/>
                    <a:pt x="60634" y="10444"/>
                  </a:cubicBezTo>
                  <a:cubicBezTo>
                    <a:pt x="60415" y="10344"/>
                    <a:pt x="60176" y="10285"/>
                    <a:pt x="59958" y="10205"/>
                  </a:cubicBezTo>
                  <a:lnTo>
                    <a:pt x="58923" y="9827"/>
                  </a:lnTo>
                  <a:lnTo>
                    <a:pt x="57869" y="9509"/>
                  </a:lnTo>
                  <a:cubicBezTo>
                    <a:pt x="57710" y="9449"/>
                    <a:pt x="57551" y="9410"/>
                    <a:pt x="57352" y="9350"/>
                  </a:cubicBezTo>
                  <a:lnTo>
                    <a:pt x="56834" y="9270"/>
                  </a:lnTo>
                  <a:cubicBezTo>
                    <a:pt x="55402" y="8912"/>
                    <a:pt x="54010" y="8634"/>
                    <a:pt x="52697" y="8455"/>
                  </a:cubicBezTo>
                  <a:cubicBezTo>
                    <a:pt x="51384" y="8296"/>
                    <a:pt x="50011" y="8156"/>
                    <a:pt x="48639" y="8116"/>
                  </a:cubicBezTo>
                  <a:cubicBezTo>
                    <a:pt x="47425" y="8057"/>
                    <a:pt x="46132" y="8057"/>
                    <a:pt x="44720" y="8136"/>
                  </a:cubicBezTo>
                  <a:cubicBezTo>
                    <a:pt x="43546" y="8196"/>
                    <a:pt x="42273" y="8296"/>
                    <a:pt x="40900" y="8435"/>
                  </a:cubicBezTo>
                  <a:cubicBezTo>
                    <a:pt x="40383" y="8494"/>
                    <a:pt x="39866" y="8574"/>
                    <a:pt x="39369" y="8634"/>
                  </a:cubicBezTo>
                  <a:lnTo>
                    <a:pt x="38752" y="8733"/>
                  </a:lnTo>
                  <a:cubicBezTo>
                    <a:pt x="38255" y="8813"/>
                    <a:pt x="37717" y="8892"/>
                    <a:pt x="37220" y="8992"/>
                  </a:cubicBezTo>
                  <a:cubicBezTo>
                    <a:pt x="34972" y="9350"/>
                    <a:pt x="32685" y="9847"/>
                    <a:pt x="30218" y="10504"/>
                  </a:cubicBezTo>
                  <a:cubicBezTo>
                    <a:pt x="29203" y="10762"/>
                    <a:pt x="28209" y="11041"/>
                    <a:pt x="27254" y="11319"/>
                  </a:cubicBezTo>
                  <a:lnTo>
                    <a:pt x="26916" y="11419"/>
                  </a:lnTo>
                  <a:lnTo>
                    <a:pt x="25265" y="11896"/>
                  </a:lnTo>
                  <a:cubicBezTo>
                    <a:pt x="24926" y="11996"/>
                    <a:pt x="24568" y="12095"/>
                    <a:pt x="24230" y="12214"/>
                  </a:cubicBezTo>
                  <a:cubicBezTo>
                    <a:pt x="24031" y="12274"/>
                    <a:pt x="23852" y="12334"/>
                    <a:pt x="23653" y="12393"/>
                  </a:cubicBezTo>
                  <a:cubicBezTo>
                    <a:pt x="21505" y="13050"/>
                    <a:pt x="19396" y="13706"/>
                    <a:pt x="17327" y="14422"/>
                  </a:cubicBezTo>
                  <a:cubicBezTo>
                    <a:pt x="15318" y="15099"/>
                    <a:pt x="13289" y="15855"/>
                    <a:pt x="11300" y="16631"/>
                  </a:cubicBezTo>
                  <a:cubicBezTo>
                    <a:pt x="11121" y="16690"/>
                    <a:pt x="10942" y="16750"/>
                    <a:pt x="10763" y="16830"/>
                  </a:cubicBezTo>
                  <a:cubicBezTo>
                    <a:pt x="10445" y="16949"/>
                    <a:pt x="10126" y="17068"/>
                    <a:pt x="9828" y="17188"/>
                  </a:cubicBezTo>
                  <a:lnTo>
                    <a:pt x="8376" y="17764"/>
                  </a:lnTo>
                  <a:lnTo>
                    <a:pt x="6963" y="18361"/>
                  </a:lnTo>
                  <a:cubicBezTo>
                    <a:pt x="6665" y="18481"/>
                    <a:pt x="6347" y="18620"/>
                    <a:pt x="6048" y="18739"/>
                  </a:cubicBezTo>
                  <a:cubicBezTo>
                    <a:pt x="5869" y="18819"/>
                    <a:pt x="5730" y="18878"/>
                    <a:pt x="5551" y="18938"/>
                  </a:cubicBezTo>
                  <a:cubicBezTo>
                    <a:pt x="3681" y="19714"/>
                    <a:pt x="1871" y="20530"/>
                    <a:pt x="100" y="21365"/>
                  </a:cubicBezTo>
                  <a:lnTo>
                    <a:pt x="1" y="21266"/>
                  </a:lnTo>
                  <a:cubicBezTo>
                    <a:pt x="1771" y="20430"/>
                    <a:pt x="3582" y="19634"/>
                    <a:pt x="5452" y="18839"/>
                  </a:cubicBezTo>
                  <a:cubicBezTo>
                    <a:pt x="5631" y="18759"/>
                    <a:pt x="5770" y="18680"/>
                    <a:pt x="5949" y="18640"/>
                  </a:cubicBezTo>
                  <a:cubicBezTo>
                    <a:pt x="6247" y="18520"/>
                    <a:pt x="6546" y="18381"/>
                    <a:pt x="6864" y="18262"/>
                  </a:cubicBezTo>
                  <a:lnTo>
                    <a:pt x="8276" y="17665"/>
                  </a:lnTo>
                  <a:lnTo>
                    <a:pt x="9728" y="17088"/>
                  </a:lnTo>
                  <a:cubicBezTo>
                    <a:pt x="10047" y="16969"/>
                    <a:pt x="10365" y="16849"/>
                    <a:pt x="10663" y="16730"/>
                  </a:cubicBezTo>
                  <a:cubicBezTo>
                    <a:pt x="10842" y="16650"/>
                    <a:pt x="11022" y="16591"/>
                    <a:pt x="11201" y="16531"/>
                  </a:cubicBezTo>
                  <a:cubicBezTo>
                    <a:pt x="13190" y="15755"/>
                    <a:pt x="15219" y="14999"/>
                    <a:pt x="17228" y="14303"/>
                  </a:cubicBezTo>
                  <a:cubicBezTo>
                    <a:pt x="19297" y="13587"/>
                    <a:pt x="21405" y="12911"/>
                    <a:pt x="23554" y="12274"/>
                  </a:cubicBezTo>
                  <a:cubicBezTo>
                    <a:pt x="23753" y="12214"/>
                    <a:pt x="23932" y="12135"/>
                    <a:pt x="24131" y="12095"/>
                  </a:cubicBezTo>
                  <a:cubicBezTo>
                    <a:pt x="24469" y="11996"/>
                    <a:pt x="24827" y="11876"/>
                    <a:pt x="25165" y="11777"/>
                  </a:cubicBezTo>
                  <a:lnTo>
                    <a:pt x="27154" y="11200"/>
                  </a:lnTo>
                  <a:cubicBezTo>
                    <a:pt x="28129" y="10921"/>
                    <a:pt x="29124" y="10643"/>
                    <a:pt x="30138" y="10384"/>
                  </a:cubicBezTo>
                  <a:cubicBezTo>
                    <a:pt x="32625" y="9708"/>
                    <a:pt x="34913" y="9211"/>
                    <a:pt x="37180" y="8833"/>
                  </a:cubicBezTo>
                  <a:cubicBezTo>
                    <a:pt x="37678" y="8733"/>
                    <a:pt x="38195" y="8654"/>
                    <a:pt x="38712" y="8594"/>
                  </a:cubicBezTo>
                  <a:lnTo>
                    <a:pt x="39349" y="8494"/>
                  </a:lnTo>
                  <a:cubicBezTo>
                    <a:pt x="39846" y="8415"/>
                    <a:pt x="40363" y="8335"/>
                    <a:pt x="40880" y="8296"/>
                  </a:cubicBezTo>
                  <a:cubicBezTo>
                    <a:pt x="42273" y="8136"/>
                    <a:pt x="43526" y="8017"/>
                    <a:pt x="44700" y="7997"/>
                  </a:cubicBezTo>
                  <a:cubicBezTo>
                    <a:pt x="46112" y="7918"/>
                    <a:pt x="47405" y="7918"/>
                    <a:pt x="48619" y="7957"/>
                  </a:cubicBezTo>
                  <a:cubicBezTo>
                    <a:pt x="49991" y="8017"/>
                    <a:pt x="51364" y="8136"/>
                    <a:pt x="52677" y="8315"/>
                  </a:cubicBezTo>
                  <a:cubicBezTo>
                    <a:pt x="54010" y="8494"/>
                    <a:pt x="55402" y="8753"/>
                    <a:pt x="56834" y="9111"/>
                  </a:cubicBezTo>
                  <a:lnTo>
                    <a:pt x="57352" y="9230"/>
                  </a:lnTo>
                  <a:cubicBezTo>
                    <a:pt x="57551" y="9290"/>
                    <a:pt x="57730" y="9330"/>
                    <a:pt x="57869" y="9390"/>
                  </a:cubicBezTo>
                  <a:lnTo>
                    <a:pt x="58923" y="9708"/>
                  </a:lnTo>
                  <a:lnTo>
                    <a:pt x="59958" y="10086"/>
                  </a:lnTo>
                  <a:cubicBezTo>
                    <a:pt x="60176" y="10165"/>
                    <a:pt x="60435" y="10265"/>
                    <a:pt x="60654" y="10325"/>
                  </a:cubicBezTo>
                  <a:cubicBezTo>
                    <a:pt x="60773" y="10384"/>
                    <a:pt x="60873" y="10424"/>
                    <a:pt x="61012" y="10484"/>
                  </a:cubicBezTo>
                  <a:cubicBezTo>
                    <a:pt x="62444" y="11061"/>
                    <a:pt x="63837" y="11717"/>
                    <a:pt x="65130" y="12473"/>
                  </a:cubicBezTo>
                  <a:cubicBezTo>
                    <a:pt x="66443" y="13249"/>
                    <a:pt x="67775" y="14144"/>
                    <a:pt x="69029" y="15099"/>
                  </a:cubicBezTo>
                  <a:cubicBezTo>
                    <a:pt x="70381" y="16153"/>
                    <a:pt x="71615" y="17287"/>
                    <a:pt x="72569" y="18182"/>
                  </a:cubicBezTo>
                  <a:cubicBezTo>
                    <a:pt x="73067" y="18660"/>
                    <a:pt x="73564" y="19157"/>
                    <a:pt x="74061" y="19654"/>
                  </a:cubicBezTo>
                  <a:lnTo>
                    <a:pt x="74360" y="19953"/>
                  </a:lnTo>
                  <a:cubicBezTo>
                    <a:pt x="74837" y="20430"/>
                    <a:pt x="75295" y="20947"/>
                    <a:pt x="75772" y="21425"/>
                  </a:cubicBezTo>
                  <a:cubicBezTo>
                    <a:pt x="76130" y="21763"/>
                    <a:pt x="76449" y="22141"/>
                    <a:pt x="76787" y="22499"/>
                  </a:cubicBezTo>
                  <a:cubicBezTo>
                    <a:pt x="77463" y="23215"/>
                    <a:pt x="78120" y="23911"/>
                    <a:pt x="78756" y="24588"/>
                  </a:cubicBezTo>
                  <a:cubicBezTo>
                    <a:pt x="79830" y="25722"/>
                    <a:pt x="80765" y="26696"/>
                    <a:pt x="81641" y="27532"/>
                  </a:cubicBezTo>
                  <a:lnTo>
                    <a:pt x="82536" y="28387"/>
                  </a:lnTo>
                  <a:lnTo>
                    <a:pt x="83431" y="29183"/>
                  </a:lnTo>
                  <a:lnTo>
                    <a:pt x="84525" y="30098"/>
                  </a:lnTo>
                  <a:lnTo>
                    <a:pt x="85639" y="30953"/>
                  </a:lnTo>
                  <a:lnTo>
                    <a:pt x="86793" y="31749"/>
                  </a:lnTo>
                  <a:lnTo>
                    <a:pt x="87569" y="32246"/>
                  </a:lnTo>
                  <a:cubicBezTo>
                    <a:pt x="87608" y="32266"/>
                    <a:pt x="87668" y="32286"/>
                    <a:pt x="87708" y="32346"/>
                  </a:cubicBezTo>
                  <a:cubicBezTo>
                    <a:pt x="87787" y="32386"/>
                    <a:pt x="87847" y="32445"/>
                    <a:pt x="87947" y="32485"/>
                  </a:cubicBezTo>
                  <a:lnTo>
                    <a:pt x="88344" y="32704"/>
                  </a:lnTo>
                  <a:cubicBezTo>
                    <a:pt x="88444" y="32764"/>
                    <a:pt x="88563" y="32843"/>
                    <a:pt x="88643" y="32883"/>
                  </a:cubicBezTo>
                  <a:cubicBezTo>
                    <a:pt x="88802" y="32982"/>
                    <a:pt x="88981" y="33082"/>
                    <a:pt x="89140" y="33161"/>
                  </a:cubicBezTo>
                  <a:lnTo>
                    <a:pt x="89598" y="33380"/>
                  </a:lnTo>
                  <a:cubicBezTo>
                    <a:pt x="89976" y="33579"/>
                    <a:pt x="90354" y="33778"/>
                    <a:pt x="90732" y="33957"/>
                  </a:cubicBezTo>
                  <a:cubicBezTo>
                    <a:pt x="91666" y="34395"/>
                    <a:pt x="92681" y="34832"/>
                    <a:pt x="93954" y="35270"/>
                  </a:cubicBezTo>
                  <a:lnTo>
                    <a:pt x="94770" y="35549"/>
                  </a:lnTo>
                  <a:lnTo>
                    <a:pt x="95287" y="35688"/>
                  </a:lnTo>
                  <a:lnTo>
                    <a:pt x="95585" y="35767"/>
                  </a:lnTo>
                  <a:cubicBezTo>
                    <a:pt x="95983" y="35887"/>
                    <a:pt x="96381" y="35966"/>
                    <a:pt x="96759" y="36066"/>
                  </a:cubicBezTo>
                  <a:cubicBezTo>
                    <a:pt x="96898" y="36086"/>
                    <a:pt x="97057" y="36145"/>
                    <a:pt x="97197" y="36165"/>
                  </a:cubicBezTo>
                  <a:cubicBezTo>
                    <a:pt x="98171" y="36364"/>
                    <a:pt x="99325" y="36563"/>
                    <a:pt x="100479" y="36663"/>
                  </a:cubicBezTo>
                  <a:cubicBezTo>
                    <a:pt x="102508" y="36861"/>
                    <a:pt x="104636" y="36822"/>
                    <a:pt x="107004" y="36543"/>
                  </a:cubicBezTo>
                  <a:cubicBezTo>
                    <a:pt x="109073" y="36265"/>
                    <a:pt x="111201" y="35767"/>
                    <a:pt x="113369" y="35071"/>
                  </a:cubicBezTo>
                  <a:cubicBezTo>
                    <a:pt x="115538" y="34335"/>
                    <a:pt x="117626" y="33440"/>
                    <a:pt x="119556" y="32386"/>
                  </a:cubicBezTo>
                  <a:lnTo>
                    <a:pt x="120332" y="31968"/>
                  </a:lnTo>
                  <a:lnTo>
                    <a:pt x="121068" y="31550"/>
                  </a:lnTo>
                  <a:cubicBezTo>
                    <a:pt x="121426" y="31351"/>
                    <a:pt x="121804" y="31112"/>
                    <a:pt x="122142" y="30894"/>
                  </a:cubicBezTo>
                  <a:cubicBezTo>
                    <a:pt x="122301" y="30794"/>
                    <a:pt x="122440" y="30715"/>
                    <a:pt x="122600" y="30615"/>
                  </a:cubicBezTo>
                  <a:cubicBezTo>
                    <a:pt x="122779" y="30496"/>
                    <a:pt x="122978" y="30396"/>
                    <a:pt x="123137" y="30277"/>
                  </a:cubicBezTo>
                  <a:cubicBezTo>
                    <a:pt x="123475" y="30078"/>
                    <a:pt x="123793" y="29879"/>
                    <a:pt x="124111" y="29660"/>
                  </a:cubicBezTo>
                  <a:lnTo>
                    <a:pt x="125623" y="28626"/>
                  </a:lnTo>
                  <a:cubicBezTo>
                    <a:pt x="126001" y="28387"/>
                    <a:pt x="126379" y="28109"/>
                    <a:pt x="126757" y="27850"/>
                  </a:cubicBezTo>
                  <a:cubicBezTo>
                    <a:pt x="126877" y="27751"/>
                    <a:pt x="127016" y="27651"/>
                    <a:pt x="127155" y="27552"/>
                  </a:cubicBezTo>
                  <a:cubicBezTo>
                    <a:pt x="127314" y="27432"/>
                    <a:pt x="127513" y="27313"/>
                    <a:pt x="127692" y="27154"/>
                  </a:cubicBezTo>
                  <a:cubicBezTo>
                    <a:pt x="128010" y="26935"/>
                    <a:pt x="128349" y="26696"/>
                    <a:pt x="128667" y="26438"/>
                  </a:cubicBezTo>
                  <a:cubicBezTo>
                    <a:pt x="128945" y="26239"/>
                    <a:pt x="129204" y="26040"/>
                    <a:pt x="129463" y="25841"/>
                  </a:cubicBezTo>
                  <a:cubicBezTo>
                    <a:pt x="130199" y="25304"/>
                    <a:pt x="130974" y="24727"/>
                    <a:pt x="131730" y="24130"/>
                  </a:cubicBezTo>
                  <a:cubicBezTo>
                    <a:pt x="132924" y="23215"/>
                    <a:pt x="134157" y="22240"/>
                    <a:pt x="135351" y="21285"/>
                  </a:cubicBezTo>
                  <a:cubicBezTo>
                    <a:pt x="136226" y="20589"/>
                    <a:pt x="137101" y="19893"/>
                    <a:pt x="137997" y="19197"/>
                  </a:cubicBezTo>
                  <a:cubicBezTo>
                    <a:pt x="138315" y="18958"/>
                    <a:pt x="138633" y="18699"/>
                    <a:pt x="138931" y="18461"/>
                  </a:cubicBezTo>
                  <a:cubicBezTo>
                    <a:pt x="139687" y="17864"/>
                    <a:pt x="140443" y="17267"/>
                    <a:pt x="141219" y="16670"/>
                  </a:cubicBezTo>
                  <a:lnTo>
                    <a:pt x="142870" y="15397"/>
                  </a:lnTo>
                  <a:lnTo>
                    <a:pt x="144521" y="14124"/>
                  </a:lnTo>
                  <a:lnTo>
                    <a:pt x="144820" y="13905"/>
                  </a:lnTo>
                  <a:cubicBezTo>
                    <a:pt x="144999" y="13766"/>
                    <a:pt x="145178" y="13627"/>
                    <a:pt x="145377" y="13507"/>
                  </a:cubicBezTo>
                  <a:lnTo>
                    <a:pt x="146212" y="12891"/>
                  </a:lnTo>
                  <a:lnTo>
                    <a:pt x="146809" y="12433"/>
                  </a:lnTo>
                  <a:lnTo>
                    <a:pt x="147943" y="11618"/>
                  </a:lnTo>
                  <a:lnTo>
                    <a:pt x="149674" y="10404"/>
                  </a:lnTo>
                  <a:lnTo>
                    <a:pt x="149972" y="10185"/>
                  </a:lnTo>
                  <a:cubicBezTo>
                    <a:pt x="150151" y="10046"/>
                    <a:pt x="150350" y="9907"/>
                    <a:pt x="150549" y="9787"/>
                  </a:cubicBezTo>
                  <a:lnTo>
                    <a:pt x="151444" y="9191"/>
                  </a:lnTo>
                  <a:cubicBezTo>
                    <a:pt x="151643" y="9051"/>
                    <a:pt x="151862" y="8912"/>
                    <a:pt x="152061" y="8793"/>
                  </a:cubicBezTo>
                  <a:cubicBezTo>
                    <a:pt x="152459" y="8534"/>
                    <a:pt x="152856" y="8256"/>
                    <a:pt x="153254" y="8017"/>
                  </a:cubicBezTo>
                  <a:lnTo>
                    <a:pt x="155104" y="6903"/>
                  </a:lnTo>
                  <a:cubicBezTo>
                    <a:pt x="155204" y="6823"/>
                    <a:pt x="155323" y="6764"/>
                    <a:pt x="155423" y="6704"/>
                  </a:cubicBezTo>
                  <a:cubicBezTo>
                    <a:pt x="155621" y="6565"/>
                    <a:pt x="155820" y="6446"/>
                    <a:pt x="156019" y="6346"/>
                  </a:cubicBezTo>
                  <a:lnTo>
                    <a:pt x="156954" y="5829"/>
                  </a:lnTo>
                  <a:cubicBezTo>
                    <a:pt x="157193" y="5709"/>
                    <a:pt x="157392" y="5570"/>
                    <a:pt x="157611" y="5471"/>
                  </a:cubicBezTo>
                  <a:cubicBezTo>
                    <a:pt x="158009" y="5252"/>
                    <a:pt x="158426" y="5033"/>
                    <a:pt x="158844" y="4814"/>
                  </a:cubicBezTo>
                  <a:lnTo>
                    <a:pt x="160794" y="3859"/>
                  </a:lnTo>
                  <a:cubicBezTo>
                    <a:pt x="160913" y="3820"/>
                    <a:pt x="161012" y="3760"/>
                    <a:pt x="161132" y="3680"/>
                  </a:cubicBezTo>
                  <a:cubicBezTo>
                    <a:pt x="161331" y="3581"/>
                    <a:pt x="161569" y="3481"/>
                    <a:pt x="161788" y="3382"/>
                  </a:cubicBezTo>
                  <a:lnTo>
                    <a:pt x="162783" y="2944"/>
                  </a:lnTo>
                  <a:cubicBezTo>
                    <a:pt x="164116" y="2348"/>
                    <a:pt x="165488" y="1850"/>
                    <a:pt x="166801" y="1433"/>
                  </a:cubicBezTo>
                  <a:cubicBezTo>
                    <a:pt x="169785" y="478"/>
                    <a:pt x="172530" y="0"/>
                    <a:pt x="175156" y="0"/>
                  </a:cubicBezTo>
                  <a:cubicBezTo>
                    <a:pt x="176628" y="0"/>
                    <a:pt x="178040" y="179"/>
                    <a:pt x="179373" y="478"/>
                  </a:cubicBezTo>
                  <a:cubicBezTo>
                    <a:pt x="180766" y="836"/>
                    <a:pt x="182079" y="1293"/>
                    <a:pt x="183312" y="1890"/>
                  </a:cubicBezTo>
                  <a:cubicBezTo>
                    <a:pt x="184565" y="2527"/>
                    <a:pt x="185779" y="3223"/>
                    <a:pt x="186893" y="3979"/>
                  </a:cubicBezTo>
                  <a:cubicBezTo>
                    <a:pt x="187967" y="4715"/>
                    <a:pt x="189061" y="5511"/>
                    <a:pt x="190175" y="6366"/>
                  </a:cubicBezTo>
                  <a:cubicBezTo>
                    <a:pt x="190613" y="6704"/>
                    <a:pt x="191011" y="7022"/>
                    <a:pt x="191408" y="7321"/>
                  </a:cubicBezTo>
                  <a:cubicBezTo>
                    <a:pt x="192025" y="7818"/>
                    <a:pt x="192662" y="8315"/>
                    <a:pt x="193298" y="8793"/>
                  </a:cubicBezTo>
                  <a:lnTo>
                    <a:pt x="194034" y="9390"/>
                  </a:lnTo>
                  <a:lnTo>
                    <a:pt x="195108" y="10185"/>
                  </a:lnTo>
                  <a:cubicBezTo>
                    <a:pt x="195506" y="10444"/>
                    <a:pt x="195904" y="10742"/>
                    <a:pt x="196302" y="11021"/>
                  </a:cubicBezTo>
                  <a:cubicBezTo>
                    <a:pt x="196640" y="11279"/>
                    <a:pt x="197018" y="11498"/>
                    <a:pt x="197356" y="11717"/>
                  </a:cubicBezTo>
                  <a:cubicBezTo>
                    <a:pt x="197515" y="11797"/>
                    <a:pt x="197635" y="11896"/>
                    <a:pt x="197794" y="11976"/>
                  </a:cubicBezTo>
                  <a:lnTo>
                    <a:pt x="198530" y="12393"/>
                  </a:lnTo>
                  <a:cubicBezTo>
                    <a:pt x="198789" y="12533"/>
                    <a:pt x="199027" y="12672"/>
                    <a:pt x="199286" y="12791"/>
                  </a:cubicBezTo>
                  <a:lnTo>
                    <a:pt x="199584" y="12931"/>
                  </a:lnTo>
                  <a:cubicBezTo>
                    <a:pt x="199724" y="13010"/>
                    <a:pt x="199903" y="13110"/>
                    <a:pt x="200082" y="13169"/>
                  </a:cubicBezTo>
                  <a:lnTo>
                    <a:pt x="200857" y="13488"/>
                  </a:lnTo>
                  <a:cubicBezTo>
                    <a:pt x="201017" y="13567"/>
                    <a:pt x="201176" y="13607"/>
                    <a:pt x="201355" y="13686"/>
                  </a:cubicBezTo>
                  <a:cubicBezTo>
                    <a:pt x="201454" y="13706"/>
                    <a:pt x="201554" y="13766"/>
                    <a:pt x="201653" y="13786"/>
                  </a:cubicBezTo>
                  <a:lnTo>
                    <a:pt x="202051" y="13925"/>
                  </a:lnTo>
                  <a:lnTo>
                    <a:pt x="202449" y="14064"/>
                  </a:lnTo>
                  <a:cubicBezTo>
                    <a:pt x="206686" y="15377"/>
                    <a:pt x="211361" y="15178"/>
                    <a:pt x="216016" y="13468"/>
                  </a:cubicBezTo>
                  <a:lnTo>
                    <a:pt x="216016" y="13686"/>
                  </a:lnTo>
                  <a:cubicBezTo>
                    <a:pt x="211361" y="15397"/>
                    <a:pt x="206666" y="15596"/>
                    <a:pt x="202389" y="14283"/>
                  </a:cubicBezTo>
                  <a:lnTo>
                    <a:pt x="201991" y="14164"/>
                  </a:lnTo>
                  <a:lnTo>
                    <a:pt x="201593" y="14005"/>
                  </a:lnTo>
                  <a:cubicBezTo>
                    <a:pt x="201494" y="13985"/>
                    <a:pt x="201395" y="13925"/>
                    <a:pt x="201295" y="13905"/>
                  </a:cubicBezTo>
                  <a:cubicBezTo>
                    <a:pt x="201116" y="13865"/>
                    <a:pt x="200957" y="13786"/>
                    <a:pt x="200798" y="13706"/>
                  </a:cubicBezTo>
                  <a:lnTo>
                    <a:pt x="200022" y="13388"/>
                  </a:lnTo>
                  <a:cubicBezTo>
                    <a:pt x="199863" y="13308"/>
                    <a:pt x="199704" y="13229"/>
                    <a:pt x="199525" y="13169"/>
                  </a:cubicBezTo>
                  <a:cubicBezTo>
                    <a:pt x="199425" y="13110"/>
                    <a:pt x="199365" y="13070"/>
                    <a:pt x="199266" y="13030"/>
                  </a:cubicBezTo>
                  <a:cubicBezTo>
                    <a:pt x="199007" y="12911"/>
                    <a:pt x="198729" y="12791"/>
                    <a:pt x="198490" y="12632"/>
                  </a:cubicBezTo>
                  <a:lnTo>
                    <a:pt x="197734" y="12214"/>
                  </a:lnTo>
                  <a:cubicBezTo>
                    <a:pt x="197595" y="12115"/>
                    <a:pt x="197476" y="12035"/>
                    <a:pt x="197317" y="11936"/>
                  </a:cubicBezTo>
                  <a:cubicBezTo>
                    <a:pt x="196978" y="11717"/>
                    <a:pt x="196600" y="11498"/>
                    <a:pt x="196222" y="11240"/>
                  </a:cubicBezTo>
                  <a:cubicBezTo>
                    <a:pt x="195825" y="11001"/>
                    <a:pt x="195427" y="10703"/>
                    <a:pt x="195029" y="10404"/>
                  </a:cubicBezTo>
                  <a:lnTo>
                    <a:pt x="194711" y="10185"/>
                  </a:lnTo>
                  <a:lnTo>
                    <a:pt x="193955" y="9608"/>
                  </a:lnTo>
                  <a:cubicBezTo>
                    <a:pt x="193716" y="9410"/>
                    <a:pt x="193457" y="9230"/>
                    <a:pt x="193199" y="9012"/>
                  </a:cubicBezTo>
                  <a:cubicBezTo>
                    <a:pt x="192562" y="8534"/>
                    <a:pt x="191926" y="8017"/>
                    <a:pt x="191309" y="7520"/>
                  </a:cubicBezTo>
                  <a:cubicBezTo>
                    <a:pt x="190911" y="7201"/>
                    <a:pt x="190473" y="6863"/>
                    <a:pt x="190076" y="6565"/>
                  </a:cubicBezTo>
                  <a:cubicBezTo>
                    <a:pt x="188962" y="5709"/>
                    <a:pt x="187867" y="4914"/>
                    <a:pt x="186793" y="4178"/>
                  </a:cubicBezTo>
                  <a:cubicBezTo>
                    <a:pt x="185679" y="3442"/>
                    <a:pt x="184466" y="2745"/>
                    <a:pt x="183213" y="2129"/>
                  </a:cubicBezTo>
                  <a:cubicBezTo>
                    <a:pt x="181979" y="1532"/>
                    <a:pt x="180666" y="1055"/>
                    <a:pt x="179294" y="697"/>
                  </a:cubicBezTo>
                  <a:cubicBezTo>
                    <a:pt x="177981" y="378"/>
                    <a:pt x="176588" y="239"/>
                    <a:pt x="175116" y="239"/>
                  </a:cubicBezTo>
                  <a:cubicBezTo>
                    <a:pt x="172510" y="239"/>
                    <a:pt x="169765" y="677"/>
                    <a:pt x="166781" y="1631"/>
                  </a:cubicBezTo>
                  <a:cubicBezTo>
                    <a:pt x="165468" y="2049"/>
                    <a:pt x="164116" y="2547"/>
                    <a:pt x="162783" y="3143"/>
                  </a:cubicBezTo>
                  <a:lnTo>
                    <a:pt x="161788" y="3581"/>
                  </a:lnTo>
                  <a:cubicBezTo>
                    <a:pt x="161569" y="3680"/>
                    <a:pt x="161370" y="3780"/>
                    <a:pt x="161172" y="3879"/>
                  </a:cubicBezTo>
                  <a:cubicBezTo>
                    <a:pt x="161032" y="3939"/>
                    <a:pt x="160933" y="4019"/>
                    <a:pt x="160813" y="4058"/>
                  </a:cubicBezTo>
                  <a:lnTo>
                    <a:pt x="158904" y="5013"/>
                  </a:lnTo>
                  <a:cubicBezTo>
                    <a:pt x="158486" y="5232"/>
                    <a:pt x="158048" y="5451"/>
                    <a:pt x="157650" y="5670"/>
                  </a:cubicBezTo>
                  <a:cubicBezTo>
                    <a:pt x="157432" y="5809"/>
                    <a:pt x="157233" y="5928"/>
                    <a:pt x="157014" y="6028"/>
                  </a:cubicBezTo>
                  <a:lnTo>
                    <a:pt x="156059" y="6545"/>
                  </a:lnTo>
                  <a:cubicBezTo>
                    <a:pt x="155860" y="6644"/>
                    <a:pt x="155661" y="6764"/>
                    <a:pt x="155462" y="6903"/>
                  </a:cubicBezTo>
                  <a:cubicBezTo>
                    <a:pt x="155363" y="6963"/>
                    <a:pt x="155243" y="7022"/>
                    <a:pt x="155144" y="7102"/>
                  </a:cubicBezTo>
                  <a:lnTo>
                    <a:pt x="153314" y="8216"/>
                  </a:lnTo>
                  <a:cubicBezTo>
                    <a:pt x="152916" y="8455"/>
                    <a:pt x="152518" y="8733"/>
                    <a:pt x="152140" y="8992"/>
                  </a:cubicBezTo>
                  <a:cubicBezTo>
                    <a:pt x="151941" y="9111"/>
                    <a:pt x="151722" y="9250"/>
                    <a:pt x="151524" y="9390"/>
                  </a:cubicBezTo>
                  <a:lnTo>
                    <a:pt x="150628" y="9986"/>
                  </a:lnTo>
                  <a:cubicBezTo>
                    <a:pt x="150429" y="10106"/>
                    <a:pt x="150250" y="10225"/>
                    <a:pt x="150051" y="10384"/>
                  </a:cubicBezTo>
                  <a:cubicBezTo>
                    <a:pt x="149952" y="10444"/>
                    <a:pt x="149853" y="10524"/>
                    <a:pt x="149733" y="10603"/>
                  </a:cubicBezTo>
                  <a:lnTo>
                    <a:pt x="147983" y="11817"/>
                  </a:lnTo>
                  <a:lnTo>
                    <a:pt x="146869" y="12632"/>
                  </a:lnTo>
                  <a:lnTo>
                    <a:pt x="146272" y="13090"/>
                  </a:lnTo>
                  <a:lnTo>
                    <a:pt x="145416" y="13706"/>
                  </a:lnTo>
                  <a:cubicBezTo>
                    <a:pt x="145257" y="13826"/>
                    <a:pt x="145058" y="13985"/>
                    <a:pt x="144879" y="14104"/>
                  </a:cubicBezTo>
                  <a:lnTo>
                    <a:pt x="144581" y="14323"/>
                  </a:lnTo>
                  <a:lnTo>
                    <a:pt x="142910" y="15596"/>
                  </a:lnTo>
                  <a:lnTo>
                    <a:pt x="141279" y="16869"/>
                  </a:lnTo>
                  <a:cubicBezTo>
                    <a:pt x="140503" y="17466"/>
                    <a:pt x="139727" y="18063"/>
                    <a:pt x="138991" y="18660"/>
                  </a:cubicBezTo>
                  <a:cubicBezTo>
                    <a:pt x="138653" y="18898"/>
                    <a:pt x="138355" y="19157"/>
                    <a:pt x="138036" y="19396"/>
                  </a:cubicBezTo>
                  <a:cubicBezTo>
                    <a:pt x="137141" y="20092"/>
                    <a:pt x="136266" y="20788"/>
                    <a:pt x="135410" y="21484"/>
                  </a:cubicBezTo>
                  <a:cubicBezTo>
                    <a:pt x="134217" y="22439"/>
                    <a:pt x="132964" y="23414"/>
                    <a:pt x="131770" y="24329"/>
                  </a:cubicBezTo>
                  <a:cubicBezTo>
                    <a:pt x="131034" y="24926"/>
                    <a:pt x="130258" y="25503"/>
                    <a:pt x="129502" y="26040"/>
                  </a:cubicBezTo>
                  <a:cubicBezTo>
                    <a:pt x="129244" y="26239"/>
                    <a:pt x="128965" y="26438"/>
                    <a:pt x="128707" y="26637"/>
                  </a:cubicBezTo>
                  <a:cubicBezTo>
                    <a:pt x="128388" y="26895"/>
                    <a:pt x="128070" y="27114"/>
                    <a:pt x="127752" y="27353"/>
                  </a:cubicBezTo>
                  <a:cubicBezTo>
                    <a:pt x="127573" y="27492"/>
                    <a:pt x="127374" y="27611"/>
                    <a:pt x="127195" y="27751"/>
                  </a:cubicBezTo>
                  <a:cubicBezTo>
                    <a:pt x="127056" y="27850"/>
                    <a:pt x="126916" y="27950"/>
                    <a:pt x="126797" y="28049"/>
                  </a:cubicBezTo>
                  <a:cubicBezTo>
                    <a:pt x="126419" y="28308"/>
                    <a:pt x="126061" y="28586"/>
                    <a:pt x="125683" y="28825"/>
                  </a:cubicBezTo>
                  <a:lnTo>
                    <a:pt x="124171" y="29839"/>
                  </a:lnTo>
                  <a:cubicBezTo>
                    <a:pt x="123833" y="30078"/>
                    <a:pt x="123515" y="30277"/>
                    <a:pt x="123196" y="30476"/>
                  </a:cubicBezTo>
                  <a:cubicBezTo>
                    <a:pt x="123017" y="30595"/>
                    <a:pt x="122818" y="30695"/>
                    <a:pt x="122639" y="30814"/>
                  </a:cubicBezTo>
                  <a:cubicBezTo>
                    <a:pt x="122500" y="30914"/>
                    <a:pt x="122341" y="30993"/>
                    <a:pt x="122202" y="31093"/>
                  </a:cubicBezTo>
                  <a:cubicBezTo>
                    <a:pt x="121844" y="31311"/>
                    <a:pt x="121486" y="31530"/>
                    <a:pt x="121128" y="31729"/>
                  </a:cubicBezTo>
                  <a:lnTo>
                    <a:pt x="120391" y="32167"/>
                  </a:lnTo>
                  <a:lnTo>
                    <a:pt x="119616" y="32585"/>
                  </a:lnTo>
                  <a:cubicBezTo>
                    <a:pt x="117666" y="33639"/>
                    <a:pt x="115577" y="34534"/>
                    <a:pt x="113429" y="35270"/>
                  </a:cubicBezTo>
                  <a:cubicBezTo>
                    <a:pt x="111241" y="35986"/>
                    <a:pt x="109092" y="36484"/>
                    <a:pt x="107024" y="36742"/>
                  </a:cubicBezTo>
                  <a:cubicBezTo>
                    <a:pt x="105870" y="36881"/>
                    <a:pt x="104816" y="36961"/>
                    <a:pt x="103821" y="3698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5" name="Google Shape;2080;p29"/>
            <p:cNvSpPr/>
            <p:nvPr/>
          </p:nvSpPr>
          <p:spPr>
            <a:xfrm rot="20227800">
              <a:off x="-2410560" y="-862920"/>
              <a:ext cx="8931240" cy="1522080"/>
            </a:xfrm>
            <a:custGeom>
              <a:avLst/>
              <a:gdLst>
                <a:gd name="textAreaLeft" fmla="*/ 0 w 8931240"/>
                <a:gd name="textAreaRight" fmla="*/ 8931600 w 8931240"/>
                <a:gd name="textAreaTop" fmla="*/ 0 h 1522080"/>
                <a:gd name="textAreaBottom" fmla="*/ 1522440 h 1522080"/>
              </a:gdLst>
              <a:ahLst/>
              <a:cxnLst/>
              <a:rect l="textAreaLeft" t="textAreaTop" r="textAreaRight" b="textAreaBottom"/>
              <a:pathLst>
                <a:path w="214762" h="36604">
                  <a:moveTo>
                    <a:pt x="102885" y="36584"/>
                  </a:moveTo>
                  <a:cubicBezTo>
                    <a:pt x="101692" y="36604"/>
                    <a:pt x="100538" y="36564"/>
                    <a:pt x="99404" y="36444"/>
                  </a:cubicBezTo>
                  <a:cubicBezTo>
                    <a:pt x="98171" y="36345"/>
                    <a:pt x="96917" y="36086"/>
                    <a:pt x="96002" y="35887"/>
                  </a:cubicBezTo>
                  <a:cubicBezTo>
                    <a:pt x="95863" y="35848"/>
                    <a:pt x="95704" y="35808"/>
                    <a:pt x="95565" y="35788"/>
                  </a:cubicBezTo>
                  <a:cubicBezTo>
                    <a:pt x="95127" y="35689"/>
                    <a:pt x="94709" y="35589"/>
                    <a:pt x="94292" y="35470"/>
                  </a:cubicBezTo>
                  <a:cubicBezTo>
                    <a:pt x="94192" y="35450"/>
                    <a:pt x="94093" y="35410"/>
                    <a:pt x="93993" y="35370"/>
                  </a:cubicBezTo>
                  <a:cubicBezTo>
                    <a:pt x="93814" y="35311"/>
                    <a:pt x="93615" y="35271"/>
                    <a:pt x="93436" y="35191"/>
                  </a:cubicBezTo>
                  <a:lnTo>
                    <a:pt x="92601" y="34913"/>
                  </a:lnTo>
                  <a:cubicBezTo>
                    <a:pt x="91248" y="34435"/>
                    <a:pt x="90194" y="33998"/>
                    <a:pt x="89199" y="33500"/>
                  </a:cubicBezTo>
                  <a:cubicBezTo>
                    <a:pt x="88761" y="33301"/>
                    <a:pt x="88364" y="33083"/>
                    <a:pt x="87946" y="32864"/>
                  </a:cubicBezTo>
                  <a:cubicBezTo>
                    <a:pt x="87807" y="32784"/>
                    <a:pt x="87647" y="32705"/>
                    <a:pt x="87508" y="32605"/>
                  </a:cubicBezTo>
                  <a:cubicBezTo>
                    <a:pt x="87329" y="32506"/>
                    <a:pt x="87150" y="32406"/>
                    <a:pt x="86971" y="32287"/>
                  </a:cubicBezTo>
                  <a:cubicBezTo>
                    <a:pt x="86872" y="32227"/>
                    <a:pt x="86772" y="32167"/>
                    <a:pt x="86673" y="32108"/>
                  </a:cubicBezTo>
                  <a:lnTo>
                    <a:pt x="86255" y="31869"/>
                  </a:lnTo>
                  <a:cubicBezTo>
                    <a:pt x="86155" y="31809"/>
                    <a:pt x="86076" y="31730"/>
                    <a:pt x="85976" y="31690"/>
                  </a:cubicBezTo>
                  <a:cubicBezTo>
                    <a:pt x="85937" y="31670"/>
                    <a:pt x="85877" y="31611"/>
                    <a:pt x="85837" y="31591"/>
                  </a:cubicBezTo>
                  <a:lnTo>
                    <a:pt x="85022" y="31054"/>
                  </a:lnTo>
                  <a:cubicBezTo>
                    <a:pt x="84843" y="30934"/>
                    <a:pt x="84663" y="30815"/>
                    <a:pt x="84524" y="30715"/>
                  </a:cubicBezTo>
                  <a:lnTo>
                    <a:pt x="84226" y="30497"/>
                  </a:lnTo>
                  <a:lnTo>
                    <a:pt x="83828" y="30198"/>
                  </a:lnTo>
                  <a:lnTo>
                    <a:pt x="82634" y="29263"/>
                  </a:lnTo>
                  <a:lnTo>
                    <a:pt x="81461" y="28308"/>
                  </a:lnTo>
                  <a:lnTo>
                    <a:pt x="80685" y="27612"/>
                  </a:lnTo>
                  <a:cubicBezTo>
                    <a:pt x="80566" y="27473"/>
                    <a:pt x="80406" y="27373"/>
                    <a:pt x="80307" y="27254"/>
                  </a:cubicBezTo>
                  <a:lnTo>
                    <a:pt x="79571" y="26538"/>
                  </a:lnTo>
                  <a:cubicBezTo>
                    <a:pt x="78656" y="25643"/>
                    <a:pt x="77701" y="24668"/>
                    <a:pt x="76587" y="23474"/>
                  </a:cubicBezTo>
                  <a:cubicBezTo>
                    <a:pt x="75911" y="22778"/>
                    <a:pt x="75234" y="22062"/>
                    <a:pt x="74598" y="21366"/>
                  </a:cubicBezTo>
                  <a:cubicBezTo>
                    <a:pt x="74279" y="21028"/>
                    <a:pt x="73921" y="20650"/>
                    <a:pt x="73583" y="20292"/>
                  </a:cubicBezTo>
                  <a:cubicBezTo>
                    <a:pt x="72648" y="19317"/>
                    <a:pt x="71594" y="18203"/>
                    <a:pt x="70440" y="17129"/>
                  </a:cubicBezTo>
                  <a:cubicBezTo>
                    <a:pt x="69505" y="16293"/>
                    <a:pt x="68312" y="15199"/>
                    <a:pt x="67019" y="14204"/>
                  </a:cubicBezTo>
                  <a:cubicBezTo>
                    <a:pt x="65825" y="13289"/>
                    <a:pt x="64572" y="12434"/>
                    <a:pt x="63358" y="11718"/>
                  </a:cubicBezTo>
                  <a:cubicBezTo>
                    <a:pt x="62165" y="11022"/>
                    <a:pt x="60852" y="10385"/>
                    <a:pt x="59499" y="9828"/>
                  </a:cubicBezTo>
                  <a:cubicBezTo>
                    <a:pt x="59380" y="9768"/>
                    <a:pt x="59280" y="9729"/>
                    <a:pt x="59161" y="9709"/>
                  </a:cubicBezTo>
                  <a:cubicBezTo>
                    <a:pt x="58962" y="9629"/>
                    <a:pt x="58723" y="9530"/>
                    <a:pt x="58505" y="9450"/>
                  </a:cubicBezTo>
                  <a:lnTo>
                    <a:pt x="57510" y="9112"/>
                  </a:lnTo>
                  <a:lnTo>
                    <a:pt x="56515" y="8813"/>
                  </a:lnTo>
                  <a:cubicBezTo>
                    <a:pt x="56297" y="8734"/>
                    <a:pt x="56098" y="8674"/>
                    <a:pt x="55859" y="8634"/>
                  </a:cubicBezTo>
                  <a:cubicBezTo>
                    <a:pt x="55740" y="8615"/>
                    <a:pt x="55640" y="8575"/>
                    <a:pt x="55521" y="8535"/>
                  </a:cubicBezTo>
                  <a:cubicBezTo>
                    <a:pt x="54188" y="8197"/>
                    <a:pt x="52855" y="7918"/>
                    <a:pt x="51582" y="7739"/>
                  </a:cubicBezTo>
                  <a:cubicBezTo>
                    <a:pt x="50349" y="7540"/>
                    <a:pt x="49056" y="7421"/>
                    <a:pt x="47743" y="7341"/>
                  </a:cubicBezTo>
                  <a:cubicBezTo>
                    <a:pt x="46569" y="7282"/>
                    <a:pt x="45336" y="7282"/>
                    <a:pt x="43963" y="7341"/>
                  </a:cubicBezTo>
                  <a:cubicBezTo>
                    <a:pt x="42809" y="7381"/>
                    <a:pt x="41616" y="7461"/>
                    <a:pt x="40283" y="7620"/>
                  </a:cubicBezTo>
                  <a:cubicBezTo>
                    <a:pt x="39786" y="7660"/>
                    <a:pt x="39288" y="7739"/>
                    <a:pt x="38791" y="7779"/>
                  </a:cubicBezTo>
                  <a:lnTo>
                    <a:pt x="38154" y="7859"/>
                  </a:lnTo>
                  <a:cubicBezTo>
                    <a:pt x="37697" y="7938"/>
                    <a:pt x="37160" y="8018"/>
                    <a:pt x="36702" y="8077"/>
                  </a:cubicBezTo>
                  <a:cubicBezTo>
                    <a:pt x="34474" y="8435"/>
                    <a:pt x="32246" y="8933"/>
                    <a:pt x="29859" y="9549"/>
                  </a:cubicBezTo>
                  <a:cubicBezTo>
                    <a:pt x="28864" y="9808"/>
                    <a:pt x="27890" y="10067"/>
                    <a:pt x="26915" y="10345"/>
                  </a:cubicBezTo>
                  <a:lnTo>
                    <a:pt x="26577" y="10445"/>
                  </a:lnTo>
                  <a:lnTo>
                    <a:pt x="24966" y="10922"/>
                  </a:lnTo>
                  <a:cubicBezTo>
                    <a:pt x="24607" y="11022"/>
                    <a:pt x="24289" y="11121"/>
                    <a:pt x="23931" y="11220"/>
                  </a:cubicBezTo>
                  <a:cubicBezTo>
                    <a:pt x="23732" y="11260"/>
                    <a:pt x="23573" y="11340"/>
                    <a:pt x="23374" y="11399"/>
                  </a:cubicBezTo>
                  <a:cubicBezTo>
                    <a:pt x="21246" y="12016"/>
                    <a:pt x="19157" y="12693"/>
                    <a:pt x="17128" y="13389"/>
                  </a:cubicBezTo>
                  <a:cubicBezTo>
                    <a:pt x="15139" y="14045"/>
                    <a:pt x="13149" y="14781"/>
                    <a:pt x="11160" y="15537"/>
                  </a:cubicBezTo>
                  <a:cubicBezTo>
                    <a:pt x="10981" y="15617"/>
                    <a:pt x="10802" y="15676"/>
                    <a:pt x="10643" y="15736"/>
                  </a:cubicBezTo>
                  <a:cubicBezTo>
                    <a:pt x="10344" y="15875"/>
                    <a:pt x="10026" y="15975"/>
                    <a:pt x="9728" y="16094"/>
                  </a:cubicBezTo>
                  <a:lnTo>
                    <a:pt x="8276" y="16671"/>
                  </a:lnTo>
                  <a:lnTo>
                    <a:pt x="6863" y="17228"/>
                  </a:lnTo>
                  <a:lnTo>
                    <a:pt x="5968" y="17606"/>
                  </a:lnTo>
                  <a:cubicBezTo>
                    <a:pt x="5789" y="17686"/>
                    <a:pt x="5630" y="17765"/>
                    <a:pt x="5471" y="17805"/>
                  </a:cubicBezTo>
                  <a:cubicBezTo>
                    <a:pt x="3621" y="18581"/>
                    <a:pt x="1830" y="19376"/>
                    <a:pt x="100" y="20192"/>
                  </a:cubicBezTo>
                  <a:lnTo>
                    <a:pt x="0" y="20073"/>
                  </a:lnTo>
                  <a:cubicBezTo>
                    <a:pt x="1731" y="19257"/>
                    <a:pt x="3561" y="18461"/>
                    <a:pt x="5371" y="17686"/>
                  </a:cubicBezTo>
                  <a:cubicBezTo>
                    <a:pt x="5530" y="17606"/>
                    <a:pt x="5690" y="17526"/>
                    <a:pt x="5869" y="17487"/>
                  </a:cubicBezTo>
                  <a:lnTo>
                    <a:pt x="6764" y="17109"/>
                  </a:lnTo>
                  <a:lnTo>
                    <a:pt x="8176" y="16532"/>
                  </a:lnTo>
                  <a:lnTo>
                    <a:pt x="9628" y="15975"/>
                  </a:lnTo>
                  <a:cubicBezTo>
                    <a:pt x="9907" y="15836"/>
                    <a:pt x="10245" y="15716"/>
                    <a:pt x="10563" y="15597"/>
                  </a:cubicBezTo>
                  <a:cubicBezTo>
                    <a:pt x="10742" y="15517"/>
                    <a:pt x="10921" y="15477"/>
                    <a:pt x="11080" y="15398"/>
                  </a:cubicBezTo>
                  <a:cubicBezTo>
                    <a:pt x="13050" y="14622"/>
                    <a:pt x="15059" y="13906"/>
                    <a:pt x="17048" y="13230"/>
                  </a:cubicBezTo>
                  <a:cubicBezTo>
                    <a:pt x="19097" y="12533"/>
                    <a:pt x="21186" y="11857"/>
                    <a:pt x="23295" y="11240"/>
                  </a:cubicBezTo>
                  <a:cubicBezTo>
                    <a:pt x="23493" y="11201"/>
                    <a:pt x="23672" y="11121"/>
                    <a:pt x="23871" y="11061"/>
                  </a:cubicBezTo>
                  <a:cubicBezTo>
                    <a:pt x="24210" y="10962"/>
                    <a:pt x="24548" y="10862"/>
                    <a:pt x="24886" y="10763"/>
                  </a:cubicBezTo>
                  <a:lnTo>
                    <a:pt x="26855" y="10206"/>
                  </a:lnTo>
                  <a:cubicBezTo>
                    <a:pt x="27790" y="9927"/>
                    <a:pt x="28785" y="9649"/>
                    <a:pt x="29780" y="9410"/>
                  </a:cubicBezTo>
                  <a:cubicBezTo>
                    <a:pt x="32206" y="8774"/>
                    <a:pt x="34434" y="8316"/>
                    <a:pt x="36643" y="7938"/>
                  </a:cubicBezTo>
                  <a:cubicBezTo>
                    <a:pt x="37140" y="7859"/>
                    <a:pt x="37637" y="7779"/>
                    <a:pt x="38115" y="7719"/>
                  </a:cubicBezTo>
                  <a:lnTo>
                    <a:pt x="38731" y="7640"/>
                  </a:lnTo>
                  <a:cubicBezTo>
                    <a:pt x="39229" y="7560"/>
                    <a:pt x="39726" y="7520"/>
                    <a:pt x="40223" y="7461"/>
                  </a:cubicBezTo>
                  <a:cubicBezTo>
                    <a:pt x="41576" y="7321"/>
                    <a:pt x="42789" y="7222"/>
                    <a:pt x="43943" y="7182"/>
                  </a:cubicBezTo>
                  <a:cubicBezTo>
                    <a:pt x="45336" y="7142"/>
                    <a:pt x="46569" y="7142"/>
                    <a:pt x="47743" y="7182"/>
                  </a:cubicBezTo>
                  <a:cubicBezTo>
                    <a:pt x="49056" y="7242"/>
                    <a:pt x="50368" y="7361"/>
                    <a:pt x="51642" y="7540"/>
                  </a:cubicBezTo>
                  <a:cubicBezTo>
                    <a:pt x="52915" y="7719"/>
                    <a:pt x="54248" y="7978"/>
                    <a:pt x="55600" y="8336"/>
                  </a:cubicBezTo>
                  <a:cubicBezTo>
                    <a:pt x="55720" y="8356"/>
                    <a:pt x="55819" y="8416"/>
                    <a:pt x="55938" y="8435"/>
                  </a:cubicBezTo>
                  <a:cubicBezTo>
                    <a:pt x="56177" y="8475"/>
                    <a:pt x="56376" y="8555"/>
                    <a:pt x="56595" y="8615"/>
                  </a:cubicBezTo>
                  <a:lnTo>
                    <a:pt x="57590" y="8913"/>
                  </a:lnTo>
                  <a:lnTo>
                    <a:pt x="58584" y="9251"/>
                  </a:lnTo>
                  <a:cubicBezTo>
                    <a:pt x="58803" y="9331"/>
                    <a:pt x="59002" y="9430"/>
                    <a:pt x="59221" y="9510"/>
                  </a:cubicBezTo>
                  <a:cubicBezTo>
                    <a:pt x="59360" y="9549"/>
                    <a:pt x="59459" y="9609"/>
                    <a:pt x="59579" y="9629"/>
                  </a:cubicBezTo>
                  <a:cubicBezTo>
                    <a:pt x="60951" y="10206"/>
                    <a:pt x="62244" y="10823"/>
                    <a:pt x="63458" y="11519"/>
                  </a:cubicBezTo>
                  <a:cubicBezTo>
                    <a:pt x="64691" y="12235"/>
                    <a:pt x="65944" y="13090"/>
                    <a:pt x="67138" y="14025"/>
                  </a:cubicBezTo>
                  <a:cubicBezTo>
                    <a:pt x="68431" y="15020"/>
                    <a:pt x="69625" y="16134"/>
                    <a:pt x="70520" y="16989"/>
                  </a:cubicBezTo>
                  <a:cubicBezTo>
                    <a:pt x="71634" y="18064"/>
                    <a:pt x="72728" y="19197"/>
                    <a:pt x="73643" y="20172"/>
                  </a:cubicBezTo>
                  <a:cubicBezTo>
                    <a:pt x="74001" y="20510"/>
                    <a:pt x="74319" y="20888"/>
                    <a:pt x="74677" y="21246"/>
                  </a:cubicBezTo>
                  <a:cubicBezTo>
                    <a:pt x="75314" y="21943"/>
                    <a:pt x="75990" y="22659"/>
                    <a:pt x="76667" y="23355"/>
                  </a:cubicBezTo>
                  <a:cubicBezTo>
                    <a:pt x="77781" y="24549"/>
                    <a:pt x="78716" y="25523"/>
                    <a:pt x="79651" y="26418"/>
                  </a:cubicBezTo>
                  <a:lnTo>
                    <a:pt x="80387" y="27135"/>
                  </a:lnTo>
                  <a:cubicBezTo>
                    <a:pt x="80506" y="27254"/>
                    <a:pt x="80645" y="27353"/>
                    <a:pt x="80765" y="27473"/>
                  </a:cubicBezTo>
                  <a:lnTo>
                    <a:pt x="81540" y="28169"/>
                  </a:lnTo>
                  <a:lnTo>
                    <a:pt x="82694" y="29144"/>
                  </a:lnTo>
                  <a:lnTo>
                    <a:pt x="83888" y="30059"/>
                  </a:lnTo>
                  <a:lnTo>
                    <a:pt x="84286" y="30337"/>
                  </a:lnTo>
                  <a:lnTo>
                    <a:pt x="84584" y="30556"/>
                  </a:lnTo>
                  <a:cubicBezTo>
                    <a:pt x="84763" y="30695"/>
                    <a:pt x="84922" y="30815"/>
                    <a:pt x="85081" y="30914"/>
                  </a:cubicBezTo>
                  <a:lnTo>
                    <a:pt x="85917" y="31431"/>
                  </a:lnTo>
                  <a:cubicBezTo>
                    <a:pt x="85956" y="31451"/>
                    <a:pt x="86016" y="31511"/>
                    <a:pt x="86056" y="31531"/>
                  </a:cubicBezTo>
                  <a:cubicBezTo>
                    <a:pt x="86136" y="31591"/>
                    <a:pt x="86235" y="31650"/>
                    <a:pt x="86315" y="31710"/>
                  </a:cubicBezTo>
                  <a:lnTo>
                    <a:pt x="86732" y="31949"/>
                  </a:lnTo>
                  <a:cubicBezTo>
                    <a:pt x="86832" y="32008"/>
                    <a:pt x="86931" y="32088"/>
                    <a:pt x="87031" y="32128"/>
                  </a:cubicBezTo>
                  <a:lnTo>
                    <a:pt x="87548" y="32426"/>
                  </a:lnTo>
                  <a:cubicBezTo>
                    <a:pt x="87687" y="32506"/>
                    <a:pt x="87846" y="32585"/>
                    <a:pt x="87986" y="32685"/>
                  </a:cubicBezTo>
                  <a:cubicBezTo>
                    <a:pt x="88383" y="32904"/>
                    <a:pt x="88821" y="33122"/>
                    <a:pt x="89219" y="33301"/>
                  </a:cubicBezTo>
                  <a:cubicBezTo>
                    <a:pt x="90214" y="33799"/>
                    <a:pt x="91288" y="34236"/>
                    <a:pt x="92601" y="34714"/>
                  </a:cubicBezTo>
                  <a:lnTo>
                    <a:pt x="93436" y="34992"/>
                  </a:lnTo>
                  <a:cubicBezTo>
                    <a:pt x="93615" y="35052"/>
                    <a:pt x="93814" y="35112"/>
                    <a:pt x="93993" y="35171"/>
                  </a:cubicBezTo>
                  <a:cubicBezTo>
                    <a:pt x="94093" y="35191"/>
                    <a:pt x="94192" y="35211"/>
                    <a:pt x="94292" y="35271"/>
                  </a:cubicBezTo>
                  <a:cubicBezTo>
                    <a:pt x="94709" y="35390"/>
                    <a:pt x="95127" y="35490"/>
                    <a:pt x="95525" y="35589"/>
                  </a:cubicBezTo>
                  <a:cubicBezTo>
                    <a:pt x="95684" y="35609"/>
                    <a:pt x="95823" y="35669"/>
                    <a:pt x="95982" y="35689"/>
                  </a:cubicBezTo>
                  <a:cubicBezTo>
                    <a:pt x="96917" y="35887"/>
                    <a:pt x="98131" y="36106"/>
                    <a:pt x="99384" y="36246"/>
                  </a:cubicBezTo>
                  <a:cubicBezTo>
                    <a:pt x="101473" y="36464"/>
                    <a:pt x="103681" y="36444"/>
                    <a:pt x="106088" y="36146"/>
                  </a:cubicBezTo>
                  <a:cubicBezTo>
                    <a:pt x="108216" y="35868"/>
                    <a:pt x="110405" y="35370"/>
                    <a:pt x="112633" y="34654"/>
                  </a:cubicBezTo>
                  <a:cubicBezTo>
                    <a:pt x="114841" y="33898"/>
                    <a:pt x="116969" y="32983"/>
                    <a:pt x="118958" y="31929"/>
                  </a:cubicBezTo>
                  <a:lnTo>
                    <a:pt x="119714" y="31511"/>
                  </a:lnTo>
                  <a:lnTo>
                    <a:pt x="120490" y="31073"/>
                  </a:lnTo>
                  <a:cubicBezTo>
                    <a:pt x="120868" y="30874"/>
                    <a:pt x="121206" y="30636"/>
                    <a:pt x="121584" y="30417"/>
                  </a:cubicBezTo>
                  <a:cubicBezTo>
                    <a:pt x="121743" y="30317"/>
                    <a:pt x="121883" y="30218"/>
                    <a:pt x="122042" y="30138"/>
                  </a:cubicBezTo>
                  <a:cubicBezTo>
                    <a:pt x="122201" y="30019"/>
                    <a:pt x="122400" y="29920"/>
                    <a:pt x="122579" y="29800"/>
                  </a:cubicBezTo>
                  <a:cubicBezTo>
                    <a:pt x="122897" y="29601"/>
                    <a:pt x="123255" y="29363"/>
                    <a:pt x="123574" y="29184"/>
                  </a:cubicBezTo>
                  <a:lnTo>
                    <a:pt x="125125" y="28149"/>
                  </a:lnTo>
                  <a:cubicBezTo>
                    <a:pt x="125483" y="27910"/>
                    <a:pt x="125861" y="27632"/>
                    <a:pt x="126239" y="27373"/>
                  </a:cubicBezTo>
                  <a:cubicBezTo>
                    <a:pt x="126359" y="27274"/>
                    <a:pt x="126518" y="27194"/>
                    <a:pt x="126637" y="27075"/>
                  </a:cubicBezTo>
                  <a:cubicBezTo>
                    <a:pt x="126816" y="26956"/>
                    <a:pt x="127015" y="26816"/>
                    <a:pt x="127174" y="26677"/>
                  </a:cubicBezTo>
                  <a:cubicBezTo>
                    <a:pt x="127512" y="26458"/>
                    <a:pt x="127831" y="26220"/>
                    <a:pt x="128169" y="25961"/>
                  </a:cubicBezTo>
                  <a:lnTo>
                    <a:pt x="129004" y="25364"/>
                  </a:lnTo>
                  <a:cubicBezTo>
                    <a:pt x="129740" y="24827"/>
                    <a:pt x="130516" y="24250"/>
                    <a:pt x="131272" y="23653"/>
                  </a:cubicBezTo>
                  <a:cubicBezTo>
                    <a:pt x="132386" y="22778"/>
                    <a:pt x="133560" y="21883"/>
                    <a:pt x="134674" y="20988"/>
                  </a:cubicBezTo>
                  <a:cubicBezTo>
                    <a:pt x="137677" y="18601"/>
                    <a:pt x="140801" y="16094"/>
                    <a:pt x="144003" y="13707"/>
                  </a:cubicBezTo>
                  <a:lnTo>
                    <a:pt x="144282" y="13488"/>
                  </a:lnTo>
                  <a:cubicBezTo>
                    <a:pt x="144461" y="13329"/>
                    <a:pt x="144640" y="13210"/>
                    <a:pt x="144839" y="13090"/>
                  </a:cubicBezTo>
                  <a:lnTo>
                    <a:pt x="145674" y="12454"/>
                  </a:lnTo>
                  <a:cubicBezTo>
                    <a:pt x="145873" y="12315"/>
                    <a:pt x="146072" y="12155"/>
                    <a:pt x="146271" y="12036"/>
                  </a:cubicBezTo>
                  <a:cubicBezTo>
                    <a:pt x="146649" y="11758"/>
                    <a:pt x="147007" y="11499"/>
                    <a:pt x="147365" y="11240"/>
                  </a:cubicBezTo>
                  <a:lnTo>
                    <a:pt x="149096" y="10047"/>
                  </a:lnTo>
                  <a:lnTo>
                    <a:pt x="149394" y="9828"/>
                  </a:lnTo>
                  <a:cubicBezTo>
                    <a:pt x="149553" y="9709"/>
                    <a:pt x="149752" y="9549"/>
                    <a:pt x="149951" y="9430"/>
                  </a:cubicBezTo>
                  <a:lnTo>
                    <a:pt x="150827" y="8853"/>
                  </a:lnTo>
                  <a:cubicBezTo>
                    <a:pt x="151025" y="8734"/>
                    <a:pt x="151224" y="8575"/>
                    <a:pt x="151443" y="8455"/>
                  </a:cubicBezTo>
                  <a:cubicBezTo>
                    <a:pt x="151821" y="8217"/>
                    <a:pt x="152219" y="7958"/>
                    <a:pt x="152597" y="7719"/>
                  </a:cubicBezTo>
                  <a:lnTo>
                    <a:pt x="154387" y="6625"/>
                  </a:lnTo>
                  <a:cubicBezTo>
                    <a:pt x="154487" y="6546"/>
                    <a:pt x="154606" y="6486"/>
                    <a:pt x="154706" y="6426"/>
                  </a:cubicBezTo>
                  <a:cubicBezTo>
                    <a:pt x="154905" y="6287"/>
                    <a:pt x="155103" y="6168"/>
                    <a:pt x="155302" y="6068"/>
                  </a:cubicBezTo>
                  <a:lnTo>
                    <a:pt x="156217" y="5571"/>
                  </a:lnTo>
                  <a:cubicBezTo>
                    <a:pt x="156456" y="5452"/>
                    <a:pt x="156655" y="5352"/>
                    <a:pt x="156874" y="5233"/>
                  </a:cubicBezTo>
                  <a:cubicBezTo>
                    <a:pt x="157272" y="4994"/>
                    <a:pt x="157670" y="4775"/>
                    <a:pt x="158067" y="4576"/>
                  </a:cubicBezTo>
                  <a:lnTo>
                    <a:pt x="159937" y="3661"/>
                  </a:lnTo>
                  <a:cubicBezTo>
                    <a:pt x="160037" y="3602"/>
                    <a:pt x="160156" y="3562"/>
                    <a:pt x="160256" y="3482"/>
                  </a:cubicBezTo>
                  <a:cubicBezTo>
                    <a:pt x="160455" y="3383"/>
                    <a:pt x="160654" y="3283"/>
                    <a:pt x="160872" y="3184"/>
                  </a:cubicBezTo>
                  <a:lnTo>
                    <a:pt x="161827" y="2766"/>
                  </a:lnTo>
                  <a:cubicBezTo>
                    <a:pt x="163120" y="2209"/>
                    <a:pt x="164433" y="1712"/>
                    <a:pt x="165706" y="1314"/>
                  </a:cubicBezTo>
                  <a:cubicBezTo>
                    <a:pt x="168551" y="419"/>
                    <a:pt x="171137" y="1"/>
                    <a:pt x="173663" y="21"/>
                  </a:cubicBezTo>
                  <a:cubicBezTo>
                    <a:pt x="175016" y="61"/>
                    <a:pt x="176369" y="200"/>
                    <a:pt x="177602" y="498"/>
                  </a:cubicBezTo>
                  <a:cubicBezTo>
                    <a:pt x="178935" y="856"/>
                    <a:pt x="180168" y="1294"/>
                    <a:pt x="181342" y="1871"/>
                  </a:cubicBezTo>
                  <a:cubicBezTo>
                    <a:pt x="183729" y="3064"/>
                    <a:pt x="185977" y="4676"/>
                    <a:pt x="188006" y="6267"/>
                  </a:cubicBezTo>
                  <a:cubicBezTo>
                    <a:pt x="188404" y="6585"/>
                    <a:pt x="188822" y="6924"/>
                    <a:pt x="189219" y="7242"/>
                  </a:cubicBezTo>
                  <a:cubicBezTo>
                    <a:pt x="189836" y="7739"/>
                    <a:pt x="190493" y="8256"/>
                    <a:pt x="191109" y="8734"/>
                  </a:cubicBezTo>
                  <a:cubicBezTo>
                    <a:pt x="192024" y="9450"/>
                    <a:pt x="193099" y="10305"/>
                    <a:pt x="194173" y="11022"/>
                  </a:cubicBezTo>
                  <a:cubicBezTo>
                    <a:pt x="194551" y="11300"/>
                    <a:pt x="194949" y="11539"/>
                    <a:pt x="195307" y="11758"/>
                  </a:cubicBezTo>
                  <a:cubicBezTo>
                    <a:pt x="195466" y="11857"/>
                    <a:pt x="195585" y="11937"/>
                    <a:pt x="195744" y="12036"/>
                  </a:cubicBezTo>
                  <a:lnTo>
                    <a:pt x="196540" y="12494"/>
                  </a:lnTo>
                  <a:cubicBezTo>
                    <a:pt x="196779" y="12633"/>
                    <a:pt x="197057" y="12792"/>
                    <a:pt x="197336" y="12911"/>
                  </a:cubicBezTo>
                  <a:lnTo>
                    <a:pt x="197634" y="13051"/>
                  </a:lnTo>
                  <a:cubicBezTo>
                    <a:pt x="197813" y="13130"/>
                    <a:pt x="197972" y="13230"/>
                    <a:pt x="198151" y="13309"/>
                  </a:cubicBezTo>
                  <a:lnTo>
                    <a:pt x="198967" y="13647"/>
                  </a:lnTo>
                  <a:cubicBezTo>
                    <a:pt x="199146" y="13727"/>
                    <a:pt x="199325" y="13807"/>
                    <a:pt x="199504" y="13846"/>
                  </a:cubicBezTo>
                  <a:cubicBezTo>
                    <a:pt x="199603" y="13886"/>
                    <a:pt x="199703" y="13926"/>
                    <a:pt x="199802" y="13946"/>
                  </a:cubicBezTo>
                  <a:lnTo>
                    <a:pt x="200220" y="14105"/>
                  </a:lnTo>
                  <a:lnTo>
                    <a:pt x="200638" y="14224"/>
                  </a:lnTo>
                  <a:cubicBezTo>
                    <a:pt x="205074" y="15637"/>
                    <a:pt x="209948" y="15477"/>
                    <a:pt x="214762" y="13707"/>
                  </a:cubicBezTo>
                  <a:lnTo>
                    <a:pt x="214762" y="13926"/>
                  </a:lnTo>
                  <a:cubicBezTo>
                    <a:pt x="209908" y="15696"/>
                    <a:pt x="205034" y="15875"/>
                    <a:pt x="200598" y="14443"/>
                  </a:cubicBezTo>
                  <a:lnTo>
                    <a:pt x="200041" y="14383"/>
                  </a:lnTo>
                  <a:lnTo>
                    <a:pt x="199623" y="14224"/>
                  </a:lnTo>
                  <a:cubicBezTo>
                    <a:pt x="199524" y="14184"/>
                    <a:pt x="199424" y="14145"/>
                    <a:pt x="199325" y="14125"/>
                  </a:cubicBezTo>
                  <a:cubicBezTo>
                    <a:pt x="199146" y="14065"/>
                    <a:pt x="198967" y="14005"/>
                    <a:pt x="198788" y="13926"/>
                  </a:cubicBezTo>
                  <a:lnTo>
                    <a:pt x="197972" y="13588"/>
                  </a:lnTo>
                  <a:cubicBezTo>
                    <a:pt x="197793" y="13508"/>
                    <a:pt x="197634" y="13429"/>
                    <a:pt x="197455" y="13329"/>
                  </a:cubicBezTo>
                  <a:lnTo>
                    <a:pt x="197157" y="13190"/>
                  </a:lnTo>
                  <a:cubicBezTo>
                    <a:pt x="196878" y="13051"/>
                    <a:pt x="196600" y="12911"/>
                    <a:pt x="196361" y="12772"/>
                  </a:cubicBezTo>
                  <a:lnTo>
                    <a:pt x="195565" y="12315"/>
                  </a:lnTo>
                  <a:cubicBezTo>
                    <a:pt x="195406" y="12215"/>
                    <a:pt x="195287" y="12136"/>
                    <a:pt x="195147" y="12036"/>
                  </a:cubicBezTo>
                  <a:cubicBezTo>
                    <a:pt x="194769" y="11817"/>
                    <a:pt x="194372" y="11559"/>
                    <a:pt x="193994" y="11300"/>
                  </a:cubicBezTo>
                  <a:cubicBezTo>
                    <a:pt x="192900" y="10544"/>
                    <a:pt x="191825" y="9729"/>
                    <a:pt x="190910" y="9012"/>
                  </a:cubicBezTo>
                  <a:cubicBezTo>
                    <a:pt x="190294" y="8515"/>
                    <a:pt x="189637" y="8018"/>
                    <a:pt x="189020" y="7520"/>
                  </a:cubicBezTo>
                  <a:cubicBezTo>
                    <a:pt x="188623" y="7202"/>
                    <a:pt x="188225" y="6864"/>
                    <a:pt x="187807" y="6546"/>
                  </a:cubicBezTo>
                  <a:cubicBezTo>
                    <a:pt x="185758" y="4954"/>
                    <a:pt x="183530" y="3343"/>
                    <a:pt x="181143" y="2149"/>
                  </a:cubicBezTo>
                  <a:cubicBezTo>
                    <a:pt x="179969" y="1572"/>
                    <a:pt x="178736" y="1115"/>
                    <a:pt x="177443" y="777"/>
                  </a:cubicBezTo>
                  <a:cubicBezTo>
                    <a:pt x="176190" y="478"/>
                    <a:pt x="174877" y="299"/>
                    <a:pt x="173504" y="299"/>
                  </a:cubicBezTo>
                  <a:cubicBezTo>
                    <a:pt x="171018" y="279"/>
                    <a:pt x="168432" y="697"/>
                    <a:pt x="165607" y="1592"/>
                  </a:cubicBezTo>
                  <a:cubicBezTo>
                    <a:pt x="164334" y="1990"/>
                    <a:pt x="163041" y="2468"/>
                    <a:pt x="161748" y="3045"/>
                  </a:cubicBezTo>
                  <a:lnTo>
                    <a:pt x="160793" y="3462"/>
                  </a:lnTo>
                  <a:lnTo>
                    <a:pt x="160196" y="3761"/>
                  </a:lnTo>
                  <a:cubicBezTo>
                    <a:pt x="160097" y="3820"/>
                    <a:pt x="159977" y="3860"/>
                    <a:pt x="159878" y="3940"/>
                  </a:cubicBezTo>
                  <a:lnTo>
                    <a:pt x="158008" y="4855"/>
                  </a:lnTo>
                  <a:cubicBezTo>
                    <a:pt x="157610" y="5054"/>
                    <a:pt x="157212" y="5273"/>
                    <a:pt x="156814" y="5511"/>
                  </a:cubicBezTo>
                  <a:cubicBezTo>
                    <a:pt x="156595" y="5631"/>
                    <a:pt x="156396" y="5750"/>
                    <a:pt x="156178" y="5849"/>
                  </a:cubicBezTo>
                  <a:lnTo>
                    <a:pt x="155263" y="6347"/>
                  </a:lnTo>
                  <a:cubicBezTo>
                    <a:pt x="155064" y="6446"/>
                    <a:pt x="154865" y="6566"/>
                    <a:pt x="154686" y="6705"/>
                  </a:cubicBezTo>
                  <a:cubicBezTo>
                    <a:pt x="154586" y="6764"/>
                    <a:pt x="154467" y="6824"/>
                    <a:pt x="154367" y="6904"/>
                  </a:cubicBezTo>
                  <a:lnTo>
                    <a:pt x="152577" y="7998"/>
                  </a:lnTo>
                  <a:cubicBezTo>
                    <a:pt x="152199" y="8237"/>
                    <a:pt x="151801" y="8495"/>
                    <a:pt x="151423" y="8734"/>
                  </a:cubicBezTo>
                  <a:cubicBezTo>
                    <a:pt x="151224" y="8853"/>
                    <a:pt x="151025" y="9012"/>
                    <a:pt x="150807" y="9132"/>
                  </a:cubicBezTo>
                  <a:lnTo>
                    <a:pt x="149931" y="9709"/>
                  </a:lnTo>
                  <a:cubicBezTo>
                    <a:pt x="149732" y="9828"/>
                    <a:pt x="149553" y="9947"/>
                    <a:pt x="149394" y="10087"/>
                  </a:cubicBezTo>
                  <a:lnTo>
                    <a:pt x="149096" y="10305"/>
                  </a:lnTo>
                  <a:lnTo>
                    <a:pt x="147365" y="11499"/>
                  </a:lnTo>
                  <a:cubicBezTo>
                    <a:pt x="147007" y="11777"/>
                    <a:pt x="146649" y="12016"/>
                    <a:pt x="146271" y="12295"/>
                  </a:cubicBezTo>
                  <a:cubicBezTo>
                    <a:pt x="146072" y="12434"/>
                    <a:pt x="145873" y="12593"/>
                    <a:pt x="145674" y="12712"/>
                  </a:cubicBezTo>
                  <a:lnTo>
                    <a:pt x="144839" y="13289"/>
                  </a:lnTo>
                  <a:cubicBezTo>
                    <a:pt x="144660" y="13409"/>
                    <a:pt x="144501" y="13548"/>
                    <a:pt x="144302" y="13687"/>
                  </a:cubicBezTo>
                  <a:lnTo>
                    <a:pt x="144003" y="13906"/>
                  </a:lnTo>
                  <a:cubicBezTo>
                    <a:pt x="140821" y="16293"/>
                    <a:pt x="137677" y="18800"/>
                    <a:pt x="134674" y="21187"/>
                  </a:cubicBezTo>
                  <a:cubicBezTo>
                    <a:pt x="133560" y="22062"/>
                    <a:pt x="132406" y="22977"/>
                    <a:pt x="131272" y="23852"/>
                  </a:cubicBezTo>
                  <a:cubicBezTo>
                    <a:pt x="130516" y="24449"/>
                    <a:pt x="129740" y="25026"/>
                    <a:pt x="129004" y="25563"/>
                  </a:cubicBezTo>
                  <a:lnTo>
                    <a:pt x="128189" y="26160"/>
                  </a:lnTo>
                  <a:cubicBezTo>
                    <a:pt x="127850" y="26418"/>
                    <a:pt x="127532" y="26637"/>
                    <a:pt x="127194" y="26876"/>
                  </a:cubicBezTo>
                  <a:cubicBezTo>
                    <a:pt x="127015" y="27015"/>
                    <a:pt x="126816" y="27155"/>
                    <a:pt x="126637" y="27274"/>
                  </a:cubicBezTo>
                  <a:cubicBezTo>
                    <a:pt x="126518" y="27373"/>
                    <a:pt x="126359" y="27473"/>
                    <a:pt x="126239" y="27592"/>
                  </a:cubicBezTo>
                  <a:cubicBezTo>
                    <a:pt x="125861" y="27851"/>
                    <a:pt x="125503" y="28109"/>
                    <a:pt x="125125" y="28388"/>
                  </a:cubicBezTo>
                  <a:lnTo>
                    <a:pt x="123574" y="29402"/>
                  </a:lnTo>
                  <a:cubicBezTo>
                    <a:pt x="123255" y="29621"/>
                    <a:pt x="122917" y="29820"/>
                    <a:pt x="122579" y="30019"/>
                  </a:cubicBezTo>
                  <a:cubicBezTo>
                    <a:pt x="122420" y="30138"/>
                    <a:pt x="122221" y="30238"/>
                    <a:pt x="122042" y="30377"/>
                  </a:cubicBezTo>
                  <a:cubicBezTo>
                    <a:pt x="121883" y="30477"/>
                    <a:pt x="121743" y="30536"/>
                    <a:pt x="121584" y="30636"/>
                  </a:cubicBezTo>
                  <a:cubicBezTo>
                    <a:pt x="121246" y="30874"/>
                    <a:pt x="120868" y="31093"/>
                    <a:pt x="120490" y="31292"/>
                  </a:cubicBezTo>
                  <a:lnTo>
                    <a:pt x="119734" y="31730"/>
                  </a:lnTo>
                  <a:lnTo>
                    <a:pt x="118958" y="32167"/>
                  </a:lnTo>
                  <a:cubicBezTo>
                    <a:pt x="116969" y="33202"/>
                    <a:pt x="114821" y="34117"/>
                    <a:pt x="112613" y="34873"/>
                  </a:cubicBezTo>
                  <a:cubicBezTo>
                    <a:pt x="110365" y="35589"/>
                    <a:pt x="108177" y="36086"/>
                    <a:pt x="106068" y="36365"/>
                  </a:cubicBezTo>
                  <a:cubicBezTo>
                    <a:pt x="105014" y="36484"/>
                    <a:pt x="103939" y="36564"/>
                    <a:pt x="102885" y="36584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6" name="Google Shape;2081;p29"/>
            <p:cNvSpPr/>
            <p:nvPr/>
          </p:nvSpPr>
          <p:spPr>
            <a:xfrm rot="20227800">
              <a:off x="-2320200" y="-773280"/>
              <a:ext cx="8867520" cy="1503000"/>
            </a:xfrm>
            <a:custGeom>
              <a:avLst/>
              <a:gdLst>
                <a:gd name="textAreaLeft" fmla="*/ 0 w 8867520"/>
                <a:gd name="textAreaRight" fmla="*/ 8867880 w 8867520"/>
                <a:gd name="textAreaTop" fmla="*/ 0 h 1503000"/>
                <a:gd name="textAreaBottom" fmla="*/ 1503360 h 1503000"/>
              </a:gdLst>
              <a:ahLst/>
              <a:cxnLst/>
              <a:rect l="textAreaLeft" t="textAreaTop" r="textAreaRight" b="textAreaBottom"/>
              <a:pathLst>
                <a:path w="213230" h="36146">
                  <a:moveTo>
                    <a:pt x="101910" y="36125"/>
                  </a:moveTo>
                  <a:cubicBezTo>
                    <a:pt x="100657" y="36145"/>
                    <a:pt x="99464" y="36086"/>
                    <a:pt x="98290" y="35946"/>
                  </a:cubicBezTo>
                  <a:cubicBezTo>
                    <a:pt x="97275" y="35847"/>
                    <a:pt x="96181" y="35688"/>
                    <a:pt x="94749" y="35350"/>
                  </a:cubicBezTo>
                  <a:cubicBezTo>
                    <a:pt x="94590" y="35310"/>
                    <a:pt x="94451" y="35290"/>
                    <a:pt x="94272" y="35230"/>
                  </a:cubicBezTo>
                  <a:cubicBezTo>
                    <a:pt x="93854" y="35131"/>
                    <a:pt x="93376" y="35011"/>
                    <a:pt x="92939" y="34892"/>
                  </a:cubicBezTo>
                  <a:cubicBezTo>
                    <a:pt x="92839" y="34852"/>
                    <a:pt x="92740" y="34813"/>
                    <a:pt x="92620" y="34773"/>
                  </a:cubicBezTo>
                  <a:cubicBezTo>
                    <a:pt x="92422" y="34733"/>
                    <a:pt x="92223" y="34673"/>
                    <a:pt x="92044" y="34614"/>
                  </a:cubicBezTo>
                  <a:lnTo>
                    <a:pt x="91148" y="34315"/>
                  </a:lnTo>
                  <a:cubicBezTo>
                    <a:pt x="89756" y="33818"/>
                    <a:pt x="88622" y="33321"/>
                    <a:pt x="87568" y="32783"/>
                  </a:cubicBezTo>
                  <a:cubicBezTo>
                    <a:pt x="87130" y="32585"/>
                    <a:pt x="86673" y="32346"/>
                    <a:pt x="86255" y="32087"/>
                  </a:cubicBezTo>
                  <a:cubicBezTo>
                    <a:pt x="86116" y="32028"/>
                    <a:pt x="85956" y="31928"/>
                    <a:pt x="85817" y="31848"/>
                  </a:cubicBezTo>
                  <a:cubicBezTo>
                    <a:pt x="85618" y="31749"/>
                    <a:pt x="85439" y="31630"/>
                    <a:pt x="85240" y="31490"/>
                  </a:cubicBezTo>
                  <a:cubicBezTo>
                    <a:pt x="85141" y="31431"/>
                    <a:pt x="85041" y="31371"/>
                    <a:pt x="84942" y="31331"/>
                  </a:cubicBezTo>
                  <a:lnTo>
                    <a:pt x="84484" y="31053"/>
                  </a:lnTo>
                  <a:cubicBezTo>
                    <a:pt x="84385" y="30993"/>
                    <a:pt x="84285" y="30933"/>
                    <a:pt x="84226" y="30874"/>
                  </a:cubicBezTo>
                  <a:cubicBezTo>
                    <a:pt x="84166" y="30854"/>
                    <a:pt x="84126" y="30794"/>
                    <a:pt x="84067" y="30774"/>
                  </a:cubicBezTo>
                  <a:lnTo>
                    <a:pt x="83191" y="30197"/>
                  </a:lnTo>
                  <a:cubicBezTo>
                    <a:pt x="82992" y="30078"/>
                    <a:pt x="82833" y="29939"/>
                    <a:pt x="82654" y="29800"/>
                  </a:cubicBezTo>
                  <a:lnTo>
                    <a:pt x="82356" y="29581"/>
                  </a:lnTo>
                  <a:lnTo>
                    <a:pt x="81938" y="29282"/>
                  </a:lnTo>
                  <a:lnTo>
                    <a:pt x="80665" y="28288"/>
                  </a:lnTo>
                  <a:lnTo>
                    <a:pt x="79412" y="27253"/>
                  </a:lnTo>
                  <a:lnTo>
                    <a:pt x="79014" y="26875"/>
                  </a:lnTo>
                  <a:cubicBezTo>
                    <a:pt x="78914" y="26776"/>
                    <a:pt x="78815" y="26696"/>
                    <a:pt x="78715" y="26617"/>
                  </a:cubicBezTo>
                  <a:cubicBezTo>
                    <a:pt x="78556" y="26477"/>
                    <a:pt x="78377" y="26298"/>
                    <a:pt x="78198" y="26159"/>
                  </a:cubicBezTo>
                  <a:lnTo>
                    <a:pt x="77403" y="25403"/>
                  </a:lnTo>
                  <a:cubicBezTo>
                    <a:pt x="75572" y="23613"/>
                    <a:pt x="73782" y="21683"/>
                    <a:pt x="72051" y="19833"/>
                  </a:cubicBezTo>
                  <a:cubicBezTo>
                    <a:pt x="71813" y="19555"/>
                    <a:pt x="71554" y="19296"/>
                    <a:pt x="71315" y="19038"/>
                  </a:cubicBezTo>
                  <a:cubicBezTo>
                    <a:pt x="70201" y="17844"/>
                    <a:pt x="69227" y="16869"/>
                    <a:pt x="68252" y="15934"/>
                  </a:cubicBezTo>
                  <a:cubicBezTo>
                    <a:pt x="67337" y="15099"/>
                    <a:pt x="66203" y="14025"/>
                    <a:pt x="65009" y="13070"/>
                  </a:cubicBezTo>
                  <a:cubicBezTo>
                    <a:pt x="63876" y="12194"/>
                    <a:pt x="62722" y="11399"/>
                    <a:pt x="61548" y="10703"/>
                  </a:cubicBezTo>
                  <a:cubicBezTo>
                    <a:pt x="60434" y="10046"/>
                    <a:pt x="59201" y="9449"/>
                    <a:pt x="57908" y="8912"/>
                  </a:cubicBezTo>
                  <a:cubicBezTo>
                    <a:pt x="57808" y="8872"/>
                    <a:pt x="57689" y="8813"/>
                    <a:pt x="57589" y="8793"/>
                  </a:cubicBezTo>
                  <a:cubicBezTo>
                    <a:pt x="57391" y="8713"/>
                    <a:pt x="57192" y="8614"/>
                    <a:pt x="56993" y="8574"/>
                  </a:cubicBezTo>
                  <a:lnTo>
                    <a:pt x="56078" y="8256"/>
                  </a:lnTo>
                  <a:lnTo>
                    <a:pt x="55163" y="7918"/>
                  </a:lnTo>
                  <a:cubicBezTo>
                    <a:pt x="54964" y="7858"/>
                    <a:pt x="54765" y="7798"/>
                    <a:pt x="54566" y="7758"/>
                  </a:cubicBezTo>
                  <a:cubicBezTo>
                    <a:pt x="54466" y="7719"/>
                    <a:pt x="54327" y="7699"/>
                    <a:pt x="54228" y="7659"/>
                  </a:cubicBezTo>
                  <a:cubicBezTo>
                    <a:pt x="52974" y="7301"/>
                    <a:pt x="51701" y="7062"/>
                    <a:pt x="50508" y="6883"/>
                  </a:cubicBezTo>
                  <a:cubicBezTo>
                    <a:pt x="49294" y="6704"/>
                    <a:pt x="48041" y="6585"/>
                    <a:pt x="46808" y="6505"/>
                  </a:cubicBezTo>
                  <a:cubicBezTo>
                    <a:pt x="45674" y="6465"/>
                    <a:pt x="44480" y="6426"/>
                    <a:pt x="43147" y="6485"/>
                  </a:cubicBezTo>
                  <a:cubicBezTo>
                    <a:pt x="42053" y="6505"/>
                    <a:pt x="40880" y="6605"/>
                    <a:pt x="39587" y="6724"/>
                  </a:cubicBezTo>
                  <a:cubicBezTo>
                    <a:pt x="39109" y="6784"/>
                    <a:pt x="38632" y="6823"/>
                    <a:pt x="38174" y="6903"/>
                  </a:cubicBezTo>
                  <a:lnTo>
                    <a:pt x="37518" y="6983"/>
                  </a:lnTo>
                  <a:cubicBezTo>
                    <a:pt x="37040" y="7062"/>
                    <a:pt x="36583" y="7102"/>
                    <a:pt x="36105" y="7201"/>
                  </a:cubicBezTo>
                  <a:cubicBezTo>
                    <a:pt x="32127" y="7818"/>
                    <a:pt x="28089" y="8793"/>
                    <a:pt x="23016" y="10364"/>
                  </a:cubicBezTo>
                  <a:cubicBezTo>
                    <a:pt x="20927" y="10961"/>
                    <a:pt x="18878" y="11637"/>
                    <a:pt x="16889" y="12294"/>
                  </a:cubicBezTo>
                  <a:cubicBezTo>
                    <a:pt x="14920" y="12950"/>
                    <a:pt x="12950" y="13667"/>
                    <a:pt x="11021" y="14422"/>
                  </a:cubicBezTo>
                  <a:cubicBezTo>
                    <a:pt x="10842" y="14482"/>
                    <a:pt x="10663" y="14542"/>
                    <a:pt x="10523" y="14621"/>
                  </a:cubicBezTo>
                  <a:cubicBezTo>
                    <a:pt x="10225" y="14741"/>
                    <a:pt x="9887" y="14840"/>
                    <a:pt x="9588" y="14960"/>
                  </a:cubicBezTo>
                  <a:lnTo>
                    <a:pt x="8176" y="15517"/>
                  </a:lnTo>
                  <a:lnTo>
                    <a:pt x="6784" y="16074"/>
                  </a:lnTo>
                  <a:lnTo>
                    <a:pt x="5888" y="16452"/>
                  </a:lnTo>
                  <a:cubicBezTo>
                    <a:pt x="5749" y="16531"/>
                    <a:pt x="5570" y="16571"/>
                    <a:pt x="5391" y="16650"/>
                  </a:cubicBezTo>
                  <a:cubicBezTo>
                    <a:pt x="3581" y="17406"/>
                    <a:pt x="1810" y="18202"/>
                    <a:pt x="100" y="19018"/>
                  </a:cubicBezTo>
                  <a:lnTo>
                    <a:pt x="0" y="18898"/>
                  </a:lnTo>
                  <a:cubicBezTo>
                    <a:pt x="1711" y="18103"/>
                    <a:pt x="3501" y="17307"/>
                    <a:pt x="5292" y="16531"/>
                  </a:cubicBezTo>
                  <a:cubicBezTo>
                    <a:pt x="5471" y="16452"/>
                    <a:pt x="5630" y="16412"/>
                    <a:pt x="5769" y="16332"/>
                  </a:cubicBezTo>
                  <a:lnTo>
                    <a:pt x="6664" y="15954"/>
                  </a:lnTo>
                  <a:lnTo>
                    <a:pt x="8057" y="15377"/>
                  </a:lnTo>
                  <a:lnTo>
                    <a:pt x="9469" y="14840"/>
                  </a:lnTo>
                  <a:cubicBezTo>
                    <a:pt x="9767" y="14721"/>
                    <a:pt x="10086" y="14582"/>
                    <a:pt x="10384" y="14482"/>
                  </a:cubicBezTo>
                  <a:cubicBezTo>
                    <a:pt x="10563" y="14422"/>
                    <a:pt x="10742" y="14363"/>
                    <a:pt x="10881" y="14283"/>
                  </a:cubicBezTo>
                  <a:cubicBezTo>
                    <a:pt x="12831" y="13547"/>
                    <a:pt x="14820" y="12831"/>
                    <a:pt x="16790" y="12175"/>
                  </a:cubicBezTo>
                  <a:cubicBezTo>
                    <a:pt x="18799" y="11498"/>
                    <a:pt x="20868" y="10842"/>
                    <a:pt x="22916" y="10245"/>
                  </a:cubicBezTo>
                  <a:cubicBezTo>
                    <a:pt x="28009" y="8673"/>
                    <a:pt x="32047" y="7679"/>
                    <a:pt x="36026" y="7082"/>
                  </a:cubicBezTo>
                  <a:lnTo>
                    <a:pt x="37458" y="6863"/>
                  </a:lnTo>
                  <a:lnTo>
                    <a:pt x="38095" y="6784"/>
                  </a:lnTo>
                  <a:cubicBezTo>
                    <a:pt x="38572" y="6744"/>
                    <a:pt x="39049" y="6664"/>
                    <a:pt x="39507" y="6605"/>
                  </a:cubicBezTo>
                  <a:cubicBezTo>
                    <a:pt x="40800" y="6485"/>
                    <a:pt x="41974" y="6386"/>
                    <a:pt x="43088" y="6366"/>
                  </a:cubicBezTo>
                  <a:cubicBezTo>
                    <a:pt x="44440" y="6306"/>
                    <a:pt x="45634" y="6326"/>
                    <a:pt x="46748" y="6386"/>
                  </a:cubicBezTo>
                  <a:cubicBezTo>
                    <a:pt x="48021" y="6465"/>
                    <a:pt x="49254" y="6565"/>
                    <a:pt x="50488" y="6744"/>
                  </a:cubicBezTo>
                  <a:cubicBezTo>
                    <a:pt x="51701" y="6903"/>
                    <a:pt x="52974" y="7182"/>
                    <a:pt x="54228" y="7500"/>
                  </a:cubicBezTo>
                  <a:cubicBezTo>
                    <a:pt x="54367" y="7540"/>
                    <a:pt x="54466" y="7559"/>
                    <a:pt x="54566" y="7599"/>
                  </a:cubicBezTo>
                  <a:cubicBezTo>
                    <a:pt x="54765" y="7659"/>
                    <a:pt x="54964" y="7699"/>
                    <a:pt x="55163" y="7778"/>
                  </a:cubicBezTo>
                  <a:lnTo>
                    <a:pt x="56097" y="8077"/>
                  </a:lnTo>
                  <a:lnTo>
                    <a:pt x="57052" y="8395"/>
                  </a:lnTo>
                  <a:lnTo>
                    <a:pt x="57629" y="8614"/>
                  </a:lnTo>
                  <a:cubicBezTo>
                    <a:pt x="57729" y="8673"/>
                    <a:pt x="57868" y="8713"/>
                    <a:pt x="57967" y="8753"/>
                  </a:cubicBezTo>
                  <a:cubicBezTo>
                    <a:pt x="59241" y="9310"/>
                    <a:pt x="60454" y="9907"/>
                    <a:pt x="61588" y="10583"/>
                  </a:cubicBezTo>
                  <a:cubicBezTo>
                    <a:pt x="62762" y="11279"/>
                    <a:pt x="63935" y="12075"/>
                    <a:pt x="65049" y="12950"/>
                  </a:cubicBezTo>
                  <a:cubicBezTo>
                    <a:pt x="66263" y="13885"/>
                    <a:pt x="67416" y="14960"/>
                    <a:pt x="68292" y="15795"/>
                  </a:cubicBezTo>
                  <a:cubicBezTo>
                    <a:pt x="69286" y="16730"/>
                    <a:pt x="70221" y="17725"/>
                    <a:pt x="71335" y="18898"/>
                  </a:cubicBezTo>
                  <a:cubicBezTo>
                    <a:pt x="71594" y="19177"/>
                    <a:pt x="71833" y="19435"/>
                    <a:pt x="72091" y="19694"/>
                  </a:cubicBezTo>
                  <a:cubicBezTo>
                    <a:pt x="73802" y="21544"/>
                    <a:pt x="75592" y="23474"/>
                    <a:pt x="77442" y="25264"/>
                  </a:cubicBezTo>
                  <a:lnTo>
                    <a:pt x="78238" y="26000"/>
                  </a:lnTo>
                  <a:cubicBezTo>
                    <a:pt x="78397" y="26179"/>
                    <a:pt x="78576" y="26338"/>
                    <a:pt x="78755" y="26477"/>
                  </a:cubicBezTo>
                  <a:cubicBezTo>
                    <a:pt x="78855" y="26557"/>
                    <a:pt x="78954" y="26656"/>
                    <a:pt x="79054" y="26736"/>
                  </a:cubicBezTo>
                  <a:lnTo>
                    <a:pt x="79452" y="27094"/>
                  </a:lnTo>
                  <a:lnTo>
                    <a:pt x="80685" y="28148"/>
                  </a:lnTo>
                  <a:lnTo>
                    <a:pt x="81958" y="29123"/>
                  </a:lnTo>
                  <a:lnTo>
                    <a:pt x="82376" y="29422"/>
                  </a:lnTo>
                  <a:lnTo>
                    <a:pt x="82674" y="29640"/>
                  </a:lnTo>
                  <a:cubicBezTo>
                    <a:pt x="82853" y="29760"/>
                    <a:pt x="83052" y="29919"/>
                    <a:pt x="83231" y="30038"/>
                  </a:cubicBezTo>
                  <a:lnTo>
                    <a:pt x="84087" y="30615"/>
                  </a:lnTo>
                  <a:cubicBezTo>
                    <a:pt x="84146" y="30635"/>
                    <a:pt x="84186" y="30675"/>
                    <a:pt x="84246" y="30715"/>
                  </a:cubicBezTo>
                  <a:cubicBezTo>
                    <a:pt x="84345" y="30754"/>
                    <a:pt x="84425" y="30834"/>
                    <a:pt x="84524" y="30874"/>
                  </a:cubicBezTo>
                  <a:lnTo>
                    <a:pt x="84962" y="31152"/>
                  </a:lnTo>
                  <a:cubicBezTo>
                    <a:pt x="85061" y="31212"/>
                    <a:pt x="85161" y="31272"/>
                    <a:pt x="85260" y="31331"/>
                  </a:cubicBezTo>
                  <a:cubicBezTo>
                    <a:pt x="85439" y="31451"/>
                    <a:pt x="85638" y="31550"/>
                    <a:pt x="85837" y="31650"/>
                  </a:cubicBezTo>
                  <a:cubicBezTo>
                    <a:pt x="85976" y="31729"/>
                    <a:pt x="86135" y="31809"/>
                    <a:pt x="86275" y="31908"/>
                  </a:cubicBezTo>
                  <a:cubicBezTo>
                    <a:pt x="86712" y="32147"/>
                    <a:pt x="87150" y="32366"/>
                    <a:pt x="87608" y="32604"/>
                  </a:cubicBezTo>
                  <a:cubicBezTo>
                    <a:pt x="88642" y="33122"/>
                    <a:pt x="89756" y="33619"/>
                    <a:pt x="91148" y="34116"/>
                  </a:cubicBezTo>
                  <a:lnTo>
                    <a:pt x="92044" y="34415"/>
                  </a:lnTo>
                  <a:cubicBezTo>
                    <a:pt x="92262" y="34494"/>
                    <a:pt x="92441" y="34534"/>
                    <a:pt x="92620" y="34594"/>
                  </a:cubicBezTo>
                  <a:cubicBezTo>
                    <a:pt x="92720" y="34614"/>
                    <a:pt x="92859" y="34633"/>
                    <a:pt x="92959" y="34693"/>
                  </a:cubicBezTo>
                  <a:cubicBezTo>
                    <a:pt x="93396" y="34832"/>
                    <a:pt x="93854" y="34932"/>
                    <a:pt x="94272" y="35031"/>
                  </a:cubicBezTo>
                  <a:cubicBezTo>
                    <a:pt x="94411" y="35091"/>
                    <a:pt x="94570" y="35111"/>
                    <a:pt x="94749" y="35151"/>
                  </a:cubicBezTo>
                  <a:cubicBezTo>
                    <a:pt x="96181" y="35449"/>
                    <a:pt x="97275" y="35648"/>
                    <a:pt x="98270" y="35728"/>
                  </a:cubicBezTo>
                  <a:cubicBezTo>
                    <a:pt x="100438" y="35986"/>
                    <a:pt x="102706" y="35946"/>
                    <a:pt x="105213" y="35688"/>
                  </a:cubicBezTo>
                  <a:cubicBezTo>
                    <a:pt x="107381" y="35409"/>
                    <a:pt x="109629" y="34912"/>
                    <a:pt x="111896" y="34196"/>
                  </a:cubicBezTo>
                  <a:cubicBezTo>
                    <a:pt x="114164" y="33440"/>
                    <a:pt x="116333" y="32525"/>
                    <a:pt x="118342" y="31451"/>
                  </a:cubicBezTo>
                  <a:cubicBezTo>
                    <a:pt x="122818" y="29024"/>
                    <a:pt x="127094" y="25881"/>
                    <a:pt x="130755" y="23096"/>
                  </a:cubicBezTo>
                  <a:cubicBezTo>
                    <a:pt x="131869" y="22220"/>
                    <a:pt x="133003" y="21325"/>
                    <a:pt x="134136" y="20430"/>
                  </a:cubicBezTo>
                  <a:cubicBezTo>
                    <a:pt x="137120" y="18083"/>
                    <a:pt x="140224" y="15556"/>
                    <a:pt x="143387" y="13209"/>
                  </a:cubicBezTo>
                  <a:cubicBezTo>
                    <a:pt x="143924" y="12771"/>
                    <a:pt x="144520" y="12354"/>
                    <a:pt x="145018" y="11976"/>
                  </a:cubicBezTo>
                  <a:cubicBezTo>
                    <a:pt x="145217" y="11836"/>
                    <a:pt x="145416" y="11717"/>
                    <a:pt x="145595" y="11558"/>
                  </a:cubicBezTo>
                  <a:cubicBezTo>
                    <a:pt x="145933" y="11279"/>
                    <a:pt x="146311" y="11041"/>
                    <a:pt x="146669" y="10762"/>
                  </a:cubicBezTo>
                  <a:lnTo>
                    <a:pt x="148360" y="9589"/>
                  </a:lnTo>
                  <a:cubicBezTo>
                    <a:pt x="148459" y="9529"/>
                    <a:pt x="148559" y="9449"/>
                    <a:pt x="148658" y="9390"/>
                  </a:cubicBezTo>
                  <a:cubicBezTo>
                    <a:pt x="148817" y="9270"/>
                    <a:pt x="149016" y="9151"/>
                    <a:pt x="149195" y="9032"/>
                  </a:cubicBezTo>
                  <a:lnTo>
                    <a:pt x="150071" y="8475"/>
                  </a:lnTo>
                  <a:cubicBezTo>
                    <a:pt x="150269" y="8355"/>
                    <a:pt x="150468" y="8196"/>
                    <a:pt x="150687" y="8077"/>
                  </a:cubicBezTo>
                  <a:cubicBezTo>
                    <a:pt x="151065" y="7838"/>
                    <a:pt x="151443" y="7579"/>
                    <a:pt x="151801" y="7361"/>
                  </a:cubicBezTo>
                  <a:lnTo>
                    <a:pt x="153552" y="6306"/>
                  </a:lnTo>
                  <a:cubicBezTo>
                    <a:pt x="153651" y="6266"/>
                    <a:pt x="153751" y="6187"/>
                    <a:pt x="153870" y="6107"/>
                  </a:cubicBezTo>
                  <a:cubicBezTo>
                    <a:pt x="154049" y="5988"/>
                    <a:pt x="154248" y="5888"/>
                    <a:pt x="154447" y="5769"/>
                  </a:cubicBezTo>
                  <a:lnTo>
                    <a:pt x="155342" y="5272"/>
                  </a:lnTo>
                  <a:cubicBezTo>
                    <a:pt x="155561" y="5152"/>
                    <a:pt x="155760" y="5053"/>
                    <a:pt x="155959" y="4914"/>
                  </a:cubicBezTo>
                  <a:cubicBezTo>
                    <a:pt x="156337" y="4715"/>
                    <a:pt x="156735" y="4496"/>
                    <a:pt x="157132" y="4297"/>
                  </a:cubicBezTo>
                  <a:lnTo>
                    <a:pt x="158943" y="3422"/>
                  </a:lnTo>
                  <a:cubicBezTo>
                    <a:pt x="159042" y="3382"/>
                    <a:pt x="159161" y="3322"/>
                    <a:pt x="159261" y="3283"/>
                  </a:cubicBezTo>
                  <a:cubicBezTo>
                    <a:pt x="159460" y="3183"/>
                    <a:pt x="159659" y="3084"/>
                    <a:pt x="159858" y="3004"/>
                  </a:cubicBezTo>
                  <a:lnTo>
                    <a:pt x="160793" y="2606"/>
                  </a:lnTo>
                  <a:cubicBezTo>
                    <a:pt x="162026" y="2089"/>
                    <a:pt x="163299" y="1612"/>
                    <a:pt x="164513" y="1234"/>
                  </a:cubicBezTo>
                  <a:cubicBezTo>
                    <a:pt x="167178" y="398"/>
                    <a:pt x="169744" y="0"/>
                    <a:pt x="172052" y="40"/>
                  </a:cubicBezTo>
                  <a:cubicBezTo>
                    <a:pt x="173345" y="80"/>
                    <a:pt x="174578" y="219"/>
                    <a:pt x="175732" y="517"/>
                  </a:cubicBezTo>
                  <a:cubicBezTo>
                    <a:pt x="176946" y="836"/>
                    <a:pt x="178139" y="1293"/>
                    <a:pt x="179233" y="1830"/>
                  </a:cubicBezTo>
                  <a:cubicBezTo>
                    <a:pt x="181541" y="3004"/>
                    <a:pt x="183709" y="4595"/>
                    <a:pt x="185698" y="6167"/>
                  </a:cubicBezTo>
                  <a:cubicBezTo>
                    <a:pt x="186116" y="6505"/>
                    <a:pt x="186574" y="6863"/>
                    <a:pt x="186991" y="7201"/>
                  </a:cubicBezTo>
                  <a:cubicBezTo>
                    <a:pt x="188583" y="8494"/>
                    <a:pt x="190254" y="9867"/>
                    <a:pt x="191925" y="11001"/>
                  </a:cubicBezTo>
                  <a:cubicBezTo>
                    <a:pt x="192323" y="11279"/>
                    <a:pt x="192720" y="11558"/>
                    <a:pt x="193118" y="11797"/>
                  </a:cubicBezTo>
                  <a:cubicBezTo>
                    <a:pt x="193238" y="11876"/>
                    <a:pt x="193377" y="11976"/>
                    <a:pt x="193516" y="12075"/>
                  </a:cubicBezTo>
                  <a:lnTo>
                    <a:pt x="194332" y="12553"/>
                  </a:lnTo>
                  <a:cubicBezTo>
                    <a:pt x="194610" y="12732"/>
                    <a:pt x="194889" y="12871"/>
                    <a:pt x="195147" y="12990"/>
                  </a:cubicBezTo>
                  <a:lnTo>
                    <a:pt x="195446" y="13149"/>
                  </a:lnTo>
                  <a:cubicBezTo>
                    <a:pt x="195625" y="13249"/>
                    <a:pt x="195784" y="13328"/>
                    <a:pt x="196003" y="13388"/>
                  </a:cubicBezTo>
                  <a:lnTo>
                    <a:pt x="196838" y="13766"/>
                  </a:lnTo>
                  <a:cubicBezTo>
                    <a:pt x="197017" y="13846"/>
                    <a:pt x="197216" y="13925"/>
                    <a:pt x="197395" y="13985"/>
                  </a:cubicBezTo>
                  <a:cubicBezTo>
                    <a:pt x="197495" y="14044"/>
                    <a:pt x="197594" y="14064"/>
                    <a:pt x="197694" y="14124"/>
                  </a:cubicBezTo>
                  <a:lnTo>
                    <a:pt x="198111" y="14263"/>
                  </a:lnTo>
                  <a:lnTo>
                    <a:pt x="198529" y="14422"/>
                  </a:lnTo>
                  <a:cubicBezTo>
                    <a:pt x="203124" y="15914"/>
                    <a:pt x="208197" y="15775"/>
                    <a:pt x="213230" y="13965"/>
                  </a:cubicBezTo>
                  <a:lnTo>
                    <a:pt x="213230" y="14184"/>
                  </a:lnTo>
                  <a:cubicBezTo>
                    <a:pt x="208197" y="16014"/>
                    <a:pt x="203104" y="16153"/>
                    <a:pt x="198489" y="14641"/>
                  </a:cubicBezTo>
                  <a:lnTo>
                    <a:pt x="198052" y="14482"/>
                  </a:lnTo>
                  <a:lnTo>
                    <a:pt x="197634" y="14323"/>
                  </a:lnTo>
                  <a:cubicBezTo>
                    <a:pt x="197534" y="14263"/>
                    <a:pt x="197435" y="14243"/>
                    <a:pt x="197336" y="14184"/>
                  </a:cubicBezTo>
                  <a:cubicBezTo>
                    <a:pt x="197157" y="14124"/>
                    <a:pt x="196958" y="14044"/>
                    <a:pt x="196798" y="13965"/>
                  </a:cubicBezTo>
                  <a:lnTo>
                    <a:pt x="195943" y="13647"/>
                  </a:lnTo>
                  <a:cubicBezTo>
                    <a:pt x="195764" y="13567"/>
                    <a:pt x="195565" y="13468"/>
                    <a:pt x="195386" y="13368"/>
                  </a:cubicBezTo>
                  <a:lnTo>
                    <a:pt x="195088" y="13229"/>
                  </a:lnTo>
                  <a:cubicBezTo>
                    <a:pt x="194849" y="13090"/>
                    <a:pt x="194551" y="12950"/>
                    <a:pt x="194272" y="12771"/>
                  </a:cubicBezTo>
                  <a:lnTo>
                    <a:pt x="193456" y="12294"/>
                  </a:lnTo>
                  <a:cubicBezTo>
                    <a:pt x="193297" y="12194"/>
                    <a:pt x="193178" y="12135"/>
                    <a:pt x="193039" y="12035"/>
                  </a:cubicBezTo>
                  <a:cubicBezTo>
                    <a:pt x="192641" y="11777"/>
                    <a:pt x="192243" y="11518"/>
                    <a:pt x="191845" y="11240"/>
                  </a:cubicBezTo>
                  <a:cubicBezTo>
                    <a:pt x="190154" y="10066"/>
                    <a:pt x="188503" y="8713"/>
                    <a:pt x="186912" y="7420"/>
                  </a:cubicBezTo>
                  <a:cubicBezTo>
                    <a:pt x="186494" y="7082"/>
                    <a:pt x="186056" y="6724"/>
                    <a:pt x="185619" y="6386"/>
                  </a:cubicBezTo>
                  <a:cubicBezTo>
                    <a:pt x="183629" y="4814"/>
                    <a:pt x="181461" y="3223"/>
                    <a:pt x="179193" y="2069"/>
                  </a:cubicBezTo>
                  <a:cubicBezTo>
                    <a:pt x="178099" y="1512"/>
                    <a:pt x="176926" y="1074"/>
                    <a:pt x="175712" y="736"/>
                  </a:cubicBezTo>
                  <a:cubicBezTo>
                    <a:pt x="174558" y="438"/>
                    <a:pt x="173305" y="299"/>
                    <a:pt x="172052" y="279"/>
                  </a:cubicBezTo>
                  <a:cubicBezTo>
                    <a:pt x="169744" y="219"/>
                    <a:pt x="167198" y="637"/>
                    <a:pt x="164533" y="1472"/>
                  </a:cubicBezTo>
                  <a:cubicBezTo>
                    <a:pt x="163319" y="1830"/>
                    <a:pt x="162086" y="2308"/>
                    <a:pt x="160832" y="2825"/>
                  </a:cubicBezTo>
                  <a:lnTo>
                    <a:pt x="159917" y="3223"/>
                  </a:lnTo>
                  <a:cubicBezTo>
                    <a:pt x="159718" y="3302"/>
                    <a:pt x="159520" y="3402"/>
                    <a:pt x="159321" y="3501"/>
                  </a:cubicBezTo>
                  <a:cubicBezTo>
                    <a:pt x="159221" y="3561"/>
                    <a:pt x="159102" y="3601"/>
                    <a:pt x="159002" y="3660"/>
                  </a:cubicBezTo>
                  <a:lnTo>
                    <a:pt x="157172" y="4516"/>
                  </a:lnTo>
                  <a:cubicBezTo>
                    <a:pt x="156814" y="4715"/>
                    <a:pt x="156416" y="4954"/>
                    <a:pt x="156038" y="5152"/>
                  </a:cubicBezTo>
                  <a:cubicBezTo>
                    <a:pt x="155820" y="5272"/>
                    <a:pt x="155621" y="5371"/>
                    <a:pt x="155382" y="5491"/>
                  </a:cubicBezTo>
                  <a:lnTo>
                    <a:pt x="154487" y="5988"/>
                  </a:lnTo>
                  <a:cubicBezTo>
                    <a:pt x="154288" y="6087"/>
                    <a:pt x="154129" y="6207"/>
                    <a:pt x="153910" y="6306"/>
                  </a:cubicBezTo>
                  <a:cubicBezTo>
                    <a:pt x="153830" y="6386"/>
                    <a:pt x="153711" y="6445"/>
                    <a:pt x="153592" y="6505"/>
                  </a:cubicBezTo>
                  <a:lnTo>
                    <a:pt x="151861" y="7559"/>
                  </a:lnTo>
                  <a:cubicBezTo>
                    <a:pt x="151483" y="7778"/>
                    <a:pt x="151105" y="8037"/>
                    <a:pt x="150727" y="8276"/>
                  </a:cubicBezTo>
                  <a:cubicBezTo>
                    <a:pt x="150528" y="8395"/>
                    <a:pt x="150329" y="8554"/>
                    <a:pt x="150110" y="8673"/>
                  </a:cubicBezTo>
                  <a:lnTo>
                    <a:pt x="149275" y="9230"/>
                  </a:lnTo>
                  <a:cubicBezTo>
                    <a:pt x="149096" y="9350"/>
                    <a:pt x="148897" y="9469"/>
                    <a:pt x="148718" y="9589"/>
                  </a:cubicBezTo>
                  <a:cubicBezTo>
                    <a:pt x="148618" y="9668"/>
                    <a:pt x="148519" y="9748"/>
                    <a:pt x="148419" y="9787"/>
                  </a:cubicBezTo>
                  <a:lnTo>
                    <a:pt x="146729" y="10961"/>
                  </a:lnTo>
                  <a:cubicBezTo>
                    <a:pt x="146390" y="11220"/>
                    <a:pt x="146012" y="11478"/>
                    <a:pt x="145674" y="11737"/>
                  </a:cubicBezTo>
                  <a:cubicBezTo>
                    <a:pt x="145455" y="11876"/>
                    <a:pt x="145257" y="12015"/>
                    <a:pt x="145097" y="12155"/>
                  </a:cubicBezTo>
                  <a:cubicBezTo>
                    <a:pt x="144560" y="12533"/>
                    <a:pt x="144003" y="12950"/>
                    <a:pt x="143446" y="13368"/>
                  </a:cubicBezTo>
                  <a:cubicBezTo>
                    <a:pt x="140283" y="15735"/>
                    <a:pt x="137180" y="18222"/>
                    <a:pt x="134196" y="20609"/>
                  </a:cubicBezTo>
                  <a:cubicBezTo>
                    <a:pt x="133082" y="21484"/>
                    <a:pt x="131928" y="22399"/>
                    <a:pt x="130814" y="23275"/>
                  </a:cubicBezTo>
                  <a:cubicBezTo>
                    <a:pt x="127194" y="26060"/>
                    <a:pt x="122917" y="29163"/>
                    <a:pt x="118401" y="31630"/>
                  </a:cubicBezTo>
                  <a:cubicBezTo>
                    <a:pt x="116372" y="32704"/>
                    <a:pt x="114204" y="33619"/>
                    <a:pt x="111936" y="34355"/>
                  </a:cubicBezTo>
                  <a:cubicBezTo>
                    <a:pt x="109649" y="35091"/>
                    <a:pt x="107421" y="35588"/>
                    <a:pt x="105232" y="35847"/>
                  </a:cubicBezTo>
                  <a:cubicBezTo>
                    <a:pt x="104099" y="36026"/>
                    <a:pt x="102965" y="36106"/>
                    <a:pt x="101910" y="3612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7" name="Google Shape;2082;p29"/>
            <p:cNvSpPr/>
            <p:nvPr/>
          </p:nvSpPr>
          <p:spPr>
            <a:xfrm rot="20227800">
              <a:off x="-2230920" y="-683280"/>
              <a:ext cx="8812080" cy="1480680"/>
            </a:xfrm>
            <a:custGeom>
              <a:avLst/>
              <a:gdLst>
                <a:gd name="textAreaLeft" fmla="*/ 0 w 8812080"/>
                <a:gd name="textAreaRight" fmla="*/ 8812440 w 8812080"/>
                <a:gd name="textAreaTop" fmla="*/ 0 h 1480680"/>
                <a:gd name="textAreaBottom" fmla="*/ 1481040 h 1480680"/>
              </a:gdLst>
              <a:ahLst/>
              <a:cxnLst/>
              <a:rect l="textAreaLeft" t="textAreaTop" r="textAreaRight" b="textAreaBottom"/>
              <a:pathLst>
                <a:path w="211898" h="35609">
                  <a:moveTo>
                    <a:pt x="100936" y="35608"/>
                  </a:moveTo>
                  <a:cubicBezTo>
                    <a:pt x="99643" y="35608"/>
                    <a:pt x="98429" y="35549"/>
                    <a:pt x="97196" y="35409"/>
                  </a:cubicBezTo>
                  <a:cubicBezTo>
                    <a:pt x="96141" y="35310"/>
                    <a:pt x="95008" y="35111"/>
                    <a:pt x="93516" y="34753"/>
                  </a:cubicBezTo>
                  <a:cubicBezTo>
                    <a:pt x="93376" y="34713"/>
                    <a:pt x="93217" y="34693"/>
                    <a:pt x="93078" y="34634"/>
                  </a:cubicBezTo>
                  <a:cubicBezTo>
                    <a:pt x="92620" y="34514"/>
                    <a:pt x="92123" y="34415"/>
                    <a:pt x="91686" y="34236"/>
                  </a:cubicBezTo>
                  <a:cubicBezTo>
                    <a:pt x="91586" y="34216"/>
                    <a:pt x="91467" y="34156"/>
                    <a:pt x="91347" y="34136"/>
                  </a:cubicBezTo>
                  <a:cubicBezTo>
                    <a:pt x="91148" y="34096"/>
                    <a:pt x="90969" y="34017"/>
                    <a:pt x="90731" y="33937"/>
                  </a:cubicBezTo>
                  <a:lnTo>
                    <a:pt x="89796" y="33619"/>
                  </a:lnTo>
                  <a:cubicBezTo>
                    <a:pt x="88344" y="33062"/>
                    <a:pt x="87150" y="32545"/>
                    <a:pt x="86036" y="32008"/>
                  </a:cubicBezTo>
                  <a:cubicBezTo>
                    <a:pt x="85559" y="31769"/>
                    <a:pt x="85061" y="31510"/>
                    <a:pt x="84624" y="31252"/>
                  </a:cubicBezTo>
                  <a:cubicBezTo>
                    <a:pt x="84464" y="31172"/>
                    <a:pt x="84325" y="31073"/>
                    <a:pt x="84166" y="31013"/>
                  </a:cubicBezTo>
                  <a:cubicBezTo>
                    <a:pt x="83967" y="30874"/>
                    <a:pt x="83748" y="30754"/>
                    <a:pt x="83549" y="30635"/>
                  </a:cubicBezTo>
                  <a:cubicBezTo>
                    <a:pt x="83450" y="30556"/>
                    <a:pt x="83350" y="30516"/>
                    <a:pt x="83231" y="30436"/>
                  </a:cubicBezTo>
                  <a:lnTo>
                    <a:pt x="82754" y="30158"/>
                  </a:lnTo>
                  <a:cubicBezTo>
                    <a:pt x="82654" y="30118"/>
                    <a:pt x="82555" y="30038"/>
                    <a:pt x="82455" y="29959"/>
                  </a:cubicBezTo>
                  <a:cubicBezTo>
                    <a:pt x="82396" y="29939"/>
                    <a:pt x="82356" y="29879"/>
                    <a:pt x="82296" y="29859"/>
                  </a:cubicBezTo>
                  <a:lnTo>
                    <a:pt x="81381" y="29262"/>
                  </a:lnTo>
                  <a:cubicBezTo>
                    <a:pt x="81182" y="29123"/>
                    <a:pt x="80963" y="28964"/>
                    <a:pt x="80764" y="28825"/>
                  </a:cubicBezTo>
                  <a:lnTo>
                    <a:pt x="80009" y="28268"/>
                  </a:lnTo>
                  <a:lnTo>
                    <a:pt x="78676" y="27233"/>
                  </a:lnTo>
                  <a:lnTo>
                    <a:pt x="77363" y="26100"/>
                  </a:lnTo>
                  <a:lnTo>
                    <a:pt x="76507" y="25344"/>
                  </a:lnTo>
                  <a:cubicBezTo>
                    <a:pt x="76368" y="25204"/>
                    <a:pt x="76209" y="25065"/>
                    <a:pt x="76090" y="24946"/>
                  </a:cubicBezTo>
                  <a:lnTo>
                    <a:pt x="75274" y="24150"/>
                  </a:lnTo>
                  <a:cubicBezTo>
                    <a:pt x="73384" y="22320"/>
                    <a:pt x="71594" y="20390"/>
                    <a:pt x="69883" y="18520"/>
                  </a:cubicBezTo>
                  <a:cubicBezTo>
                    <a:pt x="69605" y="18242"/>
                    <a:pt x="69346" y="17944"/>
                    <a:pt x="69087" y="17685"/>
                  </a:cubicBezTo>
                  <a:cubicBezTo>
                    <a:pt x="67954" y="16511"/>
                    <a:pt x="67038" y="15537"/>
                    <a:pt x="66064" y="14621"/>
                  </a:cubicBezTo>
                  <a:cubicBezTo>
                    <a:pt x="65248" y="13826"/>
                    <a:pt x="64154" y="12811"/>
                    <a:pt x="63020" y="11916"/>
                  </a:cubicBezTo>
                  <a:cubicBezTo>
                    <a:pt x="61966" y="11081"/>
                    <a:pt x="60892" y="10344"/>
                    <a:pt x="59798" y="9688"/>
                  </a:cubicBezTo>
                  <a:cubicBezTo>
                    <a:pt x="58743" y="9071"/>
                    <a:pt x="57589" y="8494"/>
                    <a:pt x="56396" y="7997"/>
                  </a:cubicBezTo>
                  <a:cubicBezTo>
                    <a:pt x="56296" y="7957"/>
                    <a:pt x="56197" y="7918"/>
                    <a:pt x="56078" y="7878"/>
                  </a:cubicBezTo>
                  <a:cubicBezTo>
                    <a:pt x="55899" y="7798"/>
                    <a:pt x="55700" y="7719"/>
                    <a:pt x="55521" y="7659"/>
                  </a:cubicBezTo>
                  <a:lnTo>
                    <a:pt x="54645" y="7321"/>
                  </a:lnTo>
                  <a:lnTo>
                    <a:pt x="53790" y="7062"/>
                  </a:lnTo>
                  <a:cubicBezTo>
                    <a:pt x="53611" y="6983"/>
                    <a:pt x="53412" y="6923"/>
                    <a:pt x="53233" y="6883"/>
                  </a:cubicBezTo>
                  <a:cubicBezTo>
                    <a:pt x="53134" y="6863"/>
                    <a:pt x="53014" y="6843"/>
                    <a:pt x="52915" y="6784"/>
                  </a:cubicBezTo>
                  <a:cubicBezTo>
                    <a:pt x="51701" y="6465"/>
                    <a:pt x="50528" y="6207"/>
                    <a:pt x="49374" y="6008"/>
                  </a:cubicBezTo>
                  <a:cubicBezTo>
                    <a:pt x="48240" y="5829"/>
                    <a:pt x="47046" y="5709"/>
                    <a:pt x="45853" y="5630"/>
                  </a:cubicBezTo>
                  <a:cubicBezTo>
                    <a:pt x="44759" y="5590"/>
                    <a:pt x="43585" y="5590"/>
                    <a:pt x="42312" y="5610"/>
                  </a:cubicBezTo>
                  <a:cubicBezTo>
                    <a:pt x="41258" y="5650"/>
                    <a:pt x="40124" y="5709"/>
                    <a:pt x="38870" y="5829"/>
                  </a:cubicBezTo>
                  <a:cubicBezTo>
                    <a:pt x="38413" y="5889"/>
                    <a:pt x="37935" y="5928"/>
                    <a:pt x="37498" y="5988"/>
                  </a:cubicBezTo>
                  <a:lnTo>
                    <a:pt x="36841" y="6068"/>
                  </a:lnTo>
                  <a:cubicBezTo>
                    <a:pt x="36404" y="6107"/>
                    <a:pt x="35926" y="6187"/>
                    <a:pt x="35489" y="6266"/>
                  </a:cubicBezTo>
                  <a:cubicBezTo>
                    <a:pt x="33400" y="6585"/>
                    <a:pt x="31252" y="7003"/>
                    <a:pt x="28944" y="7579"/>
                  </a:cubicBezTo>
                  <a:cubicBezTo>
                    <a:pt x="27989" y="7798"/>
                    <a:pt x="27054" y="8077"/>
                    <a:pt x="26139" y="8335"/>
                  </a:cubicBezTo>
                  <a:lnTo>
                    <a:pt x="25781" y="8435"/>
                  </a:lnTo>
                  <a:lnTo>
                    <a:pt x="24210" y="8872"/>
                  </a:lnTo>
                  <a:cubicBezTo>
                    <a:pt x="23871" y="8972"/>
                    <a:pt x="23553" y="9071"/>
                    <a:pt x="23215" y="9171"/>
                  </a:cubicBezTo>
                  <a:cubicBezTo>
                    <a:pt x="23056" y="9231"/>
                    <a:pt x="22857" y="9270"/>
                    <a:pt x="22678" y="9330"/>
                  </a:cubicBezTo>
                  <a:cubicBezTo>
                    <a:pt x="20629" y="9927"/>
                    <a:pt x="18600" y="10563"/>
                    <a:pt x="16611" y="11220"/>
                  </a:cubicBezTo>
                  <a:cubicBezTo>
                    <a:pt x="14661" y="11856"/>
                    <a:pt x="12731" y="12533"/>
                    <a:pt x="10822" y="13269"/>
                  </a:cubicBezTo>
                  <a:cubicBezTo>
                    <a:pt x="10643" y="13348"/>
                    <a:pt x="10484" y="13408"/>
                    <a:pt x="10324" y="13468"/>
                  </a:cubicBezTo>
                  <a:cubicBezTo>
                    <a:pt x="10026" y="13567"/>
                    <a:pt x="9728" y="13706"/>
                    <a:pt x="9429" y="13826"/>
                  </a:cubicBezTo>
                  <a:lnTo>
                    <a:pt x="8037" y="14363"/>
                  </a:lnTo>
                  <a:lnTo>
                    <a:pt x="6664" y="14920"/>
                  </a:lnTo>
                  <a:cubicBezTo>
                    <a:pt x="6366" y="15039"/>
                    <a:pt x="6067" y="15159"/>
                    <a:pt x="5789" y="15298"/>
                  </a:cubicBezTo>
                  <a:cubicBezTo>
                    <a:pt x="5650" y="15357"/>
                    <a:pt x="5471" y="15417"/>
                    <a:pt x="5311" y="15497"/>
                  </a:cubicBezTo>
                  <a:cubicBezTo>
                    <a:pt x="3521" y="16233"/>
                    <a:pt x="1771" y="17009"/>
                    <a:pt x="100" y="17804"/>
                  </a:cubicBezTo>
                  <a:lnTo>
                    <a:pt x="0" y="17685"/>
                  </a:lnTo>
                  <a:cubicBezTo>
                    <a:pt x="1691" y="16889"/>
                    <a:pt x="3461" y="16113"/>
                    <a:pt x="5252" y="15357"/>
                  </a:cubicBezTo>
                  <a:cubicBezTo>
                    <a:pt x="5391" y="15298"/>
                    <a:pt x="5570" y="15238"/>
                    <a:pt x="5709" y="15159"/>
                  </a:cubicBezTo>
                  <a:cubicBezTo>
                    <a:pt x="5988" y="15039"/>
                    <a:pt x="6286" y="14920"/>
                    <a:pt x="6585" y="14800"/>
                  </a:cubicBezTo>
                  <a:lnTo>
                    <a:pt x="7957" y="14243"/>
                  </a:lnTo>
                  <a:lnTo>
                    <a:pt x="9350" y="13706"/>
                  </a:lnTo>
                  <a:cubicBezTo>
                    <a:pt x="9648" y="13567"/>
                    <a:pt x="9946" y="13468"/>
                    <a:pt x="10245" y="13348"/>
                  </a:cubicBezTo>
                  <a:cubicBezTo>
                    <a:pt x="10424" y="13269"/>
                    <a:pt x="10563" y="13229"/>
                    <a:pt x="10742" y="13149"/>
                  </a:cubicBezTo>
                  <a:cubicBezTo>
                    <a:pt x="12652" y="12433"/>
                    <a:pt x="14621" y="11737"/>
                    <a:pt x="16531" y="11081"/>
                  </a:cubicBezTo>
                  <a:cubicBezTo>
                    <a:pt x="18520" y="10424"/>
                    <a:pt x="20569" y="9768"/>
                    <a:pt x="22598" y="9191"/>
                  </a:cubicBezTo>
                  <a:cubicBezTo>
                    <a:pt x="22777" y="9151"/>
                    <a:pt x="22976" y="9091"/>
                    <a:pt x="23155" y="9051"/>
                  </a:cubicBezTo>
                  <a:cubicBezTo>
                    <a:pt x="23474" y="8952"/>
                    <a:pt x="23812" y="8853"/>
                    <a:pt x="24150" y="8753"/>
                  </a:cubicBezTo>
                  <a:lnTo>
                    <a:pt x="26079" y="8236"/>
                  </a:lnTo>
                  <a:cubicBezTo>
                    <a:pt x="26995" y="7977"/>
                    <a:pt x="27949" y="7739"/>
                    <a:pt x="28884" y="7480"/>
                  </a:cubicBezTo>
                  <a:cubicBezTo>
                    <a:pt x="31212" y="6903"/>
                    <a:pt x="33340" y="6465"/>
                    <a:pt x="35449" y="6147"/>
                  </a:cubicBezTo>
                  <a:cubicBezTo>
                    <a:pt x="35906" y="6068"/>
                    <a:pt x="36384" y="5988"/>
                    <a:pt x="36822" y="5948"/>
                  </a:cubicBezTo>
                  <a:lnTo>
                    <a:pt x="37478" y="5869"/>
                  </a:lnTo>
                  <a:cubicBezTo>
                    <a:pt x="37916" y="5809"/>
                    <a:pt x="38393" y="5769"/>
                    <a:pt x="38831" y="5709"/>
                  </a:cubicBezTo>
                  <a:cubicBezTo>
                    <a:pt x="40104" y="5590"/>
                    <a:pt x="41218" y="5511"/>
                    <a:pt x="42292" y="5491"/>
                  </a:cubicBezTo>
                  <a:cubicBezTo>
                    <a:pt x="43585" y="5471"/>
                    <a:pt x="44739" y="5471"/>
                    <a:pt x="45793" y="5530"/>
                  </a:cubicBezTo>
                  <a:cubicBezTo>
                    <a:pt x="46987" y="5610"/>
                    <a:pt x="48180" y="5749"/>
                    <a:pt x="49354" y="5908"/>
                  </a:cubicBezTo>
                  <a:cubicBezTo>
                    <a:pt x="50508" y="6087"/>
                    <a:pt x="51701" y="6326"/>
                    <a:pt x="52915" y="6684"/>
                  </a:cubicBezTo>
                  <a:cubicBezTo>
                    <a:pt x="53014" y="6704"/>
                    <a:pt x="53134" y="6724"/>
                    <a:pt x="53233" y="6784"/>
                  </a:cubicBezTo>
                  <a:cubicBezTo>
                    <a:pt x="53412" y="6823"/>
                    <a:pt x="53611" y="6883"/>
                    <a:pt x="53810" y="6963"/>
                  </a:cubicBezTo>
                  <a:lnTo>
                    <a:pt x="54685" y="7221"/>
                  </a:lnTo>
                  <a:lnTo>
                    <a:pt x="55541" y="7560"/>
                  </a:lnTo>
                  <a:cubicBezTo>
                    <a:pt x="55739" y="7639"/>
                    <a:pt x="55918" y="7699"/>
                    <a:pt x="56098" y="7778"/>
                  </a:cubicBezTo>
                  <a:cubicBezTo>
                    <a:pt x="56197" y="7818"/>
                    <a:pt x="56296" y="7878"/>
                    <a:pt x="56416" y="7898"/>
                  </a:cubicBezTo>
                  <a:cubicBezTo>
                    <a:pt x="57609" y="8395"/>
                    <a:pt x="58763" y="8992"/>
                    <a:pt x="59817" y="9628"/>
                  </a:cubicBezTo>
                  <a:cubicBezTo>
                    <a:pt x="60912" y="10265"/>
                    <a:pt x="62006" y="11021"/>
                    <a:pt x="63060" y="11856"/>
                  </a:cubicBezTo>
                  <a:cubicBezTo>
                    <a:pt x="64194" y="12752"/>
                    <a:pt x="65328" y="13766"/>
                    <a:pt x="66143" y="14562"/>
                  </a:cubicBezTo>
                  <a:cubicBezTo>
                    <a:pt x="67118" y="15497"/>
                    <a:pt x="68033" y="16452"/>
                    <a:pt x="69147" y="17625"/>
                  </a:cubicBezTo>
                  <a:cubicBezTo>
                    <a:pt x="69426" y="17904"/>
                    <a:pt x="69664" y="18202"/>
                    <a:pt x="69943" y="18481"/>
                  </a:cubicBezTo>
                  <a:cubicBezTo>
                    <a:pt x="71693" y="20331"/>
                    <a:pt x="73444" y="22280"/>
                    <a:pt x="75374" y="24110"/>
                  </a:cubicBezTo>
                  <a:lnTo>
                    <a:pt x="76189" y="24906"/>
                  </a:lnTo>
                  <a:cubicBezTo>
                    <a:pt x="76308" y="25045"/>
                    <a:pt x="76468" y="25165"/>
                    <a:pt x="76607" y="25304"/>
                  </a:cubicBezTo>
                  <a:lnTo>
                    <a:pt x="77462" y="26080"/>
                  </a:lnTo>
                  <a:lnTo>
                    <a:pt x="78775" y="27174"/>
                  </a:lnTo>
                  <a:lnTo>
                    <a:pt x="80108" y="28228"/>
                  </a:lnTo>
                  <a:lnTo>
                    <a:pt x="80864" y="28765"/>
                  </a:lnTo>
                  <a:cubicBezTo>
                    <a:pt x="81063" y="28924"/>
                    <a:pt x="81262" y="29064"/>
                    <a:pt x="81481" y="29223"/>
                  </a:cubicBezTo>
                  <a:lnTo>
                    <a:pt x="82396" y="29819"/>
                  </a:lnTo>
                  <a:cubicBezTo>
                    <a:pt x="82455" y="29839"/>
                    <a:pt x="82495" y="29879"/>
                    <a:pt x="82555" y="29919"/>
                  </a:cubicBezTo>
                  <a:cubicBezTo>
                    <a:pt x="82654" y="29979"/>
                    <a:pt x="82754" y="30038"/>
                    <a:pt x="82853" y="30118"/>
                  </a:cubicBezTo>
                  <a:lnTo>
                    <a:pt x="83331" y="30376"/>
                  </a:lnTo>
                  <a:cubicBezTo>
                    <a:pt x="83430" y="30456"/>
                    <a:pt x="83549" y="30516"/>
                    <a:pt x="83649" y="30575"/>
                  </a:cubicBezTo>
                  <a:lnTo>
                    <a:pt x="84246" y="30953"/>
                  </a:lnTo>
                  <a:cubicBezTo>
                    <a:pt x="84385" y="31033"/>
                    <a:pt x="84544" y="31113"/>
                    <a:pt x="84683" y="31212"/>
                  </a:cubicBezTo>
                  <a:cubicBezTo>
                    <a:pt x="85161" y="31451"/>
                    <a:pt x="85638" y="31729"/>
                    <a:pt x="86116" y="31948"/>
                  </a:cubicBezTo>
                  <a:cubicBezTo>
                    <a:pt x="87210" y="32525"/>
                    <a:pt x="88403" y="33042"/>
                    <a:pt x="89836" y="33559"/>
                  </a:cubicBezTo>
                  <a:lnTo>
                    <a:pt x="90790" y="33897"/>
                  </a:lnTo>
                  <a:cubicBezTo>
                    <a:pt x="90989" y="33957"/>
                    <a:pt x="91188" y="34017"/>
                    <a:pt x="91387" y="34096"/>
                  </a:cubicBezTo>
                  <a:cubicBezTo>
                    <a:pt x="91487" y="34116"/>
                    <a:pt x="91606" y="34156"/>
                    <a:pt x="91705" y="34196"/>
                  </a:cubicBezTo>
                  <a:cubicBezTo>
                    <a:pt x="92183" y="34335"/>
                    <a:pt x="92660" y="34454"/>
                    <a:pt x="93098" y="34554"/>
                  </a:cubicBezTo>
                  <a:cubicBezTo>
                    <a:pt x="93237" y="34614"/>
                    <a:pt x="93396" y="34634"/>
                    <a:pt x="93555" y="34693"/>
                  </a:cubicBezTo>
                  <a:cubicBezTo>
                    <a:pt x="95008" y="35011"/>
                    <a:pt x="96161" y="35210"/>
                    <a:pt x="97236" y="35310"/>
                  </a:cubicBezTo>
                  <a:cubicBezTo>
                    <a:pt x="99464" y="35588"/>
                    <a:pt x="101811" y="35588"/>
                    <a:pt x="104357" y="35310"/>
                  </a:cubicBezTo>
                  <a:cubicBezTo>
                    <a:pt x="106585" y="35051"/>
                    <a:pt x="108893" y="34554"/>
                    <a:pt x="111200" y="33818"/>
                  </a:cubicBezTo>
                  <a:cubicBezTo>
                    <a:pt x="113488" y="33062"/>
                    <a:pt x="115696" y="32127"/>
                    <a:pt x="117765" y="31033"/>
                  </a:cubicBezTo>
                  <a:lnTo>
                    <a:pt x="118561" y="30615"/>
                  </a:lnTo>
                  <a:lnTo>
                    <a:pt x="119356" y="30158"/>
                  </a:lnTo>
                  <a:cubicBezTo>
                    <a:pt x="119734" y="29959"/>
                    <a:pt x="120092" y="29720"/>
                    <a:pt x="120470" y="29481"/>
                  </a:cubicBezTo>
                  <a:cubicBezTo>
                    <a:pt x="120629" y="29382"/>
                    <a:pt x="120769" y="29282"/>
                    <a:pt x="120928" y="29223"/>
                  </a:cubicBezTo>
                  <a:cubicBezTo>
                    <a:pt x="121087" y="29083"/>
                    <a:pt x="121286" y="28984"/>
                    <a:pt x="121465" y="28865"/>
                  </a:cubicBezTo>
                  <a:cubicBezTo>
                    <a:pt x="121783" y="28666"/>
                    <a:pt x="122141" y="28447"/>
                    <a:pt x="122479" y="28228"/>
                  </a:cubicBezTo>
                  <a:lnTo>
                    <a:pt x="124051" y="27174"/>
                  </a:lnTo>
                  <a:cubicBezTo>
                    <a:pt x="124429" y="26935"/>
                    <a:pt x="124827" y="26657"/>
                    <a:pt x="125205" y="26378"/>
                  </a:cubicBezTo>
                  <a:cubicBezTo>
                    <a:pt x="125324" y="26279"/>
                    <a:pt x="125483" y="26179"/>
                    <a:pt x="125622" y="26080"/>
                  </a:cubicBezTo>
                  <a:cubicBezTo>
                    <a:pt x="125801" y="25960"/>
                    <a:pt x="126000" y="25801"/>
                    <a:pt x="126160" y="25682"/>
                  </a:cubicBezTo>
                  <a:cubicBezTo>
                    <a:pt x="126498" y="25443"/>
                    <a:pt x="126836" y="25204"/>
                    <a:pt x="127174" y="24966"/>
                  </a:cubicBezTo>
                  <a:cubicBezTo>
                    <a:pt x="127433" y="24767"/>
                    <a:pt x="127691" y="24568"/>
                    <a:pt x="127970" y="24369"/>
                  </a:cubicBezTo>
                  <a:cubicBezTo>
                    <a:pt x="128706" y="23792"/>
                    <a:pt x="129482" y="23215"/>
                    <a:pt x="130238" y="22618"/>
                  </a:cubicBezTo>
                  <a:cubicBezTo>
                    <a:pt x="131451" y="21703"/>
                    <a:pt x="132684" y="20729"/>
                    <a:pt x="133858" y="19794"/>
                  </a:cubicBezTo>
                  <a:cubicBezTo>
                    <a:pt x="134713" y="19097"/>
                    <a:pt x="135569" y="18421"/>
                    <a:pt x="136444" y="17725"/>
                  </a:cubicBezTo>
                  <a:cubicBezTo>
                    <a:pt x="136762" y="17486"/>
                    <a:pt x="137061" y="17227"/>
                    <a:pt x="137379" y="16989"/>
                  </a:cubicBezTo>
                  <a:cubicBezTo>
                    <a:pt x="138095" y="16412"/>
                    <a:pt x="138851" y="15815"/>
                    <a:pt x="139587" y="15238"/>
                  </a:cubicBezTo>
                  <a:lnTo>
                    <a:pt x="141179" y="14005"/>
                  </a:lnTo>
                  <a:lnTo>
                    <a:pt x="142810" y="12771"/>
                  </a:lnTo>
                  <a:cubicBezTo>
                    <a:pt x="142909" y="12712"/>
                    <a:pt x="143009" y="12632"/>
                    <a:pt x="143068" y="12553"/>
                  </a:cubicBezTo>
                  <a:cubicBezTo>
                    <a:pt x="143247" y="12433"/>
                    <a:pt x="143426" y="12274"/>
                    <a:pt x="143605" y="12155"/>
                  </a:cubicBezTo>
                  <a:lnTo>
                    <a:pt x="144421" y="11558"/>
                  </a:lnTo>
                  <a:cubicBezTo>
                    <a:pt x="144620" y="11419"/>
                    <a:pt x="144819" y="11279"/>
                    <a:pt x="144998" y="11140"/>
                  </a:cubicBezTo>
                  <a:cubicBezTo>
                    <a:pt x="145336" y="10882"/>
                    <a:pt x="145694" y="10623"/>
                    <a:pt x="146032" y="10364"/>
                  </a:cubicBezTo>
                  <a:lnTo>
                    <a:pt x="147703" y="9231"/>
                  </a:lnTo>
                  <a:cubicBezTo>
                    <a:pt x="147803" y="9151"/>
                    <a:pt x="147902" y="9071"/>
                    <a:pt x="148002" y="9032"/>
                  </a:cubicBezTo>
                  <a:cubicBezTo>
                    <a:pt x="148181" y="8892"/>
                    <a:pt x="148340" y="8773"/>
                    <a:pt x="148539" y="8654"/>
                  </a:cubicBezTo>
                  <a:lnTo>
                    <a:pt x="149394" y="8097"/>
                  </a:lnTo>
                  <a:cubicBezTo>
                    <a:pt x="149593" y="7977"/>
                    <a:pt x="149792" y="7858"/>
                    <a:pt x="149991" y="7699"/>
                  </a:cubicBezTo>
                  <a:cubicBezTo>
                    <a:pt x="150329" y="7480"/>
                    <a:pt x="150707" y="7241"/>
                    <a:pt x="151085" y="7003"/>
                  </a:cubicBezTo>
                  <a:lnTo>
                    <a:pt x="152796" y="5988"/>
                  </a:lnTo>
                  <a:cubicBezTo>
                    <a:pt x="152895" y="5948"/>
                    <a:pt x="152995" y="5869"/>
                    <a:pt x="153094" y="5809"/>
                  </a:cubicBezTo>
                  <a:cubicBezTo>
                    <a:pt x="153273" y="5709"/>
                    <a:pt x="153472" y="5590"/>
                    <a:pt x="153651" y="5491"/>
                  </a:cubicBezTo>
                  <a:lnTo>
                    <a:pt x="154507" y="5013"/>
                  </a:lnTo>
                  <a:cubicBezTo>
                    <a:pt x="154706" y="4914"/>
                    <a:pt x="154944" y="4794"/>
                    <a:pt x="155143" y="4675"/>
                  </a:cubicBezTo>
                  <a:lnTo>
                    <a:pt x="156257" y="4078"/>
                  </a:lnTo>
                  <a:lnTo>
                    <a:pt x="158028" y="3223"/>
                  </a:lnTo>
                  <a:cubicBezTo>
                    <a:pt x="158127" y="3183"/>
                    <a:pt x="158227" y="3123"/>
                    <a:pt x="158346" y="3084"/>
                  </a:cubicBezTo>
                  <a:cubicBezTo>
                    <a:pt x="158545" y="2984"/>
                    <a:pt x="158724" y="2885"/>
                    <a:pt x="158923" y="2805"/>
                  </a:cubicBezTo>
                  <a:lnTo>
                    <a:pt x="159818" y="2427"/>
                  </a:lnTo>
                  <a:cubicBezTo>
                    <a:pt x="161012" y="1930"/>
                    <a:pt x="162225" y="1492"/>
                    <a:pt x="163399" y="1134"/>
                  </a:cubicBezTo>
                  <a:cubicBezTo>
                    <a:pt x="165925" y="378"/>
                    <a:pt x="168332" y="0"/>
                    <a:pt x="170520" y="40"/>
                  </a:cubicBezTo>
                  <a:cubicBezTo>
                    <a:pt x="171714" y="80"/>
                    <a:pt x="172887" y="219"/>
                    <a:pt x="173962" y="517"/>
                  </a:cubicBezTo>
                  <a:cubicBezTo>
                    <a:pt x="175096" y="836"/>
                    <a:pt x="176229" y="1273"/>
                    <a:pt x="177244" y="1791"/>
                  </a:cubicBezTo>
                  <a:cubicBezTo>
                    <a:pt x="178358" y="2387"/>
                    <a:pt x="179412" y="3004"/>
                    <a:pt x="180407" y="3700"/>
                  </a:cubicBezTo>
                  <a:cubicBezTo>
                    <a:pt x="181421" y="4416"/>
                    <a:pt x="182436" y="5192"/>
                    <a:pt x="183490" y="6048"/>
                  </a:cubicBezTo>
                  <a:lnTo>
                    <a:pt x="184684" y="7003"/>
                  </a:lnTo>
                  <a:cubicBezTo>
                    <a:pt x="185301" y="7500"/>
                    <a:pt x="185937" y="8037"/>
                    <a:pt x="186574" y="8554"/>
                  </a:cubicBezTo>
                  <a:cubicBezTo>
                    <a:pt x="187509" y="9290"/>
                    <a:pt x="188603" y="10185"/>
                    <a:pt x="189756" y="10981"/>
                  </a:cubicBezTo>
                  <a:cubicBezTo>
                    <a:pt x="190154" y="11279"/>
                    <a:pt x="190592" y="11558"/>
                    <a:pt x="191010" y="11836"/>
                  </a:cubicBezTo>
                  <a:cubicBezTo>
                    <a:pt x="191149" y="11916"/>
                    <a:pt x="191288" y="12015"/>
                    <a:pt x="191408" y="12075"/>
                  </a:cubicBezTo>
                  <a:lnTo>
                    <a:pt x="192263" y="12572"/>
                  </a:lnTo>
                  <a:cubicBezTo>
                    <a:pt x="192561" y="12752"/>
                    <a:pt x="192860" y="12911"/>
                    <a:pt x="193138" y="13050"/>
                  </a:cubicBezTo>
                  <a:lnTo>
                    <a:pt x="193437" y="13209"/>
                  </a:lnTo>
                  <a:cubicBezTo>
                    <a:pt x="193596" y="13309"/>
                    <a:pt x="193795" y="13408"/>
                    <a:pt x="193994" y="13468"/>
                  </a:cubicBezTo>
                  <a:lnTo>
                    <a:pt x="194869" y="13866"/>
                  </a:lnTo>
                  <a:cubicBezTo>
                    <a:pt x="195068" y="13945"/>
                    <a:pt x="195267" y="14025"/>
                    <a:pt x="195446" y="14104"/>
                  </a:cubicBezTo>
                  <a:cubicBezTo>
                    <a:pt x="195545" y="14144"/>
                    <a:pt x="195645" y="14164"/>
                    <a:pt x="195764" y="14224"/>
                  </a:cubicBezTo>
                  <a:lnTo>
                    <a:pt x="196222" y="14403"/>
                  </a:lnTo>
                  <a:lnTo>
                    <a:pt x="196659" y="14542"/>
                  </a:lnTo>
                  <a:cubicBezTo>
                    <a:pt x="201433" y="16133"/>
                    <a:pt x="206685" y="16034"/>
                    <a:pt x="211897" y="14164"/>
                  </a:cubicBezTo>
                  <a:lnTo>
                    <a:pt x="211897" y="14403"/>
                  </a:lnTo>
                  <a:cubicBezTo>
                    <a:pt x="206685" y="16253"/>
                    <a:pt x="201414" y="16352"/>
                    <a:pt x="196619" y="14761"/>
                  </a:cubicBezTo>
                  <a:lnTo>
                    <a:pt x="196162" y="14621"/>
                  </a:lnTo>
                  <a:lnTo>
                    <a:pt x="195724" y="14442"/>
                  </a:lnTo>
                  <a:cubicBezTo>
                    <a:pt x="195625" y="14403"/>
                    <a:pt x="195525" y="14363"/>
                    <a:pt x="195426" y="14323"/>
                  </a:cubicBezTo>
                  <a:cubicBezTo>
                    <a:pt x="195227" y="14243"/>
                    <a:pt x="195028" y="14164"/>
                    <a:pt x="194849" y="14104"/>
                  </a:cubicBezTo>
                  <a:lnTo>
                    <a:pt x="193974" y="13706"/>
                  </a:lnTo>
                  <a:cubicBezTo>
                    <a:pt x="193775" y="13627"/>
                    <a:pt x="193596" y="13527"/>
                    <a:pt x="193397" y="13428"/>
                  </a:cubicBezTo>
                  <a:lnTo>
                    <a:pt x="193098" y="13269"/>
                  </a:lnTo>
                  <a:cubicBezTo>
                    <a:pt x="192840" y="13149"/>
                    <a:pt x="192541" y="12970"/>
                    <a:pt x="192243" y="12811"/>
                  </a:cubicBezTo>
                  <a:lnTo>
                    <a:pt x="191388" y="12314"/>
                  </a:lnTo>
                  <a:cubicBezTo>
                    <a:pt x="191268" y="12214"/>
                    <a:pt x="191109" y="12135"/>
                    <a:pt x="190990" y="12035"/>
                  </a:cubicBezTo>
                  <a:cubicBezTo>
                    <a:pt x="190572" y="11757"/>
                    <a:pt x="190154" y="11478"/>
                    <a:pt x="189717" y="11180"/>
                  </a:cubicBezTo>
                  <a:cubicBezTo>
                    <a:pt x="188583" y="10384"/>
                    <a:pt x="187469" y="9489"/>
                    <a:pt x="186534" y="8753"/>
                  </a:cubicBezTo>
                  <a:cubicBezTo>
                    <a:pt x="185897" y="8236"/>
                    <a:pt x="185281" y="7699"/>
                    <a:pt x="184644" y="7201"/>
                  </a:cubicBezTo>
                  <a:lnTo>
                    <a:pt x="183450" y="6247"/>
                  </a:lnTo>
                  <a:cubicBezTo>
                    <a:pt x="182396" y="5391"/>
                    <a:pt x="181402" y="4615"/>
                    <a:pt x="180367" y="3899"/>
                  </a:cubicBezTo>
                  <a:cubicBezTo>
                    <a:pt x="179372" y="3203"/>
                    <a:pt x="178338" y="2586"/>
                    <a:pt x="177224" y="1990"/>
                  </a:cubicBezTo>
                  <a:cubicBezTo>
                    <a:pt x="176190" y="1472"/>
                    <a:pt x="175096" y="1035"/>
                    <a:pt x="173962" y="716"/>
                  </a:cubicBezTo>
                  <a:cubicBezTo>
                    <a:pt x="172887" y="438"/>
                    <a:pt x="171754" y="299"/>
                    <a:pt x="170560" y="239"/>
                  </a:cubicBezTo>
                  <a:cubicBezTo>
                    <a:pt x="168372" y="199"/>
                    <a:pt x="165985" y="577"/>
                    <a:pt x="163458" y="1333"/>
                  </a:cubicBezTo>
                  <a:cubicBezTo>
                    <a:pt x="162305" y="1691"/>
                    <a:pt x="161111" y="2129"/>
                    <a:pt x="159917" y="2626"/>
                  </a:cubicBezTo>
                  <a:lnTo>
                    <a:pt x="159022" y="3004"/>
                  </a:lnTo>
                  <a:cubicBezTo>
                    <a:pt x="158823" y="3084"/>
                    <a:pt x="158644" y="3183"/>
                    <a:pt x="158445" y="3283"/>
                  </a:cubicBezTo>
                  <a:cubicBezTo>
                    <a:pt x="158346" y="3322"/>
                    <a:pt x="158246" y="3382"/>
                    <a:pt x="158127" y="3422"/>
                  </a:cubicBezTo>
                  <a:lnTo>
                    <a:pt x="156357" y="4277"/>
                  </a:lnTo>
                  <a:lnTo>
                    <a:pt x="155243" y="4874"/>
                  </a:lnTo>
                  <a:cubicBezTo>
                    <a:pt x="155044" y="4993"/>
                    <a:pt x="154805" y="5093"/>
                    <a:pt x="154606" y="5212"/>
                  </a:cubicBezTo>
                  <a:lnTo>
                    <a:pt x="153751" y="5690"/>
                  </a:lnTo>
                  <a:cubicBezTo>
                    <a:pt x="153572" y="5789"/>
                    <a:pt x="153373" y="5908"/>
                    <a:pt x="153194" y="6008"/>
                  </a:cubicBezTo>
                  <a:cubicBezTo>
                    <a:pt x="153094" y="6068"/>
                    <a:pt x="152995" y="6147"/>
                    <a:pt x="152895" y="6187"/>
                  </a:cubicBezTo>
                  <a:lnTo>
                    <a:pt x="151185" y="7201"/>
                  </a:lnTo>
                  <a:cubicBezTo>
                    <a:pt x="150807" y="7440"/>
                    <a:pt x="150468" y="7679"/>
                    <a:pt x="150110" y="7898"/>
                  </a:cubicBezTo>
                  <a:cubicBezTo>
                    <a:pt x="149911" y="8037"/>
                    <a:pt x="149712" y="8176"/>
                    <a:pt x="149514" y="8296"/>
                  </a:cubicBezTo>
                  <a:lnTo>
                    <a:pt x="148678" y="8853"/>
                  </a:lnTo>
                  <a:lnTo>
                    <a:pt x="148141" y="9231"/>
                  </a:lnTo>
                  <a:cubicBezTo>
                    <a:pt x="148042" y="9290"/>
                    <a:pt x="147942" y="9370"/>
                    <a:pt x="147843" y="9429"/>
                  </a:cubicBezTo>
                  <a:lnTo>
                    <a:pt x="146112" y="10563"/>
                  </a:lnTo>
                  <a:cubicBezTo>
                    <a:pt x="145774" y="10822"/>
                    <a:pt x="145416" y="11061"/>
                    <a:pt x="145078" y="11339"/>
                  </a:cubicBezTo>
                  <a:cubicBezTo>
                    <a:pt x="144879" y="11478"/>
                    <a:pt x="144680" y="11598"/>
                    <a:pt x="144501" y="11757"/>
                  </a:cubicBezTo>
                  <a:lnTo>
                    <a:pt x="143685" y="12354"/>
                  </a:lnTo>
                  <a:cubicBezTo>
                    <a:pt x="143506" y="12473"/>
                    <a:pt x="143327" y="12592"/>
                    <a:pt x="143148" y="12752"/>
                  </a:cubicBezTo>
                  <a:cubicBezTo>
                    <a:pt x="143048" y="12831"/>
                    <a:pt x="142949" y="12891"/>
                    <a:pt x="142889" y="12970"/>
                  </a:cubicBezTo>
                  <a:lnTo>
                    <a:pt x="141258" y="14204"/>
                  </a:lnTo>
                  <a:lnTo>
                    <a:pt x="139667" y="15437"/>
                  </a:lnTo>
                  <a:cubicBezTo>
                    <a:pt x="138931" y="16014"/>
                    <a:pt x="138175" y="16611"/>
                    <a:pt x="137478" y="17188"/>
                  </a:cubicBezTo>
                  <a:cubicBezTo>
                    <a:pt x="137160" y="17426"/>
                    <a:pt x="136862" y="17685"/>
                    <a:pt x="136544" y="17924"/>
                  </a:cubicBezTo>
                  <a:cubicBezTo>
                    <a:pt x="135668" y="18620"/>
                    <a:pt x="134793" y="19296"/>
                    <a:pt x="133957" y="19992"/>
                  </a:cubicBezTo>
                  <a:cubicBezTo>
                    <a:pt x="132764" y="20927"/>
                    <a:pt x="131550" y="21882"/>
                    <a:pt x="130357" y="22817"/>
                  </a:cubicBezTo>
                  <a:cubicBezTo>
                    <a:pt x="129601" y="23414"/>
                    <a:pt x="128805" y="23991"/>
                    <a:pt x="128069" y="24568"/>
                  </a:cubicBezTo>
                  <a:cubicBezTo>
                    <a:pt x="127791" y="24767"/>
                    <a:pt x="127532" y="24966"/>
                    <a:pt x="127274" y="25165"/>
                  </a:cubicBezTo>
                  <a:cubicBezTo>
                    <a:pt x="126935" y="25403"/>
                    <a:pt x="126597" y="25642"/>
                    <a:pt x="126279" y="25881"/>
                  </a:cubicBezTo>
                  <a:cubicBezTo>
                    <a:pt x="126100" y="26000"/>
                    <a:pt x="125901" y="26159"/>
                    <a:pt x="125722" y="26279"/>
                  </a:cubicBezTo>
                  <a:cubicBezTo>
                    <a:pt x="125583" y="26378"/>
                    <a:pt x="125443" y="26478"/>
                    <a:pt x="125324" y="26577"/>
                  </a:cubicBezTo>
                  <a:cubicBezTo>
                    <a:pt x="124946" y="26855"/>
                    <a:pt x="124588" y="27134"/>
                    <a:pt x="124170" y="27373"/>
                  </a:cubicBezTo>
                  <a:lnTo>
                    <a:pt x="122619" y="28427"/>
                  </a:lnTo>
                  <a:cubicBezTo>
                    <a:pt x="122261" y="28646"/>
                    <a:pt x="121942" y="28865"/>
                    <a:pt x="121584" y="29064"/>
                  </a:cubicBezTo>
                  <a:cubicBezTo>
                    <a:pt x="121425" y="29183"/>
                    <a:pt x="121226" y="29282"/>
                    <a:pt x="121047" y="29422"/>
                  </a:cubicBezTo>
                  <a:cubicBezTo>
                    <a:pt x="120888" y="29521"/>
                    <a:pt x="120749" y="29621"/>
                    <a:pt x="120590" y="29680"/>
                  </a:cubicBezTo>
                  <a:lnTo>
                    <a:pt x="119476" y="30357"/>
                  </a:lnTo>
                  <a:lnTo>
                    <a:pt x="118680" y="30814"/>
                  </a:lnTo>
                  <a:lnTo>
                    <a:pt x="117884" y="31232"/>
                  </a:lnTo>
                  <a:cubicBezTo>
                    <a:pt x="115815" y="32326"/>
                    <a:pt x="113607" y="33241"/>
                    <a:pt x="111300" y="34017"/>
                  </a:cubicBezTo>
                  <a:cubicBezTo>
                    <a:pt x="108972" y="34733"/>
                    <a:pt x="106665" y="35230"/>
                    <a:pt x="104437" y="35509"/>
                  </a:cubicBezTo>
                  <a:cubicBezTo>
                    <a:pt x="103164" y="35529"/>
                    <a:pt x="102030" y="35608"/>
                    <a:pt x="100936" y="3560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8" name="Google Shape;2083;p29"/>
            <p:cNvSpPr/>
            <p:nvPr/>
          </p:nvSpPr>
          <p:spPr>
            <a:xfrm rot="20227800">
              <a:off x="-2145960" y="-594720"/>
              <a:ext cx="8759160" cy="1462680"/>
            </a:xfrm>
            <a:custGeom>
              <a:avLst/>
              <a:gdLst>
                <a:gd name="textAreaLeft" fmla="*/ 0 w 8759160"/>
                <a:gd name="textAreaRight" fmla="*/ 8759520 w 8759160"/>
                <a:gd name="textAreaTop" fmla="*/ 0 h 1462680"/>
                <a:gd name="textAreaBottom" fmla="*/ 1463040 h 1462680"/>
              </a:gdLst>
              <a:ahLst/>
              <a:cxnLst/>
              <a:rect l="textAreaLeft" t="textAreaTop" r="textAreaRight" b="textAreaBottom"/>
              <a:pathLst>
                <a:path w="210625" h="35171">
                  <a:moveTo>
                    <a:pt x="100061" y="35171"/>
                  </a:moveTo>
                  <a:cubicBezTo>
                    <a:pt x="98748" y="35171"/>
                    <a:pt x="97475" y="35091"/>
                    <a:pt x="96202" y="34912"/>
                  </a:cubicBezTo>
                  <a:cubicBezTo>
                    <a:pt x="95108" y="34793"/>
                    <a:pt x="93894" y="34574"/>
                    <a:pt x="92402" y="34216"/>
                  </a:cubicBezTo>
                  <a:cubicBezTo>
                    <a:pt x="92263" y="34176"/>
                    <a:pt x="92104" y="34156"/>
                    <a:pt x="91945" y="34097"/>
                  </a:cubicBezTo>
                  <a:cubicBezTo>
                    <a:pt x="91487" y="33977"/>
                    <a:pt x="90990" y="33858"/>
                    <a:pt x="90493" y="33679"/>
                  </a:cubicBezTo>
                  <a:cubicBezTo>
                    <a:pt x="90393" y="33659"/>
                    <a:pt x="90254" y="33599"/>
                    <a:pt x="90154" y="33580"/>
                  </a:cubicBezTo>
                  <a:cubicBezTo>
                    <a:pt x="89955" y="33500"/>
                    <a:pt x="89737" y="33440"/>
                    <a:pt x="89518" y="33381"/>
                  </a:cubicBezTo>
                  <a:lnTo>
                    <a:pt x="88543" y="33023"/>
                  </a:lnTo>
                  <a:cubicBezTo>
                    <a:pt x="87031" y="32446"/>
                    <a:pt x="85778" y="31909"/>
                    <a:pt x="84624" y="31292"/>
                  </a:cubicBezTo>
                  <a:cubicBezTo>
                    <a:pt x="84127" y="31033"/>
                    <a:pt x="83590" y="30735"/>
                    <a:pt x="83092" y="30456"/>
                  </a:cubicBezTo>
                  <a:cubicBezTo>
                    <a:pt x="82953" y="30397"/>
                    <a:pt x="82794" y="30297"/>
                    <a:pt x="82675" y="30218"/>
                  </a:cubicBezTo>
                  <a:cubicBezTo>
                    <a:pt x="82456" y="30098"/>
                    <a:pt x="82237" y="29939"/>
                    <a:pt x="82038" y="29820"/>
                  </a:cubicBezTo>
                  <a:cubicBezTo>
                    <a:pt x="81939" y="29740"/>
                    <a:pt x="81799" y="29701"/>
                    <a:pt x="81700" y="29621"/>
                  </a:cubicBezTo>
                  <a:lnTo>
                    <a:pt x="81203" y="29323"/>
                  </a:lnTo>
                  <a:cubicBezTo>
                    <a:pt x="81103" y="29243"/>
                    <a:pt x="80984" y="29203"/>
                    <a:pt x="80884" y="29124"/>
                  </a:cubicBezTo>
                  <a:cubicBezTo>
                    <a:pt x="80845" y="29084"/>
                    <a:pt x="80785" y="29044"/>
                    <a:pt x="80705" y="29004"/>
                  </a:cubicBezTo>
                  <a:lnTo>
                    <a:pt x="79750" y="28348"/>
                  </a:lnTo>
                  <a:cubicBezTo>
                    <a:pt x="79512" y="28209"/>
                    <a:pt x="79293" y="28030"/>
                    <a:pt x="79074" y="27890"/>
                  </a:cubicBezTo>
                  <a:lnTo>
                    <a:pt x="78298" y="27333"/>
                  </a:lnTo>
                  <a:lnTo>
                    <a:pt x="76886" y="26219"/>
                  </a:lnTo>
                  <a:lnTo>
                    <a:pt x="75493" y="25046"/>
                  </a:lnTo>
                  <a:lnTo>
                    <a:pt x="74379" y="24031"/>
                  </a:lnTo>
                  <a:lnTo>
                    <a:pt x="73285" y="22977"/>
                  </a:lnTo>
                  <a:cubicBezTo>
                    <a:pt x="71316" y="21067"/>
                    <a:pt x="69526" y="19098"/>
                    <a:pt x="67775" y="17228"/>
                  </a:cubicBezTo>
                  <a:lnTo>
                    <a:pt x="66959" y="16333"/>
                  </a:lnTo>
                  <a:cubicBezTo>
                    <a:pt x="66542" y="15895"/>
                    <a:pt x="66084" y="15437"/>
                    <a:pt x="65666" y="15000"/>
                  </a:cubicBezTo>
                  <a:lnTo>
                    <a:pt x="65288" y="14622"/>
                  </a:lnTo>
                  <a:cubicBezTo>
                    <a:pt x="64871" y="14204"/>
                    <a:pt x="64433" y="13747"/>
                    <a:pt x="63995" y="13349"/>
                  </a:cubicBezTo>
                  <a:cubicBezTo>
                    <a:pt x="63200" y="12613"/>
                    <a:pt x="62165" y="11618"/>
                    <a:pt x="61091" y="10763"/>
                  </a:cubicBezTo>
                  <a:cubicBezTo>
                    <a:pt x="60097" y="10007"/>
                    <a:pt x="59122" y="9310"/>
                    <a:pt x="58107" y="8714"/>
                  </a:cubicBezTo>
                  <a:cubicBezTo>
                    <a:pt x="57132" y="8137"/>
                    <a:pt x="56078" y="7580"/>
                    <a:pt x="54944" y="7122"/>
                  </a:cubicBezTo>
                  <a:cubicBezTo>
                    <a:pt x="54865" y="7063"/>
                    <a:pt x="54765" y="7043"/>
                    <a:pt x="54666" y="6983"/>
                  </a:cubicBezTo>
                  <a:cubicBezTo>
                    <a:pt x="54487" y="6923"/>
                    <a:pt x="54308" y="6844"/>
                    <a:pt x="54168" y="6784"/>
                  </a:cubicBezTo>
                  <a:lnTo>
                    <a:pt x="53333" y="6486"/>
                  </a:lnTo>
                  <a:lnTo>
                    <a:pt x="52517" y="6227"/>
                  </a:lnTo>
                  <a:cubicBezTo>
                    <a:pt x="52398" y="6167"/>
                    <a:pt x="52279" y="6148"/>
                    <a:pt x="52120" y="6088"/>
                  </a:cubicBezTo>
                  <a:lnTo>
                    <a:pt x="51702" y="5968"/>
                  </a:lnTo>
                  <a:cubicBezTo>
                    <a:pt x="50548" y="5650"/>
                    <a:pt x="49434" y="5392"/>
                    <a:pt x="48360" y="5232"/>
                  </a:cubicBezTo>
                  <a:cubicBezTo>
                    <a:pt x="47266" y="5053"/>
                    <a:pt x="46132" y="4934"/>
                    <a:pt x="44978" y="4854"/>
                  </a:cubicBezTo>
                  <a:cubicBezTo>
                    <a:pt x="43964" y="4775"/>
                    <a:pt x="42850" y="4775"/>
                    <a:pt x="41616" y="4775"/>
                  </a:cubicBezTo>
                  <a:cubicBezTo>
                    <a:pt x="40602" y="4795"/>
                    <a:pt x="39508" y="4854"/>
                    <a:pt x="38294" y="4974"/>
                  </a:cubicBezTo>
                  <a:cubicBezTo>
                    <a:pt x="37837" y="4994"/>
                    <a:pt x="37419" y="5053"/>
                    <a:pt x="36981" y="5093"/>
                  </a:cubicBezTo>
                  <a:lnTo>
                    <a:pt x="36305" y="5173"/>
                  </a:lnTo>
                  <a:cubicBezTo>
                    <a:pt x="35887" y="5232"/>
                    <a:pt x="35430" y="5292"/>
                    <a:pt x="34992" y="5352"/>
                  </a:cubicBezTo>
                  <a:cubicBezTo>
                    <a:pt x="32943" y="5650"/>
                    <a:pt x="30854" y="6068"/>
                    <a:pt x="28586" y="6625"/>
                  </a:cubicBezTo>
                  <a:cubicBezTo>
                    <a:pt x="27671" y="6844"/>
                    <a:pt x="26736" y="7082"/>
                    <a:pt x="25841" y="7341"/>
                  </a:cubicBezTo>
                  <a:lnTo>
                    <a:pt x="25463" y="7441"/>
                  </a:lnTo>
                  <a:lnTo>
                    <a:pt x="23912" y="7858"/>
                  </a:lnTo>
                  <a:cubicBezTo>
                    <a:pt x="23593" y="7958"/>
                    <a:pt x="23275" y="8037"/>
                    <a:pt x="22917" y="8137"/>
                  </a:cubicBezTo>
                  <a:cubicBezTo>
                    <a:pt x="22758" y="8177"/>
                    <a:pt x="22559" y="8236"/>
                    <a:pt x="22380" y="8276"/>
                  </a:cubicBezTo>
                  <a:cubicBezTo>
                    <a:pt x="20371" y="8853"/>
                    <a:pt x="18342" y="9470"/>
                    <a:pt x="16412" y="10126"/>
                  </a:cubicBezTo>
                  <a:cubicBezTo>
                    <a:pt x="14502" y="10743"/>
                    <a:pt x="12573" y="11419"/>
                    <a:pt x="10703" y="12135"/>
                  </a:cubicBezTo>
                  <a:cubicBezTo>
                    <a:pt x="10524" y="12215"/>
                    <a:pt x="10365" y="12274"/>
                    <a:pt x="10206" y="12314"/>
                  </a:cubicBezTo>
                  <a:cubicBezTo>
                    <a:pt x="9907" y="12414"/>
                    <a:pt x="9589" y="12533"/>
                    <a:pt x="9310" y="12672"/>
                  </a:cubicBezTo>
                  <a:lnTo>
                    <a:pt x="7938" y="13190"/>
                  </a:lnTo>
                  <a:lnTo>
                    <a:pt x="6585" y="13727"/>
                  </a:lnTo>
                  <a:cubicBezTo>
                    <a:pt x="6287" y="13866"/>
                    <a:pt x="6008" y="13945"/>
                    <a:pt x="5750" y="14085"/>
                  </a:cubicBezTo>
                  <a:cubicBezTo>
                    <a:pt x="5591" y="14164"/>
                    <a:pt x="5412" y="14204"/>
                    <a:pt x="5272" y="14284"/>
                  </a:cubicBezTo>
                  <a:cubicBezTo>
                    <a:pt x="3502" y="15000"/>
                    <a:pt x="1771" y="15776"/>
                    <a:pt x="100" y="16532"/>
                  </a:cubicBezTo>
                  <a:lnTo>
                    <a:pt x="1" y="16412"/>
                  </a:lnTo>
                  <a:cubicBezTo>
                    <a:pt x="1672" y="15636"/>
                    <a:pt x="3402" y="14880"/>
                    <a:pt x="5173" y="14144"/>
                  </a:cubicBezTo>
                  <a:cubicBezTo>
                    <a:pt x="5312" y="14085"/>
                    <a:pt x="5491" y="14025"/>
                    <a:pt x="5650" y="13945"/>
                  </a:cubicBezTo>
                  <a:cubicBezTo>
                    <a:pt x="5909" y="13826"/>
                    <a:pt x="6227" y="13707"/>
                    <a:pt x="6506" y="13607"/>
                  </a:cubicBezTo>
                  <a:lnTo>
                    <a:pt x="7858" y="13050"/>
                  </a:lnTo>
                  <a:lnTo>
                    <a:pt x="9231" y="12533"/>
                  </a:lnTo>
                  <a:cubicBezTo>
                    <a:pt x="9529" y="12414"/>
                    <a:pt x="9828" y="12314"/>
                    <a:pt x="10126" y="12195"/>
                  </a:cubicBezTo>
                  <a:cubicBezTo>
                    <a:pt x="10285" y="12135"/>
                    <a:pt x="10444" y="12056"/>
                    <a:pt x="10623" y="12016"/>
                  </a:cubicBezTo>
                  <a:cubicBezTo>
                    <a:pt x="12513" y="11300"/>
                    <a:pt x="14443" y="10623"/>
                    <a:pt x="16333" y="10007"/>
                  </a:cubicBezTo>
                  <a:cubicBezTo>
                    <a:pt x="18282" y="9350"/>
                    <a:pt x="20291" y="8734"/>
                    <a:pt x="22320" y="8137"/>
                  </a:cubicBezTo>
                  <a:cubicBezTo>
                    <a:pt x="22499" y="8077"/>
                    <a:pt x="22698" y="8037"/>
                    <a:pt x="22877" y="7978"/>
                  </a:cubicBezTo>
                  <a:cubicBezTo>
                    <a:pt x="23196" y="7878"/>
                    <a:pt x="23514" y="7779"/>
                    <a:pt x="23872" y="7719"/>
                  </a:cubicBezTo>
                  <a:lnTo>
                    <a:pt x="25782" y="7182"/>
                  </a:lnTo>
                  <a:cubicBezTo>
                    <a:pt x="26677" y="6943"/>
                    <a:pt x="27632" y="6685"/>
                    <a:pt x="28547" y="6466"/>
                  </a:cubicBezTo>
                  <a:cubicBezTo>
                    <a:pt x="30814" y="5929"/>
                    <a:pt x="32903" y="5491"/>
                    <a:pt x="34932" y="5193"/>
                  </a:cubicBezTo>
                  <a:cubicBezTo>
                    <a:pt x="35350" y="5133"/>
                    <a:pt x="35808" y="5073"/>
                    <a:pt x="36245" y="5034"/>
                  </a:cubicBezTo>
                  <a:lnTo>
                    <a:pt x="36922" y="4954"/>
                  </a:lnTo>
                  <a:cubicBezTo>
                    <a:pt x="37339" y="4894"/>
                    <a:pt x="37797" y="4854"/>
                    <a:pt x="38234" y="4835"/>
                  </a:cubicBezTo>
                  <a:cubicBezTo>
                    <a:pt x="39468" y="4695"/>
                    <a:pt x="40562" y="4656"/>
                    <a:pt x="41576" y="4636"/>
                  </a:cubicBezTo>
                  <a:cubicBezTo>
                    <a:pt x="42810" y="4596"/>
                    <a:pt x="43904" y="4636"/>
                    <a:pt x="44958" y="4675"/>
                  </a:cubicBezTo>
                  <a:cubicBezTo>
                    <a:pt x="46092" y="4755"/>
                    <a:pt x="47246" y="4874"/>
                    <a:pt x="48340" y="5053"/>
                  </a:cubicBezTo>
                  <a:cubicBezTo>
                    <a:pt x="49414" y="5232"/>
                    <a:pt x="50548" y="5471"/>
                    <a:pt x="51702" y="5789"/>
                  </a:cubicBezTo>
                  <a:lnTo>
                    <a:pt x="52120" y="5929"/>
                  </a:lnTo>
                  <a:cubicBezTo>
                    <a:pt x="52279" y="5968"/>
                    <a:pt x="52398" y="6028"/>
                    <a:pt x="52517" y="6068"/>
                  </a:cubicBezTo>
                  <a:lnTo>
                    <a:pt x="53333" y="6346"/>
                  </a:lnTo>
                  <a:lnTo>
                    <a:pt x="54149" y="6645"/>
                  </a:lnTo>
                  <a:cubicBezTo>
                    <a:pt x="54328" y="6724"/>
                    <a:pt x="54507" y="6764"/>
                    <a:pt x="54686" y="6844"/>
                  </a:cubicBezTo>
                  <a:cubicBezTo>
                    <a:pt x="54785" y="6884"/>
                    <a:pt x="54885" y="6923"/>
                    <a:pt x="54984" y="6963"/>
                  </a:cubicBezTo>
                  <a:cubicBezTo>
                    <a:pt x="56098" y="7441"/>
                    <a:pt x="57172" y="7978"/>
                    <a:pt x="58127" y="8574"/>
                  </a:cubicBezTo>
                  <a:cubicBezTo>
                    <a:pt x="59162" y="9211"/>
                    <a:pt x="60156" y="9867"/>
                    <a:pt x="61151" y="10683"/>
                  </a:cubicBezTo>
                  <a:cubicBezTo>
                    <a:pt x="62245" y="11519"/>
                    <a:pt x="63279" y="12513"/>
                    <a:pt x="64075" y="13269"/>
                  </a:cubicBezTo>
                  <a:cubicBezTo>
                    <a:pt x="64513" y="13687"/>
                    <a:pt x="64950" y="14105"/>
                    <a:pt x="65368" y="14562"/>
                  </a:cubicBezTo>
                  <a:lnTo>
                    <a:pt x="65746" y="14920"/>
                  </a:lnTo>
                  <a:cubicBezTo>
                    <a:pt x="66164" y="15358"/>
                    <a:pt x="66601" y="15795"/>
                    <a:pt x="67039" y="16273"/>
                  </a:cubicBezTo>
                  <a:lnTo>
                    <a:pt x="67855" y="17168"/>
                  </a:lnTo>
                  <a:cubicBezTo>
                    <a:pt x="69605" y="19038"/>
                    <a:pt x="71396" y="20987"/>
                    <a:pt x="73365" y="22917"/>
                  </a:cubicBezTo>
                  <a:lnTo>
                    <a:pt x="74459" y="23952"/>
                  </a:lnTo>
                  <a:lnTo>
                    <a:pt x="75573" y="24966"/>
                  </a:lnTo>
                  <a:lnTo>
                    <a:pt x="76966" y="26140"/>
                  </a:lnTo>
                  <a:lnTo>
                    <a:pt x="78378" y="27234"/>
                  </a:lnTo>
                  <a:lnTo>
                    <a:pt x="79154" y="27791"/>
                  </a:lnTo>
                  <a:cubicBezTo>
                    <a:pt x="79373" y="27930"/>
                    <a:pt x="79591" y="28109"/>
                    <a:pt x="79810" y="28248"/>
                  </a:cubicBezTo>
                  <a:lnTo>
                    <a:pt x="80785" y="28905"/>
                  </a:lnTo>
                  <a:cubicBezTo>
                    <a:pt x="80845" y="28925"/>
                    <a:pt x="80904" y="28984"/>
                    <a:pt x="80964" y="29024"/>
                  </a:cubicBezTo>
                  <a:cubicBezTo>
                    <a:pt x="81063" y="29104"/>
                    <a:pt x="81163" y="29183"/>
                    <a:pt x="81262" y="29223"/>
                  </a:cubicBezTo>
                  <a:lnTo>
                    <a:pt x="81760" y="29521"/>
                  </a:lnTo>
                  <a:cubicBezTo>
                    <a:pt x="81859" y="29601"/>
                    <a:pt x="81978" y="29641"/>
                    <a:pt x="82078" y="29720"/>
                  </a:cubicBezTo>
                  <a:cubicBezTo>
                    <a:pt x="82277" y="29840"/>
                    <a:pt x="82496" y="29999"/>
                    <a:pt x="82734" y="30118"/>
                  </a:cubicBezTo>
                  <a:cubicBezTo>
                    <a:pt x="82874" y="30198"/>
                    <a:pt x="83033" y="30277"/>
                    <a:pt x="83152" y="30377"/>
                  </a:cubicBezTo>
                  <a:cubicBezTo>
                    <a:pt x="83649" y="30635"/>
                    <a:pt x="84167" y="30934"/>
                    <a:pt x="84664" y="31192"/>
                  </a:cubicBezTo>
                  <a:cubicBezTo>
                    <a:pt x="85838" y="31789"/>
                    <a:pt x="87071" y="32326"/>
                    <a:pt x="88563" y="32903"/>
                  </a:cubicBezTo>
                  <a:lnTo>
                    <a:pt x="89538" y="33261"/>
                  </a:lnTo>
                  <a:cubicBezTo>
                    <a:pt x="89757" y="33321"/>
                    <a:pt x="89955" y="33401"/>
                    <a:pt x="90154" y="33460"/>
                  </a:cubicBezTo>
                  <a:cubicBezTo>
                    <a:pt x="90254" y="33480"/>
                    <a:pt x="90393" y="33520"/>
                    <a:pt x="90493" y="33560"/>
                  </a:cubicBezTo>
                  <a:cubicBezTo>
                    <a:pt x="90990" y="33699"/>
                    <a:pt x="91487" y="33858"/>
                    <a:pt x="91945" y="33977"/>
                  </a:cubicBezTo>
                  <a:cubicBezTo>
                    <a:pt x="92104" y="34017"/>
                    <a:pt x="92243" y="34057"/>
                    <a:pt x="92402" y="34097"/>
                  </a:cubicBezTo>
                  <a:cubicBezTo>
                    <a:pt x="93894" y="34455"/>
                    <a:pt x="95108" y="34674"/>
                    <a:pt x="96202" y="34773"/>
                  </a:cubicBezTo>
                  <a:cubicBezTo>
                    <a:pt x="98529" y="35072"/>
                    <a:pt x="100936" y="35072"/>
                    <a:pt x="103542" y="34813"/>
                  </a:cubicBezTo>
                  <a:cubicBezTo>
                    <a:pt x="105810" y="34574"/>
                    <a:pt x="108177" y="34077"/>
                    <a:pt x="110544" y="33321"/>
                  </a:cubicBezTo>
                  <a:cubicBezTo>
                    <a:pt x="112892" y="32565"/>
                    <a:pt x="115159" y="31610"/>
                    <a:pt x="117248" y="30516"/>
                  </a:cubicBezTo>
                  <a:lnTo>
                    <a:pt x="118064" y="30098"/>
                  </a:lnTo>
                  <a:lnTo>
                    <a:pt x="118879" y="29641"/>
                  </a:lnTo>
                  <a:cubicBezTo>
                    <a:pt x="119277" y="29422"/>
                    <a:pt x="119655" y="29203"/>
                    <a:pt x="120033" y="28984"/>
                  </a:cubicBezTo>
                  <a:cubicBezTo>
                    <a:pt x="120172" y="28885"/>
                    <a:pt x="120332" y="28785"/>
                    <a:pt x="120491" y="28706"/>
                  </a:cubicBezTo>
                  <a:cubicBezTo>
                    <a:pt x="120670" y="28587"/>
                    <a:pt x="120869" y="28487"/>
                    <a:pt x="121068" y="28348"/>
                  </a:cubicBezTo>
                  <a:cubicBezTo>
                    <a:pt x="121426" y="28149"/>
                    <a:pt x="121764" y="27930"/>
                    <a:pt x="122102" y="27711"/>
                  </a:cubicBezTo>
                  <a:lnTo>
                    <a:pt x="123654" y="26657"/>
                  </a:lnTo>
                  <a:cubicBezTo>
                    <a:pt x="124051" y="26418"/>
                    <a:pt x="124429" y="26140"/>
                    <a:pt x="124807" y="25861"/>
                  </a:cubicBezTo>
                  <a:cubicBezTo>
                    <a:pt x="124947" y="25762"/>
                    <a:pt x="125086" y="25662"/>
                    <a:pt x="125225" y="25563"/>
                  </a:cubicBezTo>
                  <a:cubicBezTo>
                    <a:pt x="125404" y="25443"/>
                    <a:pt x="125603" y="25304"/>
                    <a:pt x="125782" y="25165"/>
                  </a:cubicBezTo>
                  <a:cubicBezTo>
                    <a:pt x="126100" y="24926"/>
                    <a:pt x="126439" y="24707"/>
                    <a:pt x="126777" y="24449"/>
                  </a:cubicBezTo>
                  <a:cubicBezTo>
                    <a:pt x="127035" y="24250"/>
                    <a:pt x="127294" y="24051"/>
                    <a:pt x="127572" y="23852"/>
                  </a:cubicBezTo>
                  <a:cubicBezTo>
                    <a:pt x="128309" y="23275"/>
                    <a:pt x="129104" y="22718"/>
                    <a:pt x="129860" y="22121"/>
                  </a:cubicBezTo>
                  <a:cubicBezTo>
                    <a:pt x="131054" y="21186"/>
                    <a:pt x="132267" y="20232"/>
                    <a:pt x="133461" y="19297"/>
                  </a:cubicBezTo>
                  <a:cubicBezTo>
                    <a:pt x="134336" y="18640"/>
                    <a:pt x="135172" y="17944"/>
                    <a:pt x="136047" y="17248"/>
                  </a:cubicBezTo>
                  <a:cubicBezTo>
                    <a:pt x="136365" y="16989"/>
                    <a:pt x="136663" y="16750"/>
                    <a:pt x="136982" y="16492"/>
                  </a:cubicBezTo>
                  <a:cubicBezTo>
                    <a:pt x="137718" y="15915"/>
                    <a:pt x="138434" y="15358"/>
                    <a:pt x="139170" y="14781"/>
                  </a:cubicBezTo>
                  <a:lnTo>
                    <a:pt x="140741" y="13567"/>
                  </a:lnTo>
                  <a:lnTo>
                    <a:pt x="142333" y="12374"/>
                  </a:lnTo>
                  <a:cubicBezTo>
                    <a:pt x="142432" y="12294"/>
                    <a:pt x="142532" y="12215"/>
                    <a:pt x="142611" y="12135"/>
                  </a:cubicBezTo>
                  <a:cubicBezTo>
                    <a:pt x="142790" y="12016"/>
                    <a:pt x="142950" y="11877"/>
                    <a:pt x="143129" y="11737"/>
                  </a:cubicBezTo>
                  <a:lnTo>
                    <a:pt x="143924" y="11180"/>
                  </a:lnTo>
                  <a:cubicBezTo>
                    <a:pt x="144123" y="11021"/>
                    <a:pt x="144322" y="10902"/>
                    <a:pt x="144501" y="10743"/>
                  </a:cubicBezTo>
                  <a:cubicBezTo>
                    <a:pt x="144839" y="10504"/>
                    <a:pt x="145178" y="10245"/>
                    <a:pt x="145516" y="10007"/>
                  </a:cubicBezTo>
                  <a:lnTo>
                    <a:pt x="147127" y="8893"/>
                  </a:lnTo>
                  <a:cubicBezTo>
                    <a:pt x="147226" y="8813"/>
                    <a:pt x="147326" y="8753"/>
                    <a:pt x="147425" y="8694"/>
                  </a:cubicBezTo>
                  <a:cubicBezTo>
                    <a:pt x="147604" y="8555"/>
                    <a:pt x="147783" y="8435"/>
                    <a:pt x="147963" y="8336"/>
                  </a:cubicBezTo>
                  <a:lnTo>
                    <a:pt x="148778" y="7818"/>
                  </a:lnTo>
                  <a:cubicBezTo>
                    <a:pt x="148977" y="7699"/>
                    <a:pt x="149176" y="7560"/>
                    <a:pt x="149375" y="7421"/>
                  </a:cubicBezTo>
                  <a:lnTo>
                    <a:pt x="150409" y="6744"/>
                  </a:lnTo>
                  <a:lnTo>
                    <a:pt x="152080" y="5750"/>
                  </a:lnTo>
                  <a:cubicBezTo>
                    <a:pt x="152180" y="5710"/>
                    <a:pt x="152279" y="5630"/>
                    <a:pt x="152379" y="5571"/>
                  </a:cubicBezTo>
                  <a:cubicBezTo>
                    <a:pt x="152558" y="5471"/>
                    <a:pt x="152737" y="5352"/>
                    <a:pt x="152936" y="5252"/>
                  </a:cubicBezTo>
                  <a:lnTo>
                    <a:pt x="153771" y="4815"/>
                  </a:lnTo>
                  <a:cubicBezTo>
                    <a:pt x="153970" y="4715"/>
                    <a:pt x="154189" y="4576"/>
                    <a:pt x="154388" y="4477"/>
                  </a:cubicBezTo>
                  <a:cubicBezTo>
                    <a:pt x="154746" y="4278"/>
                    <a:pt x="155124" y="4079"/>
                    <a:pt x="155462" y="3920"/>
                  </a:cubicBezTo>
                  <a:lnTo>
                    <a:pt x="157173" y="3084"/>
                  </a:lnTo>
                  <a:lnTo>
                    <a:pt x="157471" y="2945"/>
                  </a:lnTo>
                  <a:cubicBezTo>
                    <a:pt x="157650" y="2845"/>
                    <a:pt x="157849" y="2766"/>
                    <a:pt x="158028" y="2686"/>
                  </a:cubicBezTo>
                  <a:lnTo>
                    <a:pt x="158864" y="2328"/>
                  </a:lnTo>
                  <a:cubicBezTo>
                    <a:pt x="160017" y="1851"/>
                    <a:pt x="161171" y="1433"/>
                    <a:pt x="162305" y="1075"/>
                  </a:cubicBezTo>
                  <a:cubicBezTo>
                    <a:pt x="164712" y="359"/>
                    <a:pt x="166980" y="1"/>
                    <a:pt x="169009" y="80"/>
                  </a:cubicBezTo>
                  <a:cubicBezTo>
                    <a:pt x="170123" y="100"/>
                    <a:pt x="171197" y="259"/>
                    <a:pt x="172192" y="538"/>
                  </a:cubicBezTo>
                  <a:cubicBezTo>
                    <a:pt x="173286" y="856"/>
                    <a:pt x="174281" y="1254"/>
                    <a:pt x="175255" y="1751"/>
                  </a:cubicBezTo>
                  <a:cubicBezTo>
                    <a:pt x="176349" y="2328"/>
                    <a:pt x="177324" y="2945"/>
                    <a:pt x="178279" y="3621"/>
                  </a:cubicBezTo>
                  <a:cubicBezTo>
                    <a:pt x="179274" y="4317"/>
                    <a:pt x="180268" y="5073"/>
                    <a:pt x="181323" y="5929"/>
                  </a:cubicBezTo>
                  <a:cubicBezTo>
                    <a:pt x="181720" y="6247"/>
                    <a:pt x="182098" y="6565"/>
                    <a:pt x="182496" y="6903"/>
                  </a:cubicBezTo>
                  <a:cubicBezTo>
                    <a:pt x="183113" y="7421"/>
                    <a:pt x="183769" y="7938"/>
                    <a:pt x="184406" y="8455"/>
                  </a:cubicBezTo>
                  <a:cubicBezTo>
                    <a:pt x="184665" y="8694"/>
                    <a:pt x="184923" y="8893"/>
                    <a:pt x="185202" y="9112"/>
                  </a:cubicBezTo>
                  <a:lnTo>
                    <a:pt x="186296" y="9987"/>
                  </a:lnTo>
                  <a:cubicBezTo>
                    <a:pt x="186753" y="10305"/>
                    <a:pt x="187191" y="10643"/>
                    <a:pt x="187648" y="10981"/>
                  </a:cubicBezTo>
                  <a:cubicBezTo>
                    <a:pt x="188066" y="11300"/>
                    <a:pt x="188504" y="11598"/>
                    <a:pt x="188961" y="11877"/>
                  </a:cubicBezTo>
                  <a:cubicBezTo>
                    <a:pt x="189081" y="11936"/>
                    <a:pt x="189240" y="12036"/>
                    <a:pt x="189359" y="12115"/>
                  </a:cubicBezTo>
                  <a:lnTo>
                    <a:pt x="190254" y="12633"/>
                  </a:lnTo>
                  <a:cubicBezTo>
                    <a:pt x="190533" y="12812"/>
                    <a:pt x="190831" y="12971"/>
                    <a:pt x="191150" y="13130"/>
                  </a:cubicBezTo>
                  <a:cubicBezTo>
                    <a:pt x="191249" y="13190"/>
                    <a:pt x="191348" y="13229"/>
                    <a:pt x="191468" y="13309"/>
                  </a:cubicBezTo>
                  <a:lnTo>
                    <a:pt x="192065" y="13607"/>
                  </a:lnTo>
                  <a:lnTo>
                    <a:pt x="192980" y="14025"/>
                  </a:lnTo>
                  <a:cubicBezTo>
                    <a:pt x="193179" y="14124"/>
                    <a:pt x="193378" y="14204"/>
                    <a:pt x="193576" y="14284"/>
                  </a:cubicBezTo>
                  <a:cubicBezTo>
                    <a:pt x="193676" y="14323"/>
                    <a:pt x="193775" y="14363"/>
                    <a:pt x="193915" y="14403"/>
                  </a:cubicBezTo>
                  <a:lnTo>
                    <a:pt x="194372" y="14582"/>
                  </a:lnTo>
                  <a:lnTo>
                    <a:pt x="194850" y="14721"/>
                  </a:lnTo>
                  <a:cubicBezTo>
                    <a:pt x="199803" y="16412"/>
                    <a:pt x="205234" y="16352"/>
                    <a:pt x="210624" y="14463"/>
                  </a:cubicBezTo>
                  <a:lnTo>
                    <a:pt x="210624" y="14681"/>
                  </a:lnTo>
                  <a:cubicBezTo>
                    <a:pt x="205214" y="16591"/>
                    <a:pt x="199763" y="16671"/>
                    <a:pt x="194790" y="14960"/>
                  </a:cubicBezTo>
                  <a:lnTo>
                    <a:pt x="194332" y="14801"/>
                  </a:lnTo>
                  <a:lnTo>
                    <a:pt x="193855" y="14622"/>
                  </a:lnTo>
                  <a:cubicBezTo>
                    <a:pt x="193755" y="14582"/>
                    <a:pt x="193656" y="14562"/>
                    <a:pt x="193537" y="14502"/>
                  </a:cubicBezTo>
                  <a:cubicBezTo>
                    <a:pt x="193338" y="14423"/>
                    <a:pt x="193139" y="14363"/>
                    <a:pt x="192920" y="14264"/>
                  </a:cubicBezTo>
                  <a:lnTo>
                    <a:pt x="191985" y="13826"/>
                  </a:lnTo>
                  <a:lnTo>
                    <a:pt x="191388" y="13528"/>
                  </a:lnTo>
                  <a:cubicBezTo>
                    <a:pt x="191289" y="13488"/>
                    <a:pt x="191189" y="13428"/>
                    <a:pt x="191090" y="13369"/>
                  </a:cubicBezTo>
                  <a:cubicBezTo>
                    <a:pt x="190772" y="13190"/>
                    <a:pt x="190473" y="13030"/>
                    <a:pt x="190195" y="12871"/>
                  </a:cubicBezTo>
                  <a:lnTo>
                    <a:pt x="189300" y="12334"/>
                  </a:lnTo>
                  <a:cubicBezTo>
                    <a:pt x="189180" y="12235"/>
                    <a:pt x="189021" y="12175"/>
                    <a:pt x="188902" y="12095"/>
                  </a:cubicBezTo>
                  <a:cubicBezTo>
                    <a:pt x="188464" y="11797"/>
                    <a:pt x="188006" y="11499"/>
                    <a:pt x="187589" y="11200"/>
                  </a:cubicBezTo>
                  <a:cubicBezTo>
                    <a:pt x="187111" y="10882"/>
                    <a:pt x="186674" y="10524"/>
                    <a:pt x="186236" y="10206"/>
                  </a:cubicBezTo>
                  <a:lnTo>
                    <a:pt x="185938" y="9987"/>
                  </a:lnTo>
                  <a:lnTo>
                    <a:pt x="185142" y="9330"/>
                  </a:lnTo>
                  <a:cubicBezTo>
                    <a:pt x="184883" y="9112"/>
                    <a:pt x="184625" y="8913"/>
                    <a:pt x="184346" y="8694"/>
                  </a:cubicBezTo>
                  <a:cubicBezTo>
                    <a:pt x="183710" y="8157"/>
                    <a:pt x="183053" y="7620"/>
                    <a:pt x="182437" y="7122"/>
                  </a:cubicBezTo>
                  <a:cubicBezTo>
                    <a:pt x="182039" y="6804"/>
                    <a:pt x="181641" y="6466"/>
                    <a:pt x="181263" y="6148"/>
                  </a:cubicBezTo>
                  <a:cubicBezTo>
                    <a:pt x="180228" y="5312"/>
                    <a:pt x="179234" y="4556"/>
                    <a:pt x="178259" y="3840"/>
                  </a:cubicBezTo>
                  <a:cubicBezTo>
                    <a:pt x="177324" y="3164"/>
                    <a:pt x="176329" y="2547"/>
                    <a:pt x="175255" y="1970"/>
                  </a:cubicBezTo>
                  <a:cubicBezTo>
                    <a:pt x="174281" y="1473"/>
                    <a:pt x="173286" y="1075"/>
                    <a:pt x="172212" y="776"/>
                  </a:cubicBezTo>
                  <a:cubicBezTo>
                    <a:pt x="171217" y="498"/>
                    <a:pt x="170183" y="359"/>
                    <a:pt x="169069" y="339"/>
                  </a:cubicBezTo>
                  <a:cubicBezTo>
                    <a:pt x="167020" y="259"/>
                    <a:pt x="164752" y="597"/>
                    <a:pt x="162365" y="1333"/>
                  </a:cubicBezTo>
                  <a:cubicBezTo>
                    <a:pt x="161251" y="1652"/>
                    <a:pt x="160117" y="2069"/>
                    <a:pt x="158963" y="2567"/>
                  </a:cubicBezTo>
                  <a:lnTo>
                    <a:pt x="158128" y="2945"/>
                  </a:lnTo>
                  <a:cubicBezTo>
                    <a:pt x="157949" y="3024"/>
                    <a:pt x="157750" y="3124"/>
                    <a:pt x="157571" y="3183"/>
                  </a:cubicBezTo>
                  <a:lnTo>
                    <a:pt x="157272" y="3343"/>
                  </a:lnTo>
                  <a:lnTo>
                    <a:pt x="155562" y="4158"/>
                  </a:lnTo>
                  <a:cubicBezTo>
                    <a:pt x="155203" y="4337"/>
                    <a:pt x="154845" y="4536"/>
                    <a:pt x="154487" y="4735"/>
                  </a:cubicBezTo>
                  <a:cubicBezTo>
                    <a:pt x="154288" y="4854"/>
                    <a:pt x="154070" y="4954"/>
                    <a:pt x="153871" y="5073"/>
                  </a:cubicBezTo>
                  <a:lnTo>
                    <a:pt x="152975" y="5392"/>
                  </a:lnTo>
                  <a:cubicBezTo>
                    <a:pt x="152796" y="5511"/>
                    <a:pt x="152597" y="5591"/>
                    <a:pt x="152438" y="5730"/>
                  </a:cubicBezTo>
                  <a:cubicBezTo>
                    <a:pt x="152339" y="5770"/>
                    <a:pt x="152239" y="5849"/>
                    <a:pt x="152140" y="5889"/>
                  </a:cubicBezTo>
                  <a:lnTo>
                    <a:pt x="150469" y="6903"/>
                  </a:lnTo>
                  <a:lnTo>
                    <a:pt x="149415" y="7560"/>
                  </a:lnTo>
                  <a:cubicBezTo>
                    <a:pt x="149216" y="7699"/>
                    <a:pt x="149017" y="7818"/>
                    <a:pt x="148818" y="7958"/>
                  </a:cubicBezTo>
                  <a:lnTo>
                    <a:pt x="148002" y="8495"/>
                  </a:lnTo>
                  <a:cubicBezTo>
                    <a:pt x="147823" y="8614"/>
                    <a:pt x="147664" y="8734"/>
                    <a:pt x="147485" y="8833"/>
                  </a:cubicBezTo>
                  <a:cubicBezTo>
                    <a:pt x="147386" y="8913"/>
                    <a:pt x="147286" y="8952"/>
                    <a:pt x="147187" y="9032"/>
                  </a:cubicBezTo>
                  <a:lnTo>
                    <a:pt x="145575" y="10146"/>
                  </a:lnTo>
                  <a:cubicBezTo>
                    <a:pt x="145217" y="10405"/>
                    <a:pt x="144899" y="10643"/>
                    <a:pt x="144541" y="10902"/>
                  </a:cubicBezTo>
                  <a:cubicBezTo>
                    <a:pt x="144342" y="11041"/>
                    <a:pt x="144143" y="11180"/>
                    <a:pt x="143964" y="11320"/>
                  </a:cubicBezTo>
                  <a:lnTo>
                    <a:pt x="143188" y="11897"/>
                  </a:lnTo>
                  <a:lnTo>
                    <a:pt x="142651" y="12274"/>
                  </a:lnTo>
                  <a:cubicBezTo>
                    <a:pt x="142552" y="12334"/>
                    <a:pt x="142452" y="12414"/>
                    <a:pt x="142373" y="12493"/>
                  </a:cubicBezTo>
                  <a:lnTo>
                    <a:pt x="140781" y="13687"/>
                  </a:lnTo>
                  <a:lnTo>
                    <a:pt x="139230" y="14900"/>
                  </a:lnTo>
                  <a:cubicBezTo>
                    <a:pt x="138494" y="15477"/>
                    <a:pt x="137758" y="16054"/>
                    <a:pt x="137041" y="16611"/>
                  </a:cubicBezTo>
                  <a:cubicBezTo>
                    <a:pt x="136703" y="16870"/>
                    <a:pt x="136405" y="17108"/>
                    <a:pt x="136087" y="17367"/>
                  </a:cubicBezTo>
                  <a:cubicBezTo>
                    <a:pt x="135211" y="18063"/>
                    <a:pt x="134376" y="18740"/>
                    <a:pt x="133501" y="19436"/>
                  </a:cubicBezTo>
                  <a:cubicBezTo>
                    <a:pt x="132327" y="20351"/>
                    <a:pt x="131113" y="21326"/>
                    <a:pt x="129900" y="22241"/>
                  </a:cubicBezTo>
                  <a:cubicBezTo>
                    <a:pt x="129124" y="22838"/>
                    <a:pt x="128348" y="23414"/>
                    <a:pt x="127612" y="23971"/>
                  </a:cubicBezTo>
                  <a:cubicBezTo>
                    <a:pt x="127334" y="24170"/>
                    <a:pt x="127095" y="24369"/>
                    <a:pt x="126817" y="24568"/>
                  </a:cubicBezTo>
                  <a:cubicBezTo>
                    <a:pt x="126498" y="24827"/>
                    <a:pt x="126140" y="25065"/>
                    <a:pt x="125822" y="25304"/>
                  </a:cubicBezTo>
                  <a:cubicBezTo>
                    <a:pt x="125643" y="25424"/>
                    <a:pt x="125444" y="25563"/>
                    <a:pt x="125265" y="25702"/>
                  </a:cubicBezTo>
                  <a:cubicBezTo>
                    <a:pt x="125126" y="25802"/>
                    <a:pt x="125006" y="25901"/>
                    <a:pt x="124847" y="26000"/>
                  </a:cubicBezTo>
                  <a:cubicBezTo>
                    <a:pt x="124469" y="26259"/>
                    <a:pt x="124071" y="26538"/>
                    <a:pt x="123713" y="26796"/>
                  </a:cubicBezTo>
                  <a:lnTo>
                    <a:pt x="122142" y="27831"/>
                  </a:lnTo>
                  <a:cubicBezTo>
                    <a:pt x="121784" y="28049"/>
                    <a:pt x="121446" y="28288"/>
                    <a:pt x="121127" y="28487"/>
                  </a:cubicBezTo>
                  <a:cubicBezTo>
                    <a:pt x="120928" y="28606"/>
                    <a:pt x="120749" y="28706"/>
                    <a:pt x="120550" y="28825"/>
                  </a:cubicBezTo>
                  <a:cubicBezTo>
                    <a:pt x="120391" y="28925"/>
                    <a:pt x="120252" y="29024"/>
                    <a:pt x="120073" y="29104"/>
                  </a:cubicBezTo>
                  <a:cubicBezTo>
                    <a:pt x="119695" y="29323"/>
                    <a:pt x="119337" y="29581"/>
                    <a:pt x="118939" y="29780"/>
                  </a:cubicBezTo>
                  <a:lnTo>
                    <a:pt x="118104" y="30218"/>
                  </a:lnTo>
                  <a:lnTo>
                    <a:pt x="117288" y="30635"/>
                  </a:lnTo>
                  <a:cubicBezTo>
                    <a:pt x="115179" y="31730"/>
                    <a:pt x="112912" y="32684"/>
                    <a:pt x="110584" y="33460"/>
                  </a:cubicBezTo>
                  <a:cubicBezTo>
                    <a:pt x="108197" y="34196"/>
                    <a:pt x="105830" y="34694"/>
                    <a:pt x="103562" y="34952"/>
                  </a:cubicBezTo>
                  <a:cubicBezTo>
                    <a:pt x="102368" y="35111"/>
                    <a:pt x="101215" y="35171"/>
                    <a:pt x="100061" y="3517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9" name="Google Shape;2084;p29"/>
            <p:cNvSpPr/>
            <p:nvPr/>
          </p:nvSpPr>
          <p:spPr>
            <a:xfrm rot="20227800">
              <a:off x="-1654560" y="1213200"/>
              <a:ext cx="264240" cy="213840"/>
            </a:xfrm>
            <a:custGeom>
              <a:avLst/>
              <a:gdLst>
                <a:gd name="textAreaLeft" fmla="*/ 0 w 264240"/>
                <a:gd name="textAreaRight" fmla="*/ 264600 w 264240"/>
                <a:gd name="textAreaTop" fmla="*/ 0 h 213840"/>
                <a:gd name="textAreaBottom" fmla="*/ 214200 h 213840"/>
              </a:gdLst>
              <a:ahLst/>
              <a:cxnLst/>
              <a:rect l="textAreaLeft" t="textAreaTop" r="textAreaRight" b="textAreaBottom"/>
              <a:pathLst>
                <a:path w="6366" h="5153">
                  <a:moveTo>
                    <a:pt x="3084" y="5153"/>
                  </a:moveTo>
                  <a:cubicBezTo>
                    <a:pt x="3004" y="5153"/>
                    <a:pt x="2944" y="5093"/>
                    <a:pt x="2885" y="5033"/>
                  </a:cubicBezTo>
                  <a:lnTo>
                    <a:pt x="0" y="1274"/>
                  </a:lnTo>
                  <a:lnTo>
                    <a:pt x="1731" y="617"/>
                  </a:lnTo>
                  <a:lnTo>
                    <a:pt x="3501" y="1"/>
                  </a:lnTo>
                  <a:lnTo>
                    <a:pt x="6286" y="3800"/>
                  </a:lnTo>
                  <a:cubicBezTo>
                    <a:pt x="6366" y="3899"/>
                    <a:pt x="6346" y="3999"/>
                    <a:pt x="6267" y="4039"/>
                  </a:cubicBezTo>
                  <a:cubicBezTo>
                    <a:pt x="6187" y="4059"/>
                    <a:pt x="6068" y="3999"/>
                    <a:pt x="5988" y="3899"/>
                  </a:cubicBezTo>
                  <a:lnTo>
                    <a:pt x="3462" y="418"/>
                  </a:lnTo>
                  <a:lnTo>
                    <a:pt x="1990" y="955"/>
                  </a:lnTo>
                  <a:lnTo>
                    <a:pt x="537" y="1473"/>
                  </a:lnTo>
                  <a:lnTo>
                    <a:pt x="3183" y="4894"/>
                  </a:lnTo>
                  <a:cubicBezTo>
                    <a:pt x="3263" y="4994"/>
                    <a:pt x="3223" y="5093"/>
                    <a:pt x="3163" y="5133"/>
                  </a:cubicBezTo>
                  <a:cubicBezTo>
                    <a:pt x="3123" y="5153"/>
                    <a:pt x="3104" y="5153"/>
                    <a:pt x="3084" y="515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0" name="Google Shape;2085;p29"/>
            <p:cNvSpPr/>
            <p:nvPr/>
          </p:nvSpPr>
          <p:spPr>
            <a:xfrm rot="20227800">
              <a:off x="-1551960" y="1395360"/>
              <a:ext cx="86400" cy="72360"/>
            </a:xfrm>
            <a:custGeom>
              <a:avLst/>
              <a:gdLst>
                <a:gd name="textAreaLeft" fmla="*/ 0 w 86400"/>
                <a:gd name="textAreaRight" fmla="*/ 86760 w 86400"/>
                <a:gd name="textAreaTop" fmla="*/ 0 h 72360"/>
                <a:gd name="textAreaBottom" fmla="*/ 72720 h 72360"/>
              </a:gdLst>
              <a:ahLst/>
              <a:cxnLst/>
              <a:rect l="textAreaLeft" t="textAreaTop" r="textAreaRight" b="textAreaBottom"/>
              <a:pathLst>
                <a:path w="2090" h="1751">
                  <a:moveTo>
                    <a:pt x="1791" y="597"/>
                  </a:moveTo>
                  <a:cubicBezTo>
                    <a:pt x="2090" y="995"/>
                    <a:pt x="2010" y="1453"/>
                    <a:pt x="1592" y="1592"/>
                  </a:cubicBezTo>
                  <a:cubicBezTo>
                    <a:pt x="1194" y="1751"/>
                    <a:pt x="598" y="1552"/>
                    <a:pt x="299" y="1154"/>
                  </a:cubicBezTo>
                  <a:cubicBezTo>
                    <a:pt x="1" y="756"/>
                    <a:pt x="80" y="299"/>
                    <a:pt x="478" y="159"/>
                  </a:cubicBezTo>
                  <a:cubicBezTo>
                    <a:pt x="896" y="0"/>
                    <a:pt x="1493" y="199"/>
                    <a:pt x="1791" y="597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360" bIns="36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1" name="Google Shape;2086;p29"/>
            <p:cNvSpPr/>
            <p:nvPr/>
          </p:nvSpPr>
          <p:spPr>
            <a:xfrm rot="20227800">
              <a:off x="-1451520" y="1302480"/>
              <a:ext cx="87480" cy="73440"/>
            </a:xfrm>
            <a:custGeom>
              <a:avLst/>
              <a:gdLst>
                <a:gd name="textAreaLeft" fmla="*/ 0 w 87480"/>
                <a:gd name="textAreaRight" fmla="*/ 87840 w 87480"/>
                <a:gd name="textAreaTop" fmla="*/ 0 h 73440"/>
                <a:gd name="textAreaBottom" fmla="*/ 73800 h 73440"/>
              </a:gdLst>
              <a:ahLst/>
              <a:cxnLst/>
              <a:rect l="textAreaLeft" t="textAreaTop" r="textAreaRight" b="textAreaBottom"/>
              <a:pathLst>
                <a:path w="2109" h="1771">
                  <a:moveTo>
                    <a:pt x="1810" y="617"/>
                  </a:moveTo>
                  <a:cubicBezTo>
                    <a:pt x="2109" y="1015"/>
                    <a:pt x="2009" y="1472"/>
                    <a:pt x="1592" y="1612"/>
                  </a:cubicBezTo>
                  <a:cubicBezTo>
                    <a:pt x="1174" y="1771"/>
                    <a:pt x="597" y="1532"/>
                    <a:pt x="299" y="1154"/>
                  </a:cubicBezTo>
                  <a:cubicBezTo>
                    <a:pt x="0" y="736"/>
                    <a:pt x="100" y="299"/>
                    <a:pt x="517" y="140"/>
                  </a:cubicBezTo>
                  <a:cubicBezTo>
                    <a:pt x="935" y="0"/>
                    <a:pt x="1512" y="199"/>
                    <a:pt x="1810" y="617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720" bIns="36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2" name="Google Shape;2087;p29"/>
            <p:cNvSpPr/>
            <p:nvPr/>
          </p:nvSpPr>
          <p:spPr>
            <a:xfrm rot="20227800">
              <a:off x="-1422720" y="1000800"/>
              <a:ext cx="120600" cy="165960"/>
            </a:xfrm>
            <a:custGeom>
              <a:avLst/>
              <a:gdLst>
                <a:gd name="textAreaLeft" fmla="*/ 0 w 120600"/>
                <a:gd name="textAreaRight" fmla="*/ 120960 w 120600"/>
                <a:gd name="textAreaTop" fmla="*/ 0 h 165960"/>
                <a:gd name="textAreaBottom" fmla="*/ 166320 h 165960"/>
              </a:gdLst>
              <a:ahLst/>
              <a:cxnLst/>
              <a:rect l="textAreaLeft" t="textAreaTop" r="textAreaRight" b="textAreaBottom"/>
              <a:pathLst>
                <a:path w="2906" h="4000">
                  <a:moveTo>
                    <a:pt x="2746" y="3979"/>
                  </a:moveTo>
                  <a:cubicBezTo>
                    <a:pt x="2667" y="3979"/>
                    <a:pt x="2567" y="3939"/>
                    <a:pt x="2507" y="3860"/>
                  </a:cubicBezTo>
                  <a:lnTo>
                    <a:pt x="1" y="80"/>
                  </a:lnTo>
                  <a:lnTo>
                    <a:pt x="200" y="60"/>
                  </a:lnTo>
                  <a:cubicBezTo>
                    <a:pt x="200" y="60"/>
                    <a:pt x="299" y="20"/>
                    <a:pt x="478" y="20"/>
                  </a:cubicBezTo>
                  <a:cubicBezTo>
                    <a:pt x="697" y="1"/>
                    <a:pt x="916" y="1"/>
                    <a:pt x="1155" y="20"/>
                  </a:cubicBezTo>
                  <a:cubicBezTo>
                    <a:pt x="1871" y="100"/>
                    <a:pt x="2408" y="398"/>
                    <a:pt x="2706" y="896"/>
                  </a:cubicBezTo>
                  <a:cubicBezTo>
                    <a:pt x="2766" y="995"/>
                    <a:pt x="2766" y="1095"/>
                    <a:pt x="2667" y="1115"/>
                  </a:cubicBezTo>
                  <a:cubicBezTo>
                    <a:pt x="2587" y="1154"/>
                    <a:pt x="2468" y="1095"/>
                    <a:pt x="2388" y="995"/>
                  </a:cubicBezTo>
                  <a:cubicBezTo>
                    <a:pt x="2169" y="657"/>
                    <a:pt x="1771" y="458"/>
                    <a:pt x="1214" y="398"/>
                  </a:cubicBezTo>
                  <a:cubicBezTo>
                    <a:pt x="1055" y="379"/>
                    <a:pt x="856" y="379"/>
                    <a:pt x="618" y="398"/>
                  </a:cubicBezTo>
                  <a:lnTo>
                    <a:pt x="578" y="398"/>
                  </a:lnTo>
                  <a:lnTo>
                    <a:pt x="2846" y="3780"/>
                  </a:lnTo>
                  <a:cubicBezTo>
                    <a:pt x="2905" y="3880"/>
                    <a:pt x="2885" y="3979"/>
                    <a:pt x="2786" y="3999"/>
                  </a:cubicBezTo>
                  <a:cubicBezTo>
                    <a:pt x="2766" y="3979"/>
                    <a:pt x="2766" y="3979"/>
                    <a:pt x="2746" y="3979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3160" bIns="831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3" name="Google Shape;2088;p29"/>
            <p:cNvSpPr/>
            <p:nvPr/>
          </p:nvSpPr>
          <p:spPr>
            <a:xfrm rot="20227800">
              <a:off x="-1356120" y="1113840"/>
              <a:ext cx="94680" cy="78120"/>
            </a:xfrm>
            <a:custGeom>
              <a:avLst/>
              <a:gdLst>
                <a:gd name="textAreaLeft" fmla="*/ 0 w 94680"/>
                <a:gd name="textAreaRight" fmla="*/ 95040 w 94680"/>
                <a:gd name="textAreaTop" fmla="*/ 0 h 78120"/>
                <a:gd name="textAreaBottom" fmla="*/ 78480 h 78120"/>
              </a:gdLst>
              <a:ahLst/>
              <a:cxnLst/>
              <a:rect l="textAreaLeft" t="textAreaTop" r="textAreaRight" b="textAreaBottom"/>
              <a:pathLst>
                <a:path w="2289" h="1891">
                  <a:moveTo>
                    <a:pt x="1990" y="677"/>
                  </a:moveTo>
                  <a:cubicBezTo>
                    <a:pt x="2288" y="1115"/>
                    <a:pt x="2129" y="1592"/>
                    <a:pt x="1651" y="1751"/>
                  </a:cubicBezTo>
                  <a:cubicBezTo>
                    <a:pt x="1194" y="1891"/>
                    <a:pt x="597" y="1652"/>
                    <a:pt x="299" y="1214"/>
                  </a:cubicBezTo>
                  <a:cubicBezTo>
                    <a:pt x="0" y="777"/>
                    <a:pt x="140" y="299"/>
                    <a:pt x="617" y="180"/>
                  </a:cubicBezTo>
                  <a:cubicBezTo>
                    <a:pt x="1094" y="1"/>
                    <a:pt x="1711" y="220"/>
                    <a:pt x="1990" y="677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9240" bIns="39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4" name="Google Shape;2089;p29"/>
            <p:cNvSpPr/>
            <p:nvPr/>
          </p:nvSpPr>
          <p:spPr>
            <a:xfrm rot="20227800">
              <a:off x="-538920" y="241200"/>
              <a:ext cx="112320" cy="188280"/>
            </a:xfrm>
            <a:custGeom>
              <a:avLst/>
              <a:gdLst>
                <a:gd name="textAreaLeft" fmla="*/ 0 w 112320"/>
                <a:gd name="textAreaRight" fmla="*/ 112680 w 112320"/>
                <a:gd name="textAreaTop" fmla="*/ 0 h 188280"/>
                <a:gd name="textAreaBottom" fmla="*/ 188640 h 188280"/>
              </a:gdLst>
              <a:ahLst/>
              <a:cxnLst/>
              <a:rect l="textAreaLeft" t="textAreaTop" r="textAreaRight" b="textAreaBottom"/>
              <a:pathLst>
                <a:path w="2706" h="4536">
                  <a:moveTo>
                    <a:pt x="1174" y="4536"/>
                  </a:moveTo>
                  <a:lnTo>
                    <a:pt x="1174" y="4536"/>
                  </a:lnTo>
                  <a:cubicBezTo>
                    <a:pt x="1055" y="4536"/>
                    <a:pt x="955" y="4436"/>
                    <a:pt x="936" y="4337"/>
                  </a:cubicBezTo>
                  <a:lnTo>
                    <a:pt x="1" y="0"/>
                  </a:lnTo>
                  <a:lnTo>
                    <a:pt x="200" y="40"/>
                  </a:lnTo>
                  <a:cubicBezTo>
                    <a:pt x="239" y="40"/>
                    <a:pt x="757" y="100"/>
                    <a:pt x="1314" y="299"/>
                  </a:cubicBezTo>
                  <a:cubicBezTo>
                    <a:pt x="2308" y="696"/>
                    <a:pt x="2607" y="1253"/>
                    <a:pt x="2666" y="1651"/>
                  </a:cubicBezTo>
                  <a:cubicBezTo>
                    <a:pt x="2706" y="1751"/>
                    <a:pt x="2626" y="1850"/>
                    <a:pt x="2527" y="1830"/>
                  </a:cubicBezTo>
                  <a:cubicBezTo>
                    <a:pt x="2428" y="1830"/>
                    <a:pt x="2328" y="1731"/>
                    <a:pt x="2308" y="1631"/>
                  </a:cubicBezTo>
                  <a:cubicBezTo>
                    <a:pt x="2248" y="1253"/>
                    <a:pt x="1890" y="935"/>
                    <a:pt x="1274" y="676"/>
                  </a:cubicBezTo>
                  <a:cubicBezTo>
                    <a:pt x="975" y="557"/>
                    <a:pt x="677" y="497"/>
                    <a:pt x="478" y="458"/>
                  </a:cubicBezTo>
                  <a:lnTo>
                    <a:pt x="1333" y="4337"/>
                  </a:lnTo>
                  <a:cubicBezTo>
                    <a:pt x="1353" y="4456"/>
                    <a:pt x="1274" y="4536"/>
                    <a:pt x="1174" y="4536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5" name="Google Shape;2090;p29"/>
            <p:cNvSpPr/>
            <p:nvPr/>
          </p:nvSpPr>
          <p:spPr>
            <a:xfrm rot="20227800">
              <a:off x="-539280" y="394200"/>
              <a:ext cx="97200" cy="75960"/>
            </a:xfrm>
            <a:custGeom>
              <a:avLst/>
              <a:gdLst>
                <a:gd name="textAreaLeft" fmla="*/ 0 w 97200"/>
                <a:gd name="textAreaRight" fmla="*/ 97560 w 97200"/>
                <a:gd name="textAreaTop" fmla="*/ 0 h 75960"/>
                <a:gd name="textAreaBottom" fmla="*/ 76320 h 75960"/>
              </a:gdLst>
              <a:ahLst/>
              <a:cxnLst/>
              <a:rect l="textAreaLeft" t="textAreaTop" r="textAreaRight" b="textAreaBottom"/>
              <a:pathLst>
                <a:path w="2348" h="1831">
                  <a:moveTo>
                    <a:pt x="2248" y="936"/>
                  </a:moveTo>
                  <a:cubicBezTo>
                    <a:pt x="2348" y="1433"/>
                    <a:pt x="1950" y="1811"/>
                    <a:pt x="1373" y="1831"/>
                  </a:cubicBezTo>
                  <a:cubicBezTo>
                    <a:pt x="1075" y="1831"/>
                    <a:pt x="796" y="1731"/>
                    <a:pt x="557" y="1552"/>
                  </a:cubicBezTo>
                  <a:cubicBezTo>
                    <a:pt x="339" y="1413"/>
                    <a:pt x="160" y="1194"/>
                    <a:pt x="80" y="936"/>
                  </a:cubicBezTo>
                  <a:cubicBezTo>
                    <a:pt x="0" y="697"/>
                    <a:pt x="80" y="458"/>
                    <a:pt x="239" y="299"/>
                  </a:cubicBezTo>
                  <a:cubicBezTo>
                    <a:pt x="378" y="120"/>
                    <a:pt x="637" y="21"/>
                    <a:pt x="935" y="21"/>
                  </a:cubicBezTo>
                  <a:cubicBezTo>
                    <a:pt x="1572" y="1"/>
                    <a:pt x="2149" y="438"/>
                    <a:pt x="2248" y="936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8160" bIns="381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6" name="Google Shape;2091;p29"/>
            <p:cNvSpPr/>
            <p:nvPr/>
          </p:nvSpPr>
          <p:spPr>
            <a:xfrm rot="20227800">
              <a:off x="-743760" y="551880"/>
              <a:ext cx="83160" cy="182520"/>
            </a:xfrm>
            <a:custGeom>
              <a:avLst/>
              <a:gdLst>
                <a:gd name="textAreaLeft" fmla="*/ 0 w 83160"/>
                <a:gd name="textAreaRight" fmla="*/ 83520 w 83160"/>
                <a:gd name="textAreaTop" fmla="*/ 0 h 182520"/>
                <a:gd name="textAreaBottom" fmla="*/ 182880 h 182520"/>
              </a:gdLst>
              <a:ahLst/>
              <a:cxnLst/>
              <a:rect l="textAreaLeft" t="textAreaTop" r="textAreaRight" b="textAreaBottom"/>
              <a:pathLst>
                <a:path w="2010" h="4397">
                  <a:moveTo>
                    <a:pt x="1850" y="4396"/>
                  </a:moveTo>
                  <a:cubicBezTo>
                    <a:pt x="1751" y="4396"/>
                    <a:pt x="1652" y="4317"/>
                    <a:pt x="1632" y="4217"/>
                  </a:cubicBezTo>
                  <a:lnTo>
                    <a:pt x="60" y="239"/>
                  </a:lnTo>
                  <a:cubicBezTo>
                    <a:pt x="0" y="139"/>
                    <a:pt x="60" y="40"/>
                    <a:pt x="160" y="20"/>
                  </a:cubicBezTo>
                  <a:cubicBezTo>
                    <a:pt x="259" y="0"/>
                    <a:pt x="358" y="80"/>
                    <a:pt x="398" y="199"/>
                  </a:cubicBezTo>
                  <a:lnTo>
                    <a:pt x="1950" y="4178"/>
                  </a:lnTo>
                  <a:cubicBezTo>
                    <a:pt x="2010" y="4277"/>
                    <a:pt x="1970" y="4376"/>
                    <a:pt x="1850" y="4396"/>
                  </a:cubicBezTo>
                  <a:cubicBezTo>
                    <a:pt x="1870" y="4376"/>
                    <a:pt x="1850" y="4396"/>
                    <a:pt x="1850" y="4396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7" name="Google Shape;2092;p29"/>
            <p:cNvSpPr/>
            <p:nvPr/>
          </p:nvSpPr>
          <p:spPr>
            <a:xfrm rot="20227800">
              <a:off x="-784800" y="524520"/>
              <a:ext cx="99000" cy="78120"/>
            </a:xfrm>
            <a:custGeom>
              <a:avLst/>
              <a:gdLst>
                <a:gd name="textAreaLeft" fmla="*/ 0 w 99000"/>
                <a:gd name="textAreaRight" fmla="*/ 99360 w 99000"/>
                <a:gd name="textAreaTop" fmla="*/ 0 h 78120"/>
                <a:gd name="textAreaBottom" fmla="*/ 78480 h 78120"/>
              </a:gdLst>
              <a:ahLst/>
              <a:cxnLst/>
              <a:rect l="textAreaLeft" t="textAreaTop" r="textAreaRight" b="textAreaBottom"/>
              <a:pathLst>
                <a:path w="2388" h="1891">
                  <a:moveTo>
                    <a:pt x="199" y="1055"/>
                  </a:moveTo>
                  <a:cubicBezTo>
                    <a:pt x="0" y="597"/>
                    <a:pt x="339" y="140"/>
                    <a:pt x="876" y="60"/>
                  </a:cubicBezTo>
                  <a:cubicBezTo>
                    <a:pt x="1453" y="0"/>
                    <a:pt x="2049" y="339"/>
                    <a:pt x="2228" y="836"/>
                  </a:cubicBezTo>
                  <a:cubicBezTo>
                    <a:pt x="2387" y="1333"/>
                    <a:pt x="2069" y="1751"/>
                    <a:pt x="1532" y="1831"/>
                  </a:cubicBezTo>
                  <a:cubicBezTo>
                    <a:pt x="995" y="1890"/>
                    <a:pt x="398" y="1532"/>
                    <a:pt x="199" y="105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9240" bIns="39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8" name="Google Shape;2093;p29"/>
            <p:cNvSpPr/>
            <p:nvPr/>
          </p:nvSpPr>
          <p:spPr>
            <a:xfrm rot="20227800">
              <a:off x="-1113480" y="792360"/>
              <a:ext cx="379440" cy="246240"/>
            </a:xfrm>
            <a:custGeom>
              <a:avLst/>
              <a:gdLst>
                <a:gd name="textAreaLeft" fmla="*/ 0 w 379440"/>
                <a:gd name="textAreaRight" fmla="*/ 379800 w 379440"/>
                <a:gd name="textAreaTop" fmla="*/ 0 h 246240"/>
                <a:gd name="textAreaBottom" fmla="*/ 246600 h 246240"/>
              </a:gdLst>
              <a:ahLst/>
              <a:cxnLst/>
              <a:rect l="textAreaLeft" t="textAreaTop" r="textAreaRight" b="textAreaBottom"/>
              <a:pathLst>
                <a:path w="9132" h="5929">
                  <a:moveTo>
                    <a:pt x="2587" y="5929"/>
                  </a:moveTo>
                  <a:cubicBezTo>
                    <a:pt x="2527" y="5929"/>
                    <a:pt x="2428" y="5869"/>
                    <a:pt x="2368" y="5770"/>
                  </a:cubicBezTo>
                  <a:lnTo>
                    <a:pt x="1" y="1712"/>
                  </a:lnTo>
                  <a:lnTo>
                    <a:pt x="160" y="1672"/>
                  </a:lnTo>
                  <a:cubicBezTo>
                    <a:pt x="2826" y="916"/>
                    <a:pt x="4875" y="419"/>
                    <a:pt x="6864" y="21"/>
                  </a:cubicBezTo>
                  <a:lnTo>
                    <a:pt x="7043" y="1"/>
                  </a:lnTo>
                  <a:lnTo>
                    <a:pt x="9092" y="4238"/>
                  </a:lnTo>
                  <a:cubicBezTo>
                    <a:pt x="9132" y="4337"/>
                    <a:pt x="9112" y="4437"/>
                    <a:pt x="9012" y="4457"/>
                  </a:cubicBezTo>
                  <a:cubicBezTo>
                    <a:pt x="8913" y="4477"/>
                    <a:pt x="8813" y="4397"/>
                    <a:pt x="8774" y="4298"/>
                  </a:cubicBezTo>
                  <a:lnTo>
                    <a:pt x="6864" y="419"/>
                  </a:lnTo>
                  <a:cubicBezTo>
                    <a:pt x="4974" y="796"/>
                    <a:pt x="3005" y="1294"/>
                    <a:pt x="518" y="1990"/>
                  </a:cubicBezTo>
                  <a:lnTo>
                    <a:pt x="2666" y="5710"/>
                  </a:lnTo>
                  <a:cubicBezTo>
                    <a:pt x="2726" y="5809"/>
                    <a:pt x="2686" y="5909"/>
                    <a:pt x="2627" y="5929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9" name="Google Shape;2094;p29"/>
            <p:cNvSpPr/>
            <p:nvPr/>
          </p:nvSpPr>
          <p:spPr>
            <a:xfrm rot="20227800">
              <a:off x="-1018800" y="1031400"/>
              <a:ext cx="87480" cy="75960"/>
            </a:xfrm>
            <a:custGeom>
              <a:avLst/>
              <a:gdLst>
                <a:gd name="textAreaLeft" fmla="*/ 0 w 87480"/>
                <a:gd name="textAreaRight" fmla="*/ 87840 w 87480"/>
                <a:gd name="textAreaTop" fmla="*/ 0 h 75960"/>
                <a:gd name="textAreaBottom" fmla="*/ 76320 h 75960"/>
              </a:gdLst>
              <a:ahLst/>
              <a:cxnLst/>
              <a:rect l="textAreaLeft" t="textAreaTop" r="textAreaRight" b="textAreaBottom"/>
              <a:pathLst>
                <a:path w="2110" h="1832">
                  <a:moveTo>
                    <a:pt x="1851" y="697"/>
                  </a:moveTo>
                  <a:cubicBezTo>
                    <a:pt x="2109" y="1135"/>
                    <a:pt x="1950" y="1572"/>
                    <a:pt x="1513" y="1692"/>
                  </a:cubicBezTo>
                  <a:cubicBezTo>
                    <a:pt x="1055" y="1831"/>
                    <a:pt x="498" y="1572"/>
                    <a:pt x="240" y="1135"/>
                  </a:cubicBezTo>
                  <a:cubicBezTo>
                    <a:pt x="1" y="697"/>
                    <a:pt x="140" y="260"/>
                    <a:pt x="598" y="120"/>
                  </a:cubicBezTo>
                  <a:cubicBezTo>
                    <a:pt x="1035" y="1"/>
                    <a:pt x="1612" y="279"/>
                    <a:pt x="1851" y="697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8160" bIns="381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0" name="Google Shape;2095;p29"/>
            <p:cNvSpPr/>
            <p:nvPr/>
          </p:nvSpPr>
          <p:spPr>
            <a:xfrm rot="20227800">
              <a:off x="-799920" y="870840"/>
              <a:ext cx="86400" cy="74880"/>
            </a:xfrm>
            <a:custGeom>
              <a:avLst/>
              <a:gdLst>
                <a:gd name="textAreaLeft" fmla="*/ 0 w 86400"/>
                <a:gd name="textAreaRight" fmla="*/ 86760 w 86400"/>
                <a:gd name="textAreaTop" fmla="*/ 0 h 74880"/>
                <a:gd name="textAreaBottom" fmla="*/ 75240 h 74880"/>
              </a:gdLst>
              <a:ahLst/>
              <a:cxnLst/>
              <a:rect l="textAreaLeft" t="textAreaTop" r="textAreaRight" b="textAreaBottom"/>
              <a:pathLst>
                <a:path w="2090" h="1811">
                  <a:moveTo>
                    <a:pt x="1850" y="736"/>
                  </a:moveTo>
                  <a:cubicBezTo>
                    <a:pt x="2089" y="1194"/>
                    <a:pt x="1890" y="1651"/>
                    <a:pt x="1433" y="1711"/>
                  </a:cubicBezTo>
                  <a:cubicBezTo>
                    <a:pt x="995" y="1810"/>
                    <a:pt x="438" y="1512"/>
                    <a:pt x="219" y="1074"/>
                  </a:cubicBezTo>
                  <a:cubicBezTo>
                    <a:pt x="0" y="617"/>
                    <a:pt x="199" y="179"/>
                    <a:pt x="637" y="100"/>
                  </a:cubicBezTo>
                  <a:cubicBezTo>
                    <a:pt x="1114" y="0"/>
                    <a:pt x="1652" y="299"/>
                    <a:pt x="1850" y="736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7440" bIns="37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1" name="Google Shape;2096;p29"/>
            <p:cNvSpPr/>
            <p:nvPr/>
          </p:nvSpPr>
          <p:spPr>
            <a:xfrm rot="20227800">
              <a:off x="-910440" y="948960"/>
              <a:ext cx="86400" cy="74880"/>
            </a:xfrm>
            <a:custGeom>
              <a:avLst/>
              <a:gdLst>
                <a:gd name="textAreaLeft" fmla="*/ 0 w 86400"/>
                <a:gd name="textAreaRight" fmla="*/ 86760 w 86400"/>
                <a:gd name="textAreaTop" fmla="*/ 0 h 74880"/>
                <a:gd name="textAreaBottom" fmla="*/ 75240 h 74880"/>
              </a:gdLst>
              <a:ahLst/>
              <a:cxnLst/>
              <a:rect l="textAreaLeft" t="textAreaTop" r="textAreaRight" b="textAreaBottom"/>
              <a:pathLst>
                <a:path w="2090" h="1811">
                  <a:moveTo>
                    <a:pt x="1851" y="717"/>
                  </a:moveTo>
                  <a:cubicBezTo>
                    <a:pt x="2089" y="1174"/>
                    <a:pt x="1910" y="1592"/>
                    <a:pt x="1493" y="1711"/>
                  </a:cubicBezTo>
                  <a:cubicBezTo>
                    <a:pt x="1035" y="1811"/>
                    <a:pt x="498" y="1572"/>
                    <a:pt x="239" y="1114"/>
                  </a:cubicBezTo>
                  <a:cubicBezTo>
                    <a:pt x="1" y="677"/>
                    <a:pt x="180" y="239"/>
                    <a:pt x="617" y="120"/>
                  </a:cubicBezTo>
                  <a:cubicBezTo>
                    <a:pt x="1055" y="0"/>
                    <a:pt x="1612" y="279"/>
                    <a:pt x="1851" y="717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7440" bIns="37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2" name="Google Shape;2097;p29"/>
            <p:cNvSpPr/>
            <p:nvPr/>
          </p:nvSpPr>
          <p:spPr>
            <a:xfrm rot="20227800">
              <a:off x="-974880" y="827280"/>
              <a:ext cx="104040" cy="171000"/>
            </a:xfrm>
            <a:custGeom>
              <a:avLst/>
              <a:gdLst>
                <a:gd name="textAreaLeft" fmla="*/ 0 w 104040"/>
                <a:gd name="textAreaRight" fmla="*/ 104400 w 104040"/>
                <a:gd name="textAreaTop" fmla="*/ 0 h 171000"/>
                <a:gd name="textAreaBottom" fmla="*/ 171360 h 171000"/>
              </a:gdLst>
              <a:ahLst/>
              <a:cxnLst/>
              <a:rect l="textAreaLeft" t="textAreaTop" r="textAreaRight" b="textAreaBottom"/>
              <a:pathLst>
                <a:path w="2508" h="4118">
                  <a:moveTo>
                    <a:pt x="2169" y="4118"/>
                  </a:moveTo>
                  <a:lnTo>
                    <a:pt x="1" y="60"/>
                  </a:lnTo>
                  <a:lnTo>
                    <a:pt x="319" y="0"/>
                  </a:lnTo>
                  <a:lnTo>
                    <a:pt x="2507" y="4038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5680" bIns="85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3" name="Google Shape;2098;p29"/>
            <p:cNvSpPr/>
            <p:nvPr/>
          </p:nvSpPr>
          <p:spPr>
            <a:xfrm rot="20227800">
              <a:off x="-1107000" y="840600"/>
              <a:ext cx="291600" cy="83160"/>
            </a:xfrm>
            <a:custGeom>
              <a:avLst/>
              <a:gdLst>
                <a:gd name="textAreaLeft" fmla="*/ 0 w 291600"/>
                <a:gd name="textAreaRight" fmla="*/ 291960 w 291600"/>
                <a:gd name="textAreaTop" fmla="*/ 0 h 83160"/>
                <a:gd name="textAreaBottom" fmla="*/ 83520 h 83160"/>
              </a:gdLst>
              <a:ahLst/>
              <a:cxnLst/>
              <a:rect l="textAreaLeft" t="textAreaTop" r="textAreaRight" b="textAreaBottom"/>
              <a:pathLst>
                <a:path w="7024" h="2010">
                  <a:moveTo>
                    <a:pt x="260" y="2009"/>
                  </a:moveTo>
                  <a:cubicBezTo>
                    <a:pt x="200" y="2009"/>
                    <a:pt x="100" y="1969"/>
                    <a:pt x="41" y="1870"/>
                  </a:cubicBezTo>
                  <a:cubicBezTo>
                    <a:pt x="1" y="1771"/>
                    <a:pt x="21" y="1671"/>
                    <a:pt x="100" y="1631"/>
                  </a:cubicBezTo>
                  <a:cubicBezTo>
                    <a:pt x="2726" y="915"/>
                    <a:pt x="4775" y="398"/>
                    <a:pt x="6725" y="20"/>
                  </a:cubicBezTo>
                  <a:cubicBezTo>
                    <a:pt x="6824" y="0"/>
                    <a:pt x="6924" y="80"/>
                    <a:pt x="6983" y="179"/>
                  </a:cubicBezTo>
                  <a:cubicBezTo>
                    <a:pt x="7023" y="279"/>
                    <a:pt x="7003" y="378"/>
                    <a:pt x="6904" y="398"/>
                  </a:cubicBezTo>
                  <a:cubicBezTo>
                    <a:pt x="4934" y="776"/>
                    <a:pt x="2905" y="1293"/>
                    <a:pt x="299" y="2009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1760" bIns="41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4" name="Google Shape;2099;p29"/>
            <p:cNvSpPr/>
            <p:nvPr/>
          </p:nvSpPr>
          <p:spPr>
            <a:xfrm rot="20227800">
              <a:off x="-174600" y="399600"/>
              <a:ext cx="185040" cy="231480"/>
            </a:xfrm>
            <a:custGeom>
              <a:avLst/>
              <a:gdLst>
                <a:gd name="textAreaLeft" fmla="*/ 0 w 185040"/>
                <a:gd name="textAreaRight" fmla="*/ 185400 w 185040"/>
                <a:gd name="textAreaTop" fmla="*/ 0 h 231480"/>
                <a:gd name="textAreaBottom" fmla="*/ 231840 h 231480"/>
              </a:gdLst>
              <a:ahLst/>
              <a:cxnLst/>
              <a:rect l="textAreaLeft" t="textAreaTop" r="textAreaRight" b="textAreaBottom"/>
              <a:pathLst>
                <a:path w="4457" h="5571">
                  <a:moveTo>
                    <a:pt x="4138" y="5570"/>
                  </a:moveTo>
                  <a:lnTo>
                    <a:pt x="4078" y="5570"/>
                  </a:lnTo>
                  <a:cubicBezTo>
                    <a:pt x="3979" y="5550"/>
                    <a:pt x="3899" y="5411"/>
                    <a:pt x="3899" y="5312"/>
                  </a:cubicBezTo>
                  <a:lnTo>
                    <a:pt x="4039" y="1273"/>
                  </a:lnTo>
                  <a:cubicBezTo>
                    <a:pt x="2865" y="915"/>
                    <a:pt x="1652" y="637"/>
                    <a:pt x="398" y="438"/>
                  </a:cubicBezTo>
                  <a:lnTo>
                    <a:pt x="776" y="4576"/>
                  </a:lnTo>
                  <a:cubicBezTo>
                    <a:pt x="776" y="4675"/>
                    <a:pt x="697" y="4755"/>
                    <a:pt x="597" y="4755"/>
                  </a:cubicBezTo>
                  <a:cubicBezTo>
                    <a:pt x="498" y="4735"/>
                    <a:pt x="398" y="4635"/>
                    <a:pt x="398" y="4536"/>
                  </a:cubicBezTo>
                  <a:lnTo>
                    <a:pt x="0" y="0"/>
                  </a:lnTo>
                  <a:lnTo>
                    <a:pt x="199" y="20"/>
                  </a:lnTo>
                  <a:cubicBezTo>
                    <a:pt x="1592" y="239"/>
                    <a:pt x="2945" y="557"/>
                    <a:pt x="4258" y="935"/>
                  </a:cubicBezTo>
                  <a:lnTo>
                    <a:pt x="4456" y="995"/>
                  </a:lnTo>
                  <a:lnTo>
                    <a:pt x="4258" y="5451"/>
                  </a:lnTo>
                  <a:cubicBezTo>
                    <a:pt x="4258" y="5510"/>
                    <a:pt x="4198" y="5570"/>
                    <a:pt x="4138" y="557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5" name="Google Shape;2100;p29"/>
            <p:cNvSpPr/>
            <p:nvPr/>
          </p:nvSpPr>
          <p:spPr>
            <a:xfrm rot="20227800">
              <a:off x="-182520" y="577440"/>
              <a:ext cx="75960" cy="7740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77400"/>
                <a:gd name="textAreaBottom" fmla="*/ 77760 h 77400"/>
              </a:gdLst>
              <a:ahLst/>
              <a:cxnLst/>
              <a:rect l="textAreaLeft" t="textAreaTop" r="textAreaRight" b="textAreaBottom"/>
              <a:pathLst>
                <a:path w="1832" h="1871">
                  <a:moveTo>
                    <a:pt x="1791" y="1075"/>
                  </a:moveTo>
                  <a:cubicBezTo>
                    <a:pt x="1831" y="1552"/>
                    <a:pt x="1493" y="1870"/>
                    <a:pt x="1015" y="1791"/>
                  </a:cubicBezTo>
                  <a:cubicBezTo>
                    <a:pt x="578" y="1711"/>
                    <a:pt x="140" y="1273"/>
                    <a:pt x="81" y="796"/>
                  </a:cubicBezTo>
                  <a:cubicBezTo>
                    <a:pt x="1" y="319"/>
                    <a:pt x="339" y="0"/>
                    <a:pt x="836" y="60"/>
                  </a:cubicBezTo>
                  <a:cubicBezTo>
                    <a:pt x="1314" y="120"/>
                    <a:pt x="1771" y="597"/>
                    <a:pt x="1791" y="107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8880" bIns="38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6" name="Google Shape;2101;p29"/>
            <p:cNvSpPr/>
            <p:nvPr/>
          </p:nvSpPr>
          <p:spPr>
            <a:xfrm rot="20227800">
              <a:off x="-32760" y="550440"/>
              <a:ext cx="70920" cy="76680"/>
            </a:xfrm>
            <a:custGeom>
              <a:avLst/>
              <a:gdLst>
                <a:gd name="textAreaLeft" fmla="*/ 0 w 70920"/>
                <a:gd name="textAreaRight" fmla="*/ 71280 w 70920"/>
                <a:gd name="textAreaTop" fmla="*/ 0 h 76680"/>
                <a:gd name="textAreaBottom" fmla="*/ 77040 h 76680"/>
              </a:gdLst>
              <a:ahLst/>
              <a:cxnLst/>
              <a:rect l="textAreaLeft" t="textAreaTop" r="textAreaRight" b="textAreaBottom"/>
              <a:pathLst>
                <a:path w="1712" h="1851">
                  <a:moveTo>
                    <a:pt x="1711" y="1174"/>
                  </a:moveTo>
                  <a:cubicBezTo>
                    <a:pt x="1711" y="1393"/>
                    <a:pt x="1612" y="1592"/>
                    <a:pt x="1433" y="1691"/>
                  </a:cubicBezTo>
                  <a:cubicBezTo>
                    <a:pt x="1294" y="1790"/>
                    <a:pt x="1095" y="1850"/>
                    <a:pt x="836" y="1771"/>
                  </a:cubicBezTo>
                  <a:cubicBezTo>
                    <a:pt x="717" y="1751"/>
                    <a:pt x="617" y="1671"/>
                    <a:pt x="518" y="1611"/>
                  </a:cubicBezTo>
                  <a:cubicBezTo>
                    <a:pt x="418" y="1532"/>
                    <a:pt x="319" y="1472"/>
                    <a:pt x="239" y="1373"/>
                  </a:cubicBezTo>
                  <a:cubicBezTo>
                    <a:pt x="100" y="1174"/>
                    <a:pt x="1" y="935"/>
                    <a:pt x="1" y="696"/>
                  </a:cubicBezTo>
                  <a:cubicBezTo>
                    <a:pt x="1" y="438"/>
                    <a:pt x="80" y="279"/>
                    <a:pt x="239" y="139"/>
                  </a:cubicBezTo>
                  <a:cubicBezTo>
                    <a:pt x="319" y="100"/>
                    <a:pt x="418" y="40"/>
                    <a:pt x="518" y="20"/>
                  </a:cubicBezTo>
                  <a:cubicBezTo>
                    <a:pt x="617" y="0"/>
                    <a:pt x="737" y="20"/>
                    <a:pt x="876" y="40"/>
                  </a:cubicBezTo>
                  <a:cubicBezTo>
                    <a:pt x="1115" y="119"/>
                    <a:pt x="1314" y="279"/>
                    <a:pt x="1473" y="478"/>
                  </a:cubicBezTo>
                  <a:cubicBezTo>
                    <a:pt x="1632" y="696"/>
                    <a:pt x="1711" y="935"/>
                    <a:pt x="1711" y="1174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8520" bIns="38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7" name="Google Shape;2102;p29"/>
            <p:cNvSpPr/>
            <p:nvPr/>
          </p:nvSpPr>
          <p:spPr>
            <a:xfrm rot="20227800">
              <a:off x="1899720" y="623880"/>
              <a:ext cx="185760" cy="253800"/>
            </a:xfrm>
            <a:custGeom>
              <a:avLst/>
              <a:gdLst>
                <a:gd name="textAreaLeft" fmla="*/ 0 w 185760"/>
                <a:gd name="textAreaRight" fmla="*/ 186120 w 185760"/>
                <a:gd name="textAreaTop" fmla="*/ 0 h 253800"/>
                <a:gd name="textAreaBottom" fmla="*/ 254160 h 253800"/>
              </a:gdLst>
              <a:ahLst/>
              <a:cxnLst/>
              <a:rect l="textAreaLeft" t="textAreaTop" r="textAreaRight" b="textAreaBottom"/>
              <a:pathLst>
                <a:path w="4477" h="6109">
                  <a:moveTo>
                    <a:pt x="4337" y="6108"/>
                  </a:moveTo>
                  <a:lnTo>
                    <a:pt x="4337" y="6108"/>
                  </a:lnTo>
                  <a:cubicBezTo>
                    <a:pt x="4238" y="6108"/>
                    <a:pt x="4118" y="5989"/>
                    <a:pt x="4098" y="5869"/>
                  </a:cubicBezTo>
                  <a:lnTo>
                    <a:pt x="3581" y="956"/>
                  </a:lnTo>
                  <a:cubicBezTo>
                    <a:pt x="2567" y="856"/>
                    <a:pt x="1512" y="717"/>
                    <a:pt x="398" y="518"/>
                  </a:cubicBezTo>
                  <a:lnTo>
                    <a:pt x="597" y="5292"/>
                  </a:lnTo>
                  <a:cubicBezTo>
                    <a:pt x="597" y="5412"/>
                    <a:pt x="518" y="5491"/>
                    <a:pt x="418" y="5491"/>
                  </a:cubicBezTo>
                  <a:cubicBezTo>
                    <a:pt x="319" y="5471"/>
                    <a:pt x="259" y="5332"/>
                    <a:pt x="219" y="5213"/>
                  </a:cubicBezTo>
                  <a:lnTo>
                    <a:pt x="0" y="1"/>
                  </a:lnTo>
                  <a:lnTo>
                    <a:pt x="179" y="21"/>
                  </a:lnTo>
                  <a:cubicBezTo>
                    <a:pt x="1433" y="260"/>
                    <a:pt x="2586" y="419"/>
                    <a:pt x="3681" y="518"/>
                  </a:cubicBezTo>
                  <a:lnTo>
                    <a:pt x="3860" y="538"/>
                  </a:lnTo>
                  <a:lnTo>
                    <a:pt x="4417" y="5909"/>
                  </a:lnTo>
                  <a:cubicBezTo>
                    <a:pt x="4476" y="6028"/>
                    <a:pt x="4436" y="6108"/>
                    <a:pt x="4337" y="610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8" name="Google Shape;2103;p29"/>
            <p:cNvSpPr/>
            <p:nvPr/>
          </p:nvSpPr>
          <p:spPr>
            <a:xfrm rot="20227800">
              <a:off x="1887480" y="825480"/>
              <a:ext cx="80640" cy="88920"/>
            </a:xfrm>
            <a:custGeom>
              <a:avLst/>
              <a:gdLst>
                <a:gd name="textAreaLeft" fmla="*/ 0 w 80640"/>
                <a:gd name="textAreaRight" fmla="*/ 81000 w 80640"/>
                <a:gd name="textAreaTop" fmla="*/ 0 h 88920"/>
                <a:gd name="textAreaBottom" fmla="*/ 89280 h 88920"/>
              </a:gdLst>
              <a:ahLst/>
              <a:cxnLst/>
              <a:rect l="textAreaLeft" t="textAreaTop" r="textAreaRight" b="textAreaBottom"/>
              <a:pathLst>
                <a:path w="1950" h="2149">
                  <a:moveTo>
                    <a:pt x="1910" y="1293"/>
                  </a:moveTo>
                  <a:cubicBezTo>
                    <a:pt x="1950" y="1572"/>
                    <a:pt x="1850" y="1791"/>
                    <a:pt x="1671" y="1950"/>
                  </a:cubicBezTo>
                  <a:cubicBezTo>
                    <a:pt x="1492" y="2089"/>
                    <a:pt x="1273" y="2149"/>
                    <a:pt x="995" y="2069"/>
                  </a:cubicBezTo>
                  <a:cubicBezTo>
                    <a:pt x="716" y="1990"/>
                    <a:pt x="478" y="1811"/>
                    <a:pt x="299" y="1592"/>
                  </a:cubicBezTo>
                  <a:cubicBezTo>
                    <a:pt x="120" y="1373"/>
                    <a:pt x="0" y="1075"/>
                    <a:pt x="0" y="816"/>
                  </a:cubicBezTo>
                  <a:cubicBezTo>
                    <a:pt x="0" y="557"/>
                    <a:pt x="100" y="319"/>
                    <a:pt x="279" y="199"/>
                  </a:cubicBezTo>
                  <a:cubicBezTo>
                    <a:pt x="458" y="80"/>
                    <a:pt x="677" y="0"/>
                    <a:pt x="915" y="80"/>
                  </a:cubicBezTo>
                  <a:cubicBezTo>
                    <a:pt x="1174" y="159"/>
                    <a:pt x="1413" y="299"/>
                    <a:pt x="1592" y="518"/>
                  </a:cubicBezTo>
                  <a:cubicBezTo>
                    <a:pt x="1791" y="756"/>
                    <a:pt x="1890" y="995"/>
                    <a:pt x="1910" y="129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4640" bIns="446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9" name="Google Shape;2104;p29"/>
            <p:cNvSpPr/>
            <p:nvPr/>
          </p:nvSpPr>
          <p:spPr>
            <a:xfrm rot="20227800">
              <a:off x="2047320" y="789840"/>
              <a:ext cx="83160" cy="88920"/>
            </a:xfrm>
            <a:custGeom>
              <a:avLst/>
              <a:gdLst>
                <a:gd name="textAreaLeft" fmla="*/ 0 w 83160"/>
                <a:gd name="textAreaRight" fmla="*/ 83520 w 83160"/>
                <a:gd name="textAreaTop" fmla="*/ 0 h 88920"/>
                <a:gd name="textAreaBottom" fmla="*/ 89280 h 88920"/>
              </a:gdLst>
              <a:ahLst/>
              <a:cxnLst/>
              <a:rect l="textAreaLeft" t="textAreaTop" r="textAreaRight" b="textAreaBottom"/>
              <a:pathLst>
                <a:path w="2010" h="2149">
                  <a:moveTo>
                    <a:pt x="1950" y="1174"/>
                  </a:moveTo>
                  <a:cubicBezTo>
                    <a:pt x="2010" y="1751"/>
                    <a:pt x="1652" y="2149"/>
                    <a:pt x="1095" y="2089"/>
                  </a:cubicBezTo>
                  <a:cubicBezTo>
                    <a:pt x="577" y="2049"/>
                    <a:pt x="100" y="1492"/>
                    <a:pt x="60" y="955"/>
                  </a:cubicBezTo>
                  <a:cubicBezTo>
                    <a:pt x="0" y="378"/>
                    <a:pt x="398" y="0"/>
                    <a:pt x="896" y="60"/>
                  </a:cubicBezTo>
                  <a:cubicBezTo>
                    <a:pt x="1393" y="100"/>
                    <a:pt x="1870" y="597"/>
                    <a:pt x="1950" y="1174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4640" bIns="446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0" name="Google Shape;2105;p29"/>
            <p:cNvSpPr/>
            <p:nvPr/>
          </p:nvSpPr>
          <p:spPr>
            <a:xfrm rot="20227800">
              <a:off x="219960" y="336240"/>
              <a:ext cx="120600" cy="178560"/>
            </a:xfrm>
            <a:custGeom>
              <a:avLst/>
              <a:gdLst>
                <a:gd name="textAreaLeft" fmla="*/ 0 w 120600"/>
                <a:gd name="textAreaRight" fmla="*/ 120960 w 120600"/>
                <a:gd name="textAreaTop" fmla="*/ 0 h 178560"/>
                <a:gd name="textAreaBottom" fmla="*/ 178920 h 178560"/>
              </a:gdLst>
              <a:ahLst/>
              <a:cxnLst/>
              <a:rect l="textAreaLeft" t="textAreaTop" r="textAreaRight" b="textAreaBottom"/>
              <a:pathLst>
                <a:path w="2905" h="4298">
                  <a:moveTo>
                    <a:pt x="259" y="4297"/>
                  </a:moveTo>
                  <a:cubicBezTo>
                    <a:pt x="219" y="4297"/>
                    <a:pt x="179" y="4297"/>
                    <a:pt x="160" y="4257"/>
                  </a:cubicBezTo>
                  <a:cubicBezTo>
                    <a:pt x="60" y="4217"/>
                    <a:pt x="0" y="4078"/>
                    <a:pt x="20" y="3979"/>
                  </a:cubicBezTo>
                  <a:lnTo>
                    <a:pt x="1194" y="0"/>
                  </a:lnTo>
                  <a:lnTo>
                    <a:pt x="1393" y="139"/>
                  </a:lnTo>
                  <a:cubicBezTo>
                    <a:pt x="1413" y="159"/>
                    <a:pt x="1870" y="458"/>
                    <a:pt x="2268" y="935"/>
                  </a:cubicBezTo>
                  <a:cubicBezTo>
                    <a:pt x="2487" y="1194"/>
                    <a:pt x="2666" y="1472"/>
                    <a:pt x="2766" y="1751"/>
                  </a:cubicBezTo>
                  <a:cubicBezTo>
                    <a:pt x="2885" y="2069"/>
                    <a:pt x="2905" y="2427"/>
                    <a:pt x="2785" y="2686"/>
                  </a:cubicBezTo>
                  <a:cubicBezTo>
                    <a:pt x="2766" y="2785"/>
                    <a:pt x="2646" y="2825"/>
                    <a:pt x="2547" y="2745"/>
                  </a:cubicBezTo>
                  <a:cubicBezTo>
                    <a:pt x="2427" y="2666"/>
                    <a:pt x="2388" y="2547"/>
                    <a:pt x="2427" y="2447"/>
                  </a:cubicBezTo>
                  <a:cubicBezTo>
                    <a:pt x="2547" y="2228"/>
                    <a:pt x="2467" y="1970"/>
                    <a:pt x="2407" y="1830"/>
                  </a:cubicBezTo>
                  <a:cubicBezTo>
                    <a:pt x="2348" y="1631"/>
                    <a:pt x="2189" y="1413"/>
                    <a:pt x="1990" y="1174"/>
                  </a:cubicBezTo>
                  <a:cubicBezTo>
                    <a:pt x="1791" y="935"/>
                    <a:pt x="1572" y="756"/>
                    <a:pt x="1413" y="637"/>
                  </a:cubicBezTo>
                  <a:lnTo>
                    <a:pt x="378" y="4198"/>
                  </a:lnTo>
                  <a:cubicBezTo>
                    <a:pt x="358" y="4257"/>
                    <a:pt x="299" y="4297"/>
                    <a:pt x="259" y="4297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9280" bIns="892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1" name="Google Shape;2106;p29"/>
            <p:cNvSpPr/>
            <p:nvPr/>
          </p:nvSpPr>
          <p:spPr>
            <a:xfrm rot="20227800">
              <a:off x="187920" y="469440"/>
              <a:ext cx="84240" cy="9252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92520"/>
                <a:gd name="textAreaBottom" fmla="*/ 92880 h 92520"/>
              </a:gdLst>
              <a:ahLst/>
              <a:cxnLst/>
              <a:rect l="textAreaLeft" t="textAreaTop" r="textAreaRight" b="textAreaBottom"/>
              <a:pathLst>
                <a:path w="2030" h="2229">
                  <a:moveTo>
                    <a:pt x="1890" y="1632"/>
                  </a:moveTo>
                  <a:cubicBezTo>
                    <a:pt x="1731" y="2069"/>
                    <a:pt x="1274" y="2228"/>
                    <a:pt x="796" y="1950"/>
                  </a:cubicBezTo>
                  <a:cubicBezTo>
                    <a:pt x="319" y="1691"/>
                    <a:pt x="1" y="1114"/>
                    <a:pt x="100" y="657"/>
                  </a:cubicBezTo>
                  <a:cubicBezTo>
                    <a:pt x="200" y="179"/>
                    <a:pt x="697" y="0"/>
                    <a:pt x="1214" y="279"/>
                  </a:cubicBezTo>
                  <a:cubicBezTo>
                    <a:pt x="1711" y="557"/>
                    <a:pt x="2030" y="1174"/>
                    <a:pt x="1890" y="1632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440" bIns="46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2" name="Google Shape;2107;p29"/>
            <p:cNvSpPr/>
            <p:nvPr/>
          </p:nvSpPr>
          <p:spPr>
            <a:xfrm rot="20227800">
              <a:off x="2358360" y="664920"/>
              <a:ext cx="99000" cy="229680"/>
            </a:xfrm>
            <a:custGeom>
              <a:avLst/>
              <a:gdLst>
                <a:gd name="textAreaLeft" fmla="*/ 0 w 99000"/>
                <a:gd name="textAreaRight" fmla="*/ 99360 w 99000"/>
                <a:gd name="textAreaTop" fmla="*/ 0 h 229680"/>
                <a:gd name="textAreaBottom" fmla="*/ 230040 h 229680"/>
              </a:gdLst>
              <a:ahLst/>
              <a:cxnLst/>
              <a:rect l="textAreaLeft" t="textAreaTop" r="textAreaRight" b="textAreaBottom"/>
              <a:pathLst>
                <a:path w="2388" h="5531">
                  <a:moveTo>
                    <a:pt x="1234" y="5530"/>
                  </a:moveTo>
                  <a:cubicBezTo>
                    <a:pt x="1134" y="5530"/>
                    <a:pt x="1055" y="5431"/>
                    <a:pt x="1035" y="5291"/>
                  </a:cubicBezTo>
                  <a:lnTo>
                    <a:pt x="1" y="0"/>
                  </a:lnTo>
                  <a:lnTo>
                    <a:pt x="200" y="20"/>
                  </a:lnTo>
                  <a:cubicBezTo>
                    <a:pt x="239" y="20"/>
                    <a:pt x="657" y="60"/>
                    <a:pt x="1134" y="259"/>
                  </a:cubicBezTo>
                  <a:cubicBezTo>
                    <a:pt x="1791" y="517"/>
                    <a:pt x="2229" y="1015"/>
                    <a:pt x="2368" y="1691"/>
                  </a:cubicBezTo>
                  <a:cubicBezTo>
                    <a:pt x="2388" y="1810"/>
                    <a:pt x="2348" y="1950"/>
                    <a:pt x="2248" y="1969"/>
                  </a:cubicBezTo>
                  <a:cubicBezTo>
                    <a:pt x="2149" y="1989"/>
                    <a:pt x="2050" y="1890"/>
                    <a:pt x="2030" y="1731"/>
                  </a:cubicBezTo>
                  <a:cubicBezTo>
                    <a:pt x="1930" y="1273"/>
                    <a:pt x="1592" y="915"/>
                    <a:pt x="1075" y="696"/>
                  </a:cubicBezTo>
                  <a:cubicBezTo>
                    <a:pt x="836" y="597"/>
                    <a:pt x="597" y="557"/>
                    <a:pt x="458" y="517"/>
                  </a:cubicBezTo>
                  <a:lnTo>
                    <a:pt x="1373" y="5272"/>
                  </a:lnTo>
                  <a:cubicBezTo>
                    <a:pt x="1373" y="5391"/>
                    <a:pt x="1333" y="5530"/>
                    <a:pt x="1234" y="553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3" name="Google Shape;2108;p29"/>
            <p:cNvSpPr/>
            <p:nvPr/>
          </p:nvSpPr>
          <p:spPr>
            <a:xfrm rot="20227800">
              <a:off x="2370960" y="844560"/>
              <a:ext cx="93240" cy="94680"/>
            </a:xfrm>
            <a:custGeom>
              <a:avLst/>
              <a:gdLst>
                <a:gd name="textAreaLeft" fmla="*/ 0 w 93240"/>
                <a:gd name="textAreaRight" fmla="*/ 93600 w 93240"/>
                <a:gd name="textAreaTop" fmla="*/ 0 h 94680"/>
                <a:gd name="textAreaBottom" fmla="*/ 95040 h 94680"/>
              </a:gdLst>
              <a:ahLst/>
              <a:cxnLst/>
              <a:rect l="textAreaLeft" t="textAreaTop" r="textAreaRight" b="textAreaBottom"/>
              <a:pathLst>
                <a:path w="2249" h="2289">
                  <a:moveTo>
                    <a:pt x="2129" y="1075"/>
                  </a:moveTo>
                  <a:cubicBezTo>
                    <a:pt x="2249" y="1671"/>
                    <a:pt x="1890" y="2228"/>
                    <a:pt x="1314" y="2268"/>
                  </a:cubicBezTo>
                  <a:cubicBezTo>
                    <a:pt x="737" y="2288"/>
                    <a:pt x="200" y="1831"/>
                    <a:pt x="100" y="1194"/>
                  </a:cubicBezTo>
                  <a:cubicBezTo>
                    <a:pt x="1" y="577"/>
                    <a:pt x="359" y="80"/>
                    <a:pt x="916" y="60"/>
                  </a:cubicBezTo>
                  <a:cubicBezTo>
                    <a:pt x="1493" y="0"/>
                    <a:pt x="2010" y="458"/>
                    <a:pt x="2129" y="107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7520" bIns="47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4" name="Google Shape;2109;p29"/>
            <p:cNvSpPr/>
            <p:nvPr/>
          </p:nvSpPr>
          <p:spPr>
            <a:xfrm rot="20227800">
              <a:off x="1511280" y="601560"/>
              <a:ext cx="99720" cy="202320"/>
            </a:xfrm>
            <a:custGeom>
              <a:avLst/>
              <a:gdLst>
                <a:gd name="textAreaLeft" fmla="*/ 0 w 99720"/>
                <a:gd name="textAreaRight" fmla="*/ 100080 w 99720"/>
                <a:gd name="textAreaTop" fmla="*/ 0 h 202320"/>
                <a:gd name="textAreaBottom" fmla="*/ 202680 h 202320"/>
              </a:gdLst>
              <a:ahLst/>
              <a:cxnLst/>
              <a:rect l="textAreaLeft" t="textAreaTop" r="textAreaRight" b="textAreaBottom"/>
              <a:pathLst>
                <a:path w="2408" h="4874">
                  <a:moveTo>
                    <a:pt x="220" y="4874"/>
                  </a:moveTo>
                  <a:cubicBezTo>
                    <a:pt x="200" y="4874"/>
                    <a:pt x="180" y="4874"/>
                    <a:pt x="140" y="4834"/>
                  </a:cubicBezTo>
                  <a:cubicBezTo>
                    <a:pt x="41" y="4794"/>
                    <a:pt x="1" y="4675"/>
                    <a:pt x="1" y="4536"/>
                  </a:cubicBezTo>
                  <a:lnTo>
                    <a:pt x="797" y="0"/>
                  </a:lnTo>
                  <a:lnTo>
                    <a:pt x="996" y="139"/>
                  </a:lnTo>
                  <a:cubicBezTo>
                    <a:pt x="996" y="139"/>
                    <a:pt x="1095" y="219"/>
                    <a:pt x="1214" y="318"/>
                  </a:cubicBezTo>
                  <a:cubicBezTo>
                    <a:pt x="1314" y="398"/>
                    <a:pt x="1493" y="557"/>
                    <a:pt x="1692" y="796"/>
                  </a:cubicBezTo>
                  <a:cubicBezTo>
                    <a:pt x="2189" y="1353"/>
                    <a:pt x="2408" y="1989"/>
                    <a:pt x="2328" y="2546"/>
                  </a:cubicBezTo>
                  <a:cubicBezTo>
                    <a:pt x="2308" y="2686"/>
                    <a:pt x="2229" y="2725"/>
                    <a:pt x="2129" y="2686"/>
                  </a:cubicBezTo>
                  <a:cubicBezTo>
                    <a:pt x="2030" y="2626"/>
                    <a:pt x="1970" y="2507"/>
                    <a:pt x="1990" y="2387"/>
                  </a:cubicBezTo>
                  <a:cubicBezTo>
                    <a:pt x="2030" y="1950"/>
                    <a:pt x="1871" y="1512"/>
                    <a:pt x="1493" y="1094"/>
                  </a:cubicBezTo>
                  <a:cubicBezTo>
                    <a:pt x="1314" y="895"/>
                    <a:pt x="1135" y="736"/>
                    <a:pt x="1075" y="657"/>
                  </a:cubicBezTo>
                  <a:lnTo>
                    <a:pt x="339" y="4735"/>
                  </a:lnTo>
                  <a:cubicBezTo>
                    <a:pt x="339" y="4814"/>
                    <a:pt x="299" y="4874"/>
                    <a:pt x="220" y="4874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5" name="Google Shape;2110;p29"/>
            <p:cNvSpPr/>
            <p:nvPr/>
          </p:nvSpPr>
          <p:spPr>
            <a:xfrm rot="20227800">
              <a:off x="1477800" y="749520"/>
              <a:ext cx="87480" cy="102960"/>
            </a:xfrm>
            <a:custGeom>
              <a:avLst/>
              <a:gdLst>
                <a:gd name="textAreaLeft" fmla="*/ 0 w 87480"/>
                <a:gd name="textAreaRight" fmla="*/ 87840 w 87480"/>
                <a:gd name="textAreaTop" fmla="*/ 0 h 102960"/>
                <a:gd name="textAreaBottom" fmla="*/ 103320 h 102960"/>
              </a:gdLst>
              <a:ahLst/>
              <a:cxnLst/>
              <a:rect l="textAreaLeft" t="textAreaTop" r="textAreaRight" b="textAreaBottom"/>
              <a:pathLst>
                <a:path w="2110" h="2488">
                  <a:moveTo>
                    <a:pt x="2030" y="1771"/>
                  </a:moveTo>
                  <a:cubicBezTo>
                    <a:pt x="1950" y="2289"/>
                    <a:pt x="1433" y="2488"/>
                    <a:pt x="876" y="2149"/>
                  </a:cubicBezTo>
                  <a:cubicBezTo>
                    <a:pt x="339" y="1831"/>
                    <a:pt x="1" y="1155"/>
                    <a:pt x="100" y="657"/>
                  </a:cubicBezTo>
                  <a:cubicBezTo>
                    <a:pt x="240" y="160"/>
                    <a:pt x="737" y="1"/>
                    <a:pt x="1234" y="299"/>
                  </a:cubicBezTo>
                  <a:cubicBezTo>
                    <a:pt x="1771" y="578"/>
                    <a:pt x="2109" y="1214"/>
                    <a:pt x="2030" y="177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1480" bIns="51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6" name="Google Shape;2111;p29"/>
            <p:cNvSpPr/>
            <p:nvPr/>
          </p:nvSpPr>
          <p:spPr>
            <a:xfrm rot="20227800">
              <a:off x="1142640" y="729000"/>
              <a:ext cx="88920" cy="162720"/>
            </a:xfrm>
            <a:custGeom>
              <a:avLst/>
              <a:gdLst>
                <a:gd name="textAreaLeft" fmla="*/ 0 w 88920"/>
                <a:gd name="textAreaRight" fmla="*/ 89280 w 88920"/>
                <a:gd name="textAreaTop" fmla="*/ 0 h 162720"/>
                <a:gd name="textAreaBottom" fmla="*/ 163080 h 162720"/>
              </a:gdLst>
              <a:ahLst/>
              <a:cxnLst/>
              <a:rect l="textAreaLeft" t="textAreaTop" r="textAreaRight" b="textAreaBottom"/>
              <a:pathLst>
                <a:path w="2149" h="3920">
                  <a:moveTo>
                    <a:pt x="239" y="3919"/>
                  </a:moveTo>
                  <a:cubicBezTo>
                    <a:pt x="199" y="3919"/>
                    <a:pt x="160" y="3880"/>
                    <a:pt x="120" y="3860"/>
                  </a:cubicBezTo>
                  <a:cubicBezTo>
                    <a:pt x="20" y="3780"/>
                    <a:pt x="0" y="3641"/>
                    <a:pt x="40" y="3561"/>
                  </a:cubicBezTo>
                  <a:lnTo>
                    <a:pt x="1791" y="100"/>
                  </a:lnTo>
                  <a:cubicBezTo>
                    <a:pt x="1831" y="1"/>
                    <a:pt x="1930" y="1"/>
                    <a:pt x="2029" y="80"/>
                  </a:cubicBezTo>
                  <a:cubicBezTo>
                    <a:pt x="2129" y="160"/>
                    <a:pt x="2149" y="299"/>
                    <a:pt x="2109" y="379"/>
                  </a:cubicBezTo>
                  <a:lnTo>
                    <a:pt x="358" y="3840"/>
                  </a:lnTo>
                  <a:cubicBezTo>
                    <a:pt x="319" y="3880"/>
                    <a:pt x="299" y="3919"/>
                    <a:pt x="239" y="3919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1360" bIns="81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7" name="Google Shape;2112;p29"/>
            <p:cNvSpPr/>
            <p:nvPr/>
          </p:nvSpPr>
          <p:spPr>
            <a:xfrm rot="20227800">
              <a:off x="1188000" y="696240"/>
              <a:ext cx="86400" cy="96480"/>
            </a:xfrm>
            <a:custGeom>
              <a:avLst/>
              <a:gdLst>
                <a:gd name="textAreaLeft" fmla="*/ 0 w 86400"/>
                <a:gd name="textAreaRight" fmla="*/ 86760 w 86400"/>
                <a:gd name="textAreaTop" fmla="*/ 0 h 96480"/>
                <a:gd name="textAreaBottom" fmla="*/ 96840 h 96480"/>
              </a:gdLst>
              <a:ahLst/>
              <a:cxnLst/>
              <a:rect l="textAreaLeft" t="textAreaTop" r="textAreaRight" b="textAreaBottom"/>
              <a:pathLst>
                <a:path w="2090" h="2329">
                  <a:moveTo>
                    <a:pt x="120" y="319"/>
                  </a:moveTo>
                  <a:cubicBezTo>
                    <a:pt x="219" y="120"/>
                    <a:pt x="418" y="1"/>
                    <a:pt x="657" y="21"/>
                  </a:cubicBezTo>
                  <a:cubicBezTo>
                    <a:pt x="876" y="21"/>
                    <a:pt x="1115" y="140"/>
                    <a:pt x="1373" y="319"/>
                  </a:cubicBezTo>
                  <a:cubicBezTo>
                    <a:pt x="1851" y="717"/>
                    <a:pt x="2089" y="1413"/>
                    <a:pt x="1890" y="1871"/>
                  </a:cubicBezTo>
                  <a:cubicBezTo>
                    <a:pt x="1711" y="2308"/>
                    <a:pt x="1154" y="2328"/>
                    <a:pt x="617" y="1891"/>
                  </a:cubicBezTo>
                  <a:cubicBezTo>
                    <a:pt x="379" y="1692"/>
                    <a:pt x="180" y="1373"/>
                    <a:pt x="100" y="1095"/>
                  </a:cubicBezTo>
                  <a:cubicBezTo>
                    <a:pt x="21" y="816"/>
                    <a:pt x="1" y="538"/>
                    <a:pt x="120" y="319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8240" bIns="48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8" name="Google Shape;2113;p29"/>
            <p:cNvSpPr/>
            <p:nvPr/>
          </p:nvSpPr>
          <p:spPr>
            <a:xfrm rot="20227800">
              <a:off x="551160" y="509400"/>
              <a:ext cx="362880" cy="416520"/>
            </a:xfrm>
            <a:custGeom>
              <a:avLst/>
              <a:gdLst>
                <a:gd name="textAreaLeft" fmla="*/ 0 w 362880"/>
                <a:gd name="textAreaRight" fmla="*/ 363240 w 362880"/>
                <a:gd name="textAreaTop" fmla="*/ 0 h 416520"/>
                <a:gd name="textAreaBottom" fmla="*/ 416880 h 416520"/>
              </a:gdLst>
              <a:ahLst/>
              <a:cxnLst/>
              <a:rect l="textAreaLeft" t="textAreaTop" r="textAreaRight" b="textAreaBottom"/>
              <a:pathLst>
                <a:path w="8734" h="10027">
                  <a:moveTo>
                    <a:pt x="6287" y="10027"/>
                  </a:moveTo>
                  <a:cubicBezTo>
                    <a:pt x="6247" y="10027"/>
                    <a:pt x="6187" y="10007"/>
                    <a:pt x="6148" y="9947"/>
                  </a:cubicBezTo>
                  <a:cubicBezTo>
                    <a:pt x="6068" y="9848"/>
                    <a:pt x="6048" y="9729"/>
                    <a:pt x="6088" y="9649"/>
                  </a:cubicBezTo>
                  <a:lnTo>
                    <a:pt x="8236" y="6705"/>
                  </a:lnTo>
                  <a:cubicBezTo>
                    <a:pt x="7620" y="6028"/>
                    <a:pt x="6983" y="5372"/>
                    <a:pt x="6386" y="4735"/>
                  </a:cubicBezTo>
                  <a:cubicBezTo>
                    <a:pt x="5034" y="3263"/>
                    <a:pt x="3701" y="1891"/>
                    <a:pt x="2368" y="598"/>
                  </a:cubicBezTo>
                  <a:lnTo>
                    <a:pt x="379" y="3661"/>
                  </a:lnTo>
                  <a:cubicBezTo>
                    <a:pt x="319" y="3741"/>
                    <a:pt x="200" y="3741"/>
                    <a:pt x="120" y="3661"/>
                  </a:cubicBezTo>
                  <a:cubicBezTo>
                    <a:pt x="21" y="3582"/>
                    <a:pt x="1" y="3442"/>
                    <a:pt x="41" y="3363"/>
                  </a:cubicBezTo>
                  <a:lnTo>
                    <a:pt x="2229" y="1"/>
                  </a:lnTo>
                  <a:lnTo>
                    <a:pt x="2388" y="160"/>
                  </a:lnTo>
                  <a:cubicBezTo>
                    <a:pt x="3800" y="1493"/>
                    <a:pt x="5153" y="2925"/>
                    <a:pt x="6585" y="4437"/>
                  </a:cubicBezTo>
                  <a:cubicBezTo>
                    <a:pt x="7242" y="5133"/>
                    <a:pt x="7898" y="5849"/>
                    <a:pt x="8575" y="6566"/>
                  </a:cubicBezTo>
                  <a:lnTo>
                    <a:pt x="8734" y="6725"/>
                  </a:lnTo>
                  <a:lnTo>
                    <a:pt x="6386" y="9947"/>
                  </a:lnTo>
                  <a:cubicBezTo>
                    <a:pt x="6386" y="10007"/>
                    <a:pt x="6347" y="10027"/>
                    <a:pt x="6287" y="10027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9" name="Google Shape;2114;p29"/>
            <p:cNvSpPr/>
            <p:nvPr/>
          </p:nvSpPr>
          <p:spPr>
            <a:xfrm rot="20227800">
              <a:off x="484200" y="675000"/>
              <a:ext cx="73440" cy="81720"/>
            </a:xfrm>
            <a:custGeom>
              <a:avLst/>
              <a:gdLst>
                <a:gd name="textAreaLeft" fmla="*/ 0 w 73440"/>
                <a:gd name="textAreaRight" fmla="*/ 73800 w 73440"/>
                <a:gd name="textAreaTop" fmla="*/ 0 h 81720"/>
                <a:gd name="textAreaBottom" fmla="*/ 82080 h 81720"/>
              </a:gdLst>
              <a:ahLst/>
              <a:cxnLst/>
              <a:rect l="textAreaLeft" t="textAreaTop" r="textAreaRight" b="textAreaBottom"/>
              <a:pathLst>
                <a:path w="1771" h="1970">
                  <a:moveTo>
                    <a:pt x="1651" y="1731"/>
                  </a:moveTo>
                  <a:cubicBezTo>
                    <a:pt x="1512" y="1910"/>
                    <a:pt x="1353" y="1970"/>
                    <a:pt x="1154" y="1970"/>
                  </a:cubicBezTo>
                  <a:cubicBezTo>
                    <a:pt x="955" y="1970"/>
                    <a:pt x="716" y="1870"/>
                    <a:pt x="517" y="1711"/>
                  </a:cubicBezTo>
                  <a:cubicBezTo>
                    <a:pt x="120" y="1333"/>
                    <a:pt x="0" y="776"/>
                    <a:pt x="219" y="418"/>
                  </a:cubicBezTo>
                  <a:cubicBezTo>
                    <a:pt x="458" y="40"/>
                    <a:pt x="955" y="0"/>
                    <a:pt x="1353" y="418"/>
                  </a:cubicBezTo>
                  <a:cubicBezTo>
                    <a:pt x="1532" y="617"/>
                    <a:pt x="1691" y="836"/>
                    <a:pt x="1731" y="1074"/>
                  </a:cubicBezTo>
                  <a:cubicBezTo>
                    <a:pt x="1771" y="1333"/>
                    <a:pt x="1751" y="1552"/>
                    <a:pt x="1651" y="173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1040" bIns="41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0" name="Google Shape;2115;p29"/>
            <p:cNvSpPr/>
            <p:nvPr/>
          </p:nvSpPr>
          <p:spPr>
            <a:xfrm rot="20227800">
              <a:off x="805320" y="805680"/>
              <a:ext cx="90000" cy="102240"/>
            </a:xfrm>
            <a:custGeom>
              <a:avLst/>
              <a:gdLst>
                <a:gd name="textAreaLeft" fmla="*/ 0 w 90000"/>
                <a:gd name="textAreaRight" fmla="*/ 90360 w 90000"/>
                <a:gd name="textAreaTop" fmla="*/ 0 h 102240"/>
                <a:gd name="textAreaBottom" fmla="*/ 102600 h 102240"/>
              </a:gdLst>
              <a:ahLst/>
              <a:cxnLst/>
              <a:rect l="textAreaLeft" t="textAreaTop" r="textAreaRight" b="textAreaBottom"/>
              <a:pathLst>
                <a:path w="2169" h="2467">
                  <a:moveTo>
                    <a:pt x="1930" y="2129"/>
                  </a:moveTo>
                  <a:cubicBezTo>
                    <a:pt x="1671" y="2467"/>
                    <a:pt x="1094" y="2328"/>
                    <a:pt x="637" y="1830"/>
                  </a:cubicBezTo>
                  <a:cubicBezTo>
                    <a:pt x="179" y="1333"/>
                    <a:pt x="0" y="676"/>
                    <a:pt x="259" y="338"/>
                  </a:cubicBezTo>
                  <a:cubicBezTo>
                    <a:pt x="497" y="0"/>
                    <a:pt x="1074" y="100"/>
                    <a:pt x="1532" y="597"/>
                  </a:cubicBezTo>
                  <a:cubicBezTo>
                    <a:pt x="1989" y="1094"/>
                    <a:pt x="2168" y="1771"/>
                    <a:pt x="1930" y="2129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1120" bIns="511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1" name="Google Shape;2116;p29"/>
            <p:cNvSpPr/>
            <p:nvPr/>
          </p:nvSpPr>
          <p:spPr>
            <a:xfrm rot="20227800">
              <a:off x="636840" y="734040"/>
              <a:ext cx="83160" cy="90000"/>
            </a:xfrm>
            <a:custGeom>
              <a:avLst/>
              <a:gdLst>
                <a:gd name="textAreaLeft" fmla="*/ 0 w 83160"/>
                <a:gd name="textAreaRight" fmla="*/ 83520 w 83160"/>
                <a:gd name="textAreaTop" fmla="*/ 0 h 90000"/>
                <a:gd name="textAreaBottom" fmla="*/ 90360 h 90000"/>
              </a:gdLst>
              <a:ahLst/>
              <a:cxnLst/>
              <a:rect l="textAreaLeft" t="textAreaTop" r="textAreaRight" b="textAreaBottom"/>
              <a:pathLst>
                <a:path w="2010" h="2169">
                  <a:moveTo>
                    <a:pt x="1771" y="1950"/>
                  </a:moveTo>
                  <a:cubicBezTo>
                    <a:pt x="1651" y="2129"/>
                    <a:pt x="1452" y="2169"/>
                    <a:pt x="1214" y="2149"/>
                  </a:cubicBezTo>
                  <a:cubicBezTo>
                    <a:pt x="995" y="2089"/>
                    <a:pt x="756" y="1970"/>
                    <a:pt x="557" y="1751"/>
                  </a:cubicBezTo>
                  <a:cubicBezTo>
                    <a:pt x="120" y="1313"/>
                    <a:pt x="0" y="696"/>
                    <a:pt x="239" y="358"/>
                  </a:cubicBezTo>
                  <a:cubicBezTo>
                    <a:pt x="498" y="0"/>
                    <a:pt x="1015" y="80"/>
                    <a:pt x="1452" y="537"/>
                  </a:cubicBezTo>
                  <a:cubicBezTo>
                    <a:pt x="1870" y="955"/>
                    <a:pt x="2009" y="1631"/>
                    <a:pt x="1771" y="195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5000" bIns="45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2" name="Google Shape;2117;p29"/>
            <p:cNvSpPr/>
            <p:nvPr/>
          </p:nvSpPr>
          <p:spPr>
            <a:xfrm rot="20227800">
              <a:off x="672480" y="642600"/>
              <a:ext cx="108720" cy="143640"/>
            </a:xfrm>
            <a:custGeom>
              <a:avLst/>
              <a:gdLst>
                <a:gd name="textAreaLeft" fmla="*/ 0 w 108720"/>
                <a:gd name="textAreaRight" fmla="*/ 109080 w 108720"/>
                <a:gd name="textAreaTop" fmla="*/ 0 h 143640"/>
                <a:gd name="textAreaBottom" fmla="*/ 144000 h 143640"/>
              </a:gdLst>
              <a:ahLst/>
              <a:cxnLst/>
              <a:rect l="textAreaLeft" t="textAreaTop" r="textAreaRight" b="textAreaBottom"/>
              <a:pathLst>
                <a:path w="2627" h="3463">
                  <a:moveTo>
                    <a:pt x="299" y="3462"/>
                  </a:moveTo>
                  <a:lnTo>
                    <a:pt x="1" y="3144"/>
                  </a:lnTo>
                  <a:lnTo>
                    <a:pt x="2308" y="1"/>
                  </a:lnTo>
                  <a:lnTo>
                    <a:pt x="2627" y="319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2000" bIns="72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3" name="Google Shape;2118;p29"/>
            <p:cNvSpPr/>
            <p:nvPr/>
          </p:nvSpPr>
          <p:spPr>
            <a:xfrm rot="20227800">
              <a:off x="603000" y="535320"/>
              <a:ext cx="274320" cy="284400"/>
            </a:xfrm>
            <a:custGeom>
              <a:avLst/>
              <a:gdLst>
                <a:gd name="textAreaLeft" fmla="*/ 0 w 274320"/>
                <a:gd name="textAreaRight" fmla="*/ 274680 w 274320"/>
                <a:gd name="textAreaTop" fmla="*/ 0 h 284400"/>
                <a:gd name="textAreaBottom" fmla="*/ 284760 h 284400"/>
              </a:gdLst>
              <a:ahLst/>
              <a:cxnLst/>
              <a:rect l="textAreaLeft" t="textAreaTop" r="textAreaRight" b="textAreaBottom"/>
              <a:pathLst>
                <a:path w="6605" h="6844">
                  <a:moveTo>
                    <a:pt x="6425" y="6844"/>
                  </a:moveTo>
                  <a:cubicBezTo>
                    <a:pt x="6366" y="6844"/>
                    <a:pt x="6326" y="6824"/>
                    <a:pt x="6266" y="6764"/>
                  </a:cubicBezTo>
                  <a:cubicBezTo>
                    <a:pt x="5610" y="6048"/>
                    <a:pt x="4914" y="5332"/>
                    <a:pt x="4257" y="4596"/>
                  </a:cubicBezTo>
                  <a:cubicBezTo>
                    <a:pt x="2845" y="3084"/>
                    <a:pt x="1492" y="1692"/>
                    <a:pt x="139" y="379"/>
                  </a:cubicBezTo>
                  <a:cubicBezTo>
                    <a:pt x="40" y="299"/>
                    <a:pt x="0" y="140"/>
                    <a:pt x="80" y="80"/>
                  </a:cubicBezTo>
                  <a:cubicBezTo>
                    <a:pt x="139" y="1"/>
                    <a:pt x="259" y="1"/>
                    <a:pt x="338" y="80"/>
                  </a:cubicBezTo>
                  <a:cubicBezTo>
                    <a:pt x="1731" y="1393"/>
                    <a:pt x="3064" y="2806"/>
                    <a:pt x="4476" y="4337"/>
                  </a:cubicBezTo>
                  <a:cubicBezTo>
                    <a:pt x="5132" y="5034"/>
                    <a:pt x="5809" y="5750"/>
                    <a:pt x="6505" y="6466"/>
                  </a:cubicBezTo>
                  <a:cubicBezTo>
                    <a:pt x="6565" y="6565"/>
                    <a:pt x="6604" y="6685"/>
                    <a:pt x="6545" y="6764"/>
                  </a:cubicBezTo>
                  <a:cubicBezTo>
                    <a:pt x="6525" y="6824"/>
                    <a:pt x="6465" y="6844"/>
                    <a:pt x="6425" y="6844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4" name="Google Shape;2119;p29"/>
            <p:cNvSpPr/>
            <p:nvPr/>
          </p:nvSpPr>
          <p:spPr>
            <a:xfrm rot="20227800">
              <a:off x="2594880" y="267480"/>
              <a:ext cx="230400" cy="303480"/>
            </a:xfrm>
            <a:custGeom>
              <a:avLst/>
              <a:gdLst>
                <a:gd name="textAreaLeft" fmla="*/ 0 w 230400"/>
                <a:gd name="textAreaRight" fmla="*/ 230760 w 230400"/>
                <a:gd name="textAreaTop" fmla="*/ 0 h 303480"/>
                <a:gd name="textAreaBottom" fmla="*/ 303840 h 303480"/>
              </a:gdLst>
              <a:ahLst/>
              <a:cxnLst/>
              <a:rect l="textAreaLeft" t="textAreaTop" r="textAreaRight" b="textAreaBottom"/>
              <a:pathLst>
                <a:path w="5551" h="7302">
                  <a:moveTo>
                    <a:pt x="1811" y="7261"/>
                  </a:moveTo>
                  <a:cubicBezTo>
                    <a:pt x="1731" y="7261"/>
                    <a:pt x="1652" y="7202"/>
                    <a:pt x="1612" y="7102"/>
                  </a:cubicBezTo>
                  <a:lnTo>
                    <a:pt x="1" y="1632"/>
                  </a:lnTo>
                  <a:lnTo>
                    <a:pt x="160" y="1572"/>
                  </a:lnTo>
                  <a:cubicBezTo>
                    <a:pt x="558" y="1433"/>
                    <a:pt x="995" y="1254"/>
                    <a:pt x="1373" y="1075"/>
                  </a:cubicBezTo>
                  <a:cubicBezTo>
                    <a:pt x="1552" y="995"/>
                    <a:pt x="1712" y="936"/>
                    <a:pt x="1871" y="876"/>
                  </a:cubicBezTo>
                  <a:lnTo>
                    <a:pt x="3144" y="299"/>
                  </a:lnTo>
                  <a:lnTo>
                    <a:pt x="3721" y="1"/>
                  </a:lnTo>
                  <a:lnTo>
                    <a:pt x="5511" y="5431"/>
                  </a:lnTo>
                  <a:cubicBezTo>
                    <a:pt x="5551" y="5551"/>
                    <a:pt x="5511" y="5710"/>
                    <a:pt x="5431" y="5750"/>
                  </a:cubicBezTo>
                  <a:cubicBezTo>
                    <a:pt x="5332" y="5809"/>
                    <a:pt x="5233" y="5730"/>
                    <a:pt x="5213" y="5610"/>
                  </a:cubicBezTo>
                  <a:lnTo>
                    <a:pt x="3601" y="677"/>
                  </a:lnTo>
                  <a:lnTo>
                    <a:pt x="3343" y="796"/>
                  </a:lnTo>
                  <a:lnTo>
                    <a:pt x="2070" y="1393"/>
                  </a:lnTo>
                  <a:cubicBezTo>
                    <a:pt x="1910" y="1473"/>
                    <a:pt x="1751" y="1552"/>
                    <a:pt x="1572" y="1592"/>
                  </a:cubicBezTo>
                  <a:cubicBezTo>
                    <a:pt x="1234" y="1751"/>
                    <a:pt x="876" y="1890"/>
                    <a:pt x="538" y="2030"/>
                  </a:cubicBezTo>
                  <a:lnTo>
                    <a:pt x="2010" y="7003"/>
                  </a:lnTo>
                  <a:cubicBezTo>
                    <a:pt x="2050" y="7122"/>
                    <a:pt x="2010" y="7261"/>
                    <a:pt x="1910" y="7301"/>
                  </a:cubicBezTo>
                  <a:cubicBezTo>
                    <a:pt x="1831" y="7261"/>
                    <a:pt x="1811" y="7261"/>
                    <a:pt x="1811" y="726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5" name="Google Shape;2120;p29"/>
            <p:cNvSpPr/>
            <p:nvPr/>
          </p:nvSpPr>
          <p:spPr>
            <a:xfrm rot="20227800">
              <a:off x="2660760" y="534600"/>
              <a:ext cx="86400" cy="102240"/>
            </a:xfrm>
            <a:custGeom>
              <a:avLst/>
              <a:gdLst>
                <a:gd name="textAreaLeft" fmla="*/ 0 w 86400"/>
                <a:gd name="textAreaRight" fmla="*/ 86760 w 86400"/>
                <a:gd name="textAreaTop" fmla="*/ 0 h 102240"/>
                <a:gd name="textAreaBottom" fmla="*/ 102600 h 102240"/>
              </a:gdLst>
              <a:ahLst/>
              <a:cxnLst/>
              <a:rect l="textAreaLeft" t="textAreaTop" r="textAreaRight" b="textAreaBottom"/>
              <a:pathLst>
                <a:path w="2090" h="2467">
                  <a:moveTo>
                    <a:pt x="1910" y="895"/>
                  </a:moveTo>
                  <a:cubicBezTo>
                    <a:pt x="2089" y="1472"/>
                    <a:pt x="1811" y="2089"/>
                    <a:pt x="1333" y="2288"/>
                  </a:cubicBezTo>
                  <a:cubicBezTo>
                    <a:pt x="836" y="2467"/>
                    <a:pt x="319" y="2109"/>
                    <a:pt x="140" y="1552"/>
                  </a:cubicBezTo>
                  <a:cubicBezTo>
                    <a:pt x="1" y="975"/>
                    <a:pt x="239" y="358"/>
                    <a:pt x="737" y="199"/>
                  </a:cubicBezTo>
                  <a:cubicBezTo>
                    <a:pt x="1214" y="0"/>
                    <a:pt x="1771" y="318"/>
                    <a:pt x="1910" y="89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1120" bIns="511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6" name="Google Shape;2121;p29"/>
            <p:cNvSpPr/>
            <p:nvPr/>
          </p:nvSpPr>
          <p:spPr>
            <a:xfrm rot="20227800">
              <a:off x="2775240" y="417960"/>
              <a:ext cx="86400" cy="104760"/>
            </a:xfrm>
            <a:custGeom>
              <a:avLst/>
              <a:gdLst>
                <a:gd name="textAreaLeft" fmla="*/ 0 w 86400"/>
                <a:gd name="textAreaRight" fmla="*/ 86760 w 86400"/>
                <a:gd name="textAreaTop" fmla="*/ 0 h 104760"/>
                <a:gd name="textAreaBottom" fmla="*/ 105120 h 104760"/>
              </a:gdLst>
              <a:ahLst/>
              <a:cxnLst/>
              <a:rect l="textAreaLeft" t="textAreaTop" r="textAreaRight" b="textAreaBottom"/>
              <a:pathLst>
                <a:path w="2089" h="2527">
                  <a:moveTo>
                    <a:pt x="1890" y="836"/>
                  </a:moveTo>
                  <a:cubicBezTo>
                    <a:pt x="2089" y="1413"/>
                    <a:pt x="1850" y="2089"/>
                    <a:pt x="1373" y="2308"/>
                  </a:cubicBezTo>
                  <a:cubicBezTo>
                    <a:pt x="895" y="2527"/>
                    <a:pt x="358" y="2228"/>
                    <a:pt x="179" y="1671"/>
                  </a:cubicBezTo>
                  <a:cubicBezTo>
                    <a:pt x="0" y="1094"/>
                    <a:pt x="219" y="438"/>
                    <a:pt x="696" y="219"/>
                  </a:cubicBezTo>
                  <a:cubicBezTo>
                    <a:pt x="1174" y="0"/>
                    <a:pt x="1731" y="279"/>
                    <a:pt x="1890" y="836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2560" bIns="525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7" name="Google Shape;2122;p29"/>
            <p:cNvSpPr/>
            <p:nvPr/>
          </p:nvSpPr>
          <p:spPr>
            <a:xfrm rot="20227800">
              <a:off x="2808720" y="-28080"/>
              <a:ext cx="104040" cy="231480"/>
            </a:xfrm>
            <a:custGeom>
              <a:avLst/>
              <a:gdLst>
                <a:gd name="textAreaLeft" fmla="*/ 0 w 104040"/>
                <a:gd name="textAreaRight" fmla="*/ 104400 w 104040"/>
                <a:gd name="textAreaTop" fmla="*/ 0 h 231480"/>
                <a:gd name="textAreaBottom" fmla="*/ 231840 h 231480"/>
              </a:gdLst>
              <a:ahLst/>
              <a:cxnLst/>
              <a:rect l="textAreaLeft" t="textAreaTop" r="textAreaRight" b="textAreaBottom"/>
              <a:pathLst>
                <a:path w="2508" h="5571">
                  <a:moveTo>
                    <a:pt x="2129" y="5571"/>
                  </a:moveTo>
                  <a:cubicBezTo>
                    <a:pt x="2050" y="5571"/>
                    <a:pt x="1990" y="5531"/>
                    <a:pt x="1950" y="5432"/>
                  </a:cubicBezTo>
                  <a:lnTo>
                    <a:pt x="1" y="279"/>
                  </a:lnTo>
                  <a:lnTo>
                    <a:pt x="200" y="200"/>
                  </a:lnTo>
                  <a:cubicBezTo>
                    <a:pt x="200" y="200"/>
                    <a:pt x="299" y="160"/>
                    <a:pt x="439" y="140"/>
                  </a:cubicBezTo>
                  <a:cubicBezTo>
                    <a:pt x="598" y="81"/>
                    <a:pt x="816" y="41"/>
                    <a:pt x="1055" y="41"/>
                  </a:cubicBezTo>
                  <a:cubicBezTo>
                    <a:pt x="1732" y="1"/>
                    <a:pt x="2209" y="359"/>
                    <a:pt x="2448" y="996"/>
                  </a:cubicBezTo>
                  <a:cubicBezTo>
                    <a:pt x="2507" y="1135"/>
                    <a:pt x="2487" y="1274"/>
                    <a:pt x="2388" y="1334"/>
                  </a:cubicBezTo>
                  <a:cubicBezTo>
                    <a:pt x="2308" y="1374"/>
                    <a:pt x="2189" y="1334"/>
                    <a:pt x="2129" y="1195"/>
                  </a:cubicBezTo>
                  <a:cubicBezTo>
                    <a:pt x="1950" y="757"/>
                    <a:pt x="1612" y="538"/>
                    <a:pt x="1095" y="538"/>
                  </a:cubicBezTo>
                  <a:cubicBezTo>
                    <a:pt x="856" y="538"/>
                    <a:pt x="657" y="578"/>
                    <a:pt x="538" y="638"/>
                  </a:cubicBezTo>
                  <a:lnTo>
                    <a:pt x="498" y="638"/>
                  </a:lnTo>
                  <a:lnTo>
                    <a:pt x="2229" y="5233"/>
                  </a:lnTo>
                  <a:cubicBezTo>
                    <a:pt x="2289" y="5352"/>
                    <a:pt x="2249" y="5491"/>
                    <a:pt x="2149" y="5551"/>
                  </a:cubicBezTo>
                  <a:cubicBezTo>
                    <a:pt x="2189" y="5551"/>
                    <a:pt x="2149" y="5571"/>
                    <a:pt x="2129" y="557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8" name="Google Shape;2123;p29"/>
            <p:cNvSpPr/>
            <p:nvPr/>
          </p:nvSpPr>
          <p:spPr>
            <a:xfrm rot="20227800">
              <a:off x="2869560" y="141480"/>
              <a:ext cx="90720" cy="113760"/>
            </a:xfrm>
            <a:custGeom>
              <a:avLst/>
              <a:gdLst>
                <a:gd name="textAreaLeft" fmla="*/ 0 w 90720"/>
                <a:gd name="textAreaRight" fmla="*/ 91080 w 90720"/>
                <a:gd name="textAreaTop" fmla="*/ 0 h 113760"/>
                <a:gd name="textAreaBottom" fmla="*/ 114120 h 113760"/>
              </a:gdLst>
              <a:ahLst/>
              <a:cxnLst/>
              <a:rect l="textAreaLeft" t="textAreaTop" r="textAreaRight" b="textAreaBottom"/>
              <a:pathLst>
                <a:path w="2189" h="2746">
                  <a:moveTo>
                    <a:pt x="1970" y="836"/>
                  </a:moveTo>
                  <a:cubicBezTo>
                    <a:pt x="2188" y="1433"/>
                    <a:pt x="1989" y="2149"/>
                    <a:pt x="1492" y="2447"/>
                  </a:cubicBezTo>
                  <a:cubicBezTo>
                    <a:pt x="1015" y="2746"/>
                    <a:pt x="438" y="2487"/>
                    <a:pt x="219" y="1890"/>
                  </a:cubicBezTo>
                  <a:cubicBezTo>
                    <a:pt x="0" y="1293"/>
                    <a:pt x="219" y="577"/>
                    <a:pt x="696" y="279"/>
                  </a:cubicBezTo>
                  <a:cubicBezTo>
                    <a:pt x="1174" y="0"/>
                    <a:pt x="1731" y="239"/>
                    <a:pt x="1970" y="836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6880" bIns="56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9" name="Google Shape;2124;p29"/>
            <p:cNvSpPr/>
            <p:nvPr/>
          </p:nvSpPr>
          <p:spPr>
            <a:xfrm rot="20227800">
              <a:off x="3330000" y="-1315080"/>
              <a:ext cx="111240" cy="274320"/>
            </a:xfrm>
            <a:custGeom>
              <a:avLst/>
              <a:gdLst>
                <a:gd name="textAreaLeft" fmla="*/ 0 w 111240"/>
                <a:gd name="textAreaRight" fmla="*/ 111600 w 111240"/>
                <a:gd name="textAreaTop" fmla="*/ 0 h 274320"/>
                <a:gd name="textAreaBottom" fmla="*/ 274680 h 274320"/>
              </a:gdLst>
              <a:ahLst/>
              <a:cxnLst/>
              <a:rect l="textAreaLeft" t="textAreaTop" r="textAreaRight" b="textAreaBottom"/>
              <a:pathLst>
                <a:path w="2687" h="6605">
                  <a:moveTo>
                    <a:pt x="1851" y="6605"/>
                  </a:moveTo>
                  <a:cubicBezTo>
                    <a:pt x="1791" y="6605"/>
                    <a:pt x="1712" y="6545"/>
                    <a:pt x="1692" y="6446"/>
                  </a:cubicBezTo>
                  <a:lnTo>
                    <a:pt x="1" y="1095"/>
                  </a:lnTo>
                  <a:lnTo>
                    <a:pt x="200" y="995"/>
                  </a:lnTo>
                  <a:cubicBezTo>
                    <a:pt x="259" y="955"/>
                    <a:pt x="2149" y="1"/>
                    <a:pt x="2627" y="1632"/>
                  </a:cubicBezTo>
                  <a:cubicBezTo>
                    <a:pt x="2686" y="1751"/>
                    <a:pt x="2627" y="1930"/>
                    <a:pt x="2527" y="1970"/>
                  </a:cubicBezTo>
                  <a:cubicBezTo>
                    <a:pt x="2428" y="2049"/>
                    <a:pt x="2328" y="1970"/>
                    <a:pt x="2288" y="1851"/>
                  </a:cubicBezTo>
                  <a:cubicBezTo>
                    <a:pt x="2010" y="935"/>
                    <a:pt x="956" y="1234"/>
                    <a:pt x="518" y="1393"/>
                  </a:cubicBezTo>
                  <a:lnTo>
                    <a:pt x="2030" y="6167"/>
                  </a:lnTo>
                  <a:cubicBezTo>
                    <a:pt x="2090" y="6307"/>
                    <a:pt x="2030" y="6466"/>
                    <a:pt x="1930" y="6545"/>
                  </a:cubicBezTo>
                  <a:cubicBezTo>
                    <a:pt x="1910" y="6565"/>
                    <a:pt x="1891" y="6565"/>
                    <a:pt x="1851" y="660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0" name="Google Shape;2125;p29"/>
            <p:cNvSpPr/>
            <p:nvPr/>
          </p:nvSpPr>
          <p:spPr>
            <a:xfrm rot="20227800">
              <a:off x="3386520" y="-1100520"/>
              <a:ext cx="94680" cy="123840"/>
            </a:xfrm>
            <a:custGeom>
              <a:avLst/>
              <a:gdLst>
                <a:gd name="textAreaLeft" fmla="*/ 0 w 94680"/>
                <a:gd name="textAreaRight" fmla="*/ 95040 w 94680"/>
                <a:gd name="textAreaTop" fmla="*/ 0 h 123840"/>
                <a:gd name="textAreaBottom" fmla="*/ 124200 h 123840"/>
              </a:gdLst>
              <a:ahLst/>
              <a:cxnLst/>
              <a:rect l="textAreaLeft" t="textAreaTop" r="textAreaRight" b="textAreaBottom"/>
              <a:pathLst>
                <a:path w="2289" h="2985">
                  <a:moveTo>
                    <a:pt x="2090" y="816"/>
                  </a:moveTo>
                  <a:cubicBezTo>
                    <a:pt x="2289" y="1453"/>
                    <a:pt x="2030" y="2249"/>
                    <a:pt x="1493" y="2607"/>
                  </a:cubicBezTo>
                  <a:cubicBezTo>
                    <a:pt x="976" y="2985"/>
                    <a:pt x="399" y="2806"/>
                    <a:pt x="200" y="2189"/>
                  </a:cubicBezTo>
                  <a:cubicBezTo>
                    <a:pt x="1" y="1592"/>
                    <a:pt x="260" y="776"/>
                    <a:pt x="777" y="399"/>
                  </a:cubicBezTo>
                  <a:cubicBezTo>
                    <a:pt x="1294" y="1"/>
                    <a:pt x="1891" y="220"/>
                    <a:pt x="2090" y="816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1920" bIns="61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1" name="Google Shape;2126;p29"/>
            <p:cNvSpPr/>
            <p:nvPr/>
          </p:nvSpPr>
          <p:spPr>
            <a:xfrm rot="20227800">
              <a:off x="3296160" y="-766800"/>
              <a:ext cx="93960" cy="228240"/>
            </a:xfrm>
            <a:custGeom>
              <a:avLst/>
              <a:gdLst>
                <a:gd name="textAreaLeft" fmla="*/ 0 w 93960"/>
                <a:gd name="textAreaRight" fmla="*/ 94320 w 93960"/>
                <a:gd name="textAreaTop" fmla="*/ 0 h 228240"/>
                <a:gd name="textAreaBottom" fmla="*/ 228600 h 228240"/>
              </a:gdLst>
              <a:ahLst/>
              <a:cxnLst/>
              <a:rect l="textAreaLeft" t="textAreaTop" r="textAreaRight" b="textAreaBottom"/>
              <a:pathLst>
                <a:path w="2268" h="5492">
                  <a:moveTo>
                    <a:pt x="2069" y="5491"/>
                  </a:moveTo>
                  <a:cubicBezTo>
                    <a:pt x="1990" y="5491"/>
                    <a:pt x="1910" y="5452"/>
                    <a:pt x="1890" y="5352"/>
                  </a:cubicBezTo>
                  <a:lnTo>
                    <a:pt x="40" y="419"/>
                  </a:lnTo>
                  <a:cubicBezTo>
                    <a:pt x="0" y="299"/>
                    <a:pt x="20" y="120"/>
                    <a:pt x="120" y="80"/>
                  </a:cubicBezTo>
                  <a:cubicBezTo>
                    <a:pt x="219" y="1"/>
                    <a:pt x="319" y="41"/>
                    <a:pt x="378" y="180"/>
                  </a:cubicBezTo>
                  <a:lnTo>
                    <a:pt x="2208" y="5093"/>
                  </a:lnTo>
                  <a:cubicBezTo>
                    <a:pt x="2268" y="5213"/>
                    <a:pt x="2228" y="5392"/>
                    <a:pt x="2129" y="5452"/>
                  </a:cubicBezTo>
                  <a:cubicBezTo>
                    <a:pt x="2109" y="5491"/>
                    <a:pt x="2089" y="5491"/>
                    <a:pt x="2069" y="549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2" name="Google Shape;2127;p29"/>
            <p:cNvSpPr/>
            <p:nvPr/>
          </p:nvSpPr>
          <p:spPr>
            <a:xfrm rot="20227800">
              <a:off x="3240360" y="-824400"/>
              <a:ext cx="93960" cy="122040"/>
            </a:xfrm>
            <a:custGeom>
              <a:avLst/>
              <a:gdLst>
                <a:gd name="textAreaLeft" fmla="*/ 0 w 93960"/>
                <a:gd name="textAreaRight" fmla="*/ 94320 w 93960"/>
                <a:gd name="textAreaTop" fmla="*/ 0 h 122040"/>
                <a:gd name="textAreaBottom" fmla="*/ 122400 h 122040"/>
              </a:gdLst>
              <a:ahLst/>
              <a:cxnLst/>
              <a:rect l="textAreaLeft" t="textAreaTop" r="textAreaRight" b="textAreaBottom"/>
              <a:pathLst>
                <a:path w="2269" h="2945">
                  <a:moveTo>
                    <a:pt x="219" y="2168"/>
                  </a:moveTo>
                  <a:cubicBezTo>
                    <a:pt x="0" y="1572"/>
                    <a:pt x="219" y="776"/>
                    <a:pt x="716" y="398"/>
                  </a:cubicBezTo>
                  <a:cubicBezTo>
                    <a:pt x="1214" y="0"/>
                    <a:pt x="1811" y="179"/>
                    <a:pt x="2029" y="776"/>
                  </a:cubicBezTo>
                  <a:cubicBezTo>
                    <a:pt x="2268" y="1373"/>
                    <a:pt x="2029" y="2168"/>
                    <a:pt x="1532" y="2566"/>
                  </a:cubicBezTo>
                  <a:cubicBezTo>
                    <a:pt x="1015" y="2944"/>
                    <a:pt x="438" y="2765"/>
                    <a:pt x="219" y="216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1200" bIns="61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3" name="Google Shape;2128;p29"/>
            <p:cNvSpPr/>
            <p:nvPr/>
          </p:nvSpPr>
          <p:spPr>
            <a:xfrm rot="20227800">
              <a:off x="3046680" y="-411840"/>
              <a:ext cx="363600" cy="442440"/>
            </a:xfrm>
            <a:custGeom>
              <a:avLst/>
              <a:gdLst>
                <a:gd name="textAreaLeft" fmla="*/ 0 w 363600"/>
                <a:gd name="textAreaRight" fmla="*/ 363960 w 363600"/>
                <a:gd name="textAreaTop" fmla="*/ 0 h 442440"/>
                <a:gd name="textAreaBottom" fmla="*/ 442800 h 442440"/>
              </a:gdLst>
              <a:ahLst/>
              <a:cxnLst/>
              <a:rect l="textAreaLeft" t="textAreaTop" r="textAreaRight" b="textAreaBottom"/>
              <a:pathLst>
                <a:path w="8754" h="10644">
                  <a:moveTo>
                    <a:pt x="2269" y="10643"/>
                  </a:moveTo>
                  <a:cubicBezTo>
                    <a:pt x="2189" y="10643"/>
                    <a:pt x="2129" y="10603"/>
                    <a:pt x="2089" y="10504"/>
                  </a:cubicBezTo>
                  <a:lnTo>
                    <a:pt x="1" y="5212"/>
                  </a:lnTo>
                  <a:lnTo>
                    <a:pt x="160" y="5073"/>
                  </a:lnTo>
                  <a:cubicBezTo>
                    <a:pt x="1871" y="3780"/>
                    <a:pt x="3581" y="2447"/>
                    <a:pt x="5272" y="1095"/>
                  </a:cubicBezTo>
                  <a:lnTo>
                    <a:pt x="6645" y="0"/>
                  </a:lnTo>
                  <a:lnTo>
                    <a:pt x="8714" y="5312"/>
                  </a:lnTo>
                  <a:cubicBezTo>
                    <a:pt x="8754" y="5431"/>
                    <a:pt x="8734" y="5610"/>
                    <a:pt x="8634" y="5650"/>
                  </a:cubicBezTo>
                  <a:cubicBezTo>
                    <a:pt x="8555" y="5730"/>
                    <a:pt x="8435" y="5670"/>
                    <a:pt x="8395" y="5550"/>
                  </a:cubicBezTo>
                  <a:lnTo>
                    <a:pt x="6506" y="697"/>
                  </a:lnTo>
                  <a:lnTo>
                    <a:pt x="5451" y="1552"/>
                  </a:lnTo>
                  <a:cubicBezTo>
                    <a:pt x="3820" y="2845"/>
                    <a:pt x="2149" y="4158"/>
                    <a:pt x="478" y="5411"/>
                  </a:cubicBezTo>
                  <a:lnTo>
                    <a:pt x="2368" y="10225"/>
                  </a:lnTo>
                  <a:cubicBezTo>
                    <a:pt x="2428" y="10345"/>
                    <a:pt x="2388" y="10504"/>
                    <a:pt x="2288" y="10583"/>
                  </a:cubicBezTo>
                  <a:cubicBezTo>
                    <a:pt x="2288" y="10623"/>
                    <a:pt x="2269" y="10623"/>
                    <a:pt x="2269" y="1064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4" name="Google Shape;2129;p29"/>
            <p:cNvSpPr/>
            <p:nvPr/>
          </p:nvSpPr>
          <p:spPr>
            <a:xfrm rot="20227800">
              <a:off x="3169800" y="5760"/>
              <a:ext cx="86400" cy="111240"/>
            </a:xfrm>
            <a:custGeom>
              <a:avLst/>
              <a:gdLst>
                <a:gd name="textAreaLeft" fmla="*/ 0 w 86400"/>
                <a:gd name="textAreaRight" fmla="*/ 86760 w 86400"/>
                <a:gd name="textAreaTop" fmla="*/ 0 h 111240"/>
                <a:gd name="textAreaBottom" fmla="*/ 111600 h 111240"/>
              </a:gdLst>
              <a:ahLst/>
              <a:cxnLst/>
              <a:rect l="textAreaLeft" t="textAreaTop" r="textAreaRight" b="textAreaBottom"/>
              <a:pathLst>
                <a:path w="2090" h="2687">
                  <a:moveTo>
                    <a:pt x="1850" y="756"/>
                  </a:moveTo>
                  <a:cubicBezTo>
                    <a:pt x="2089" y="1313"/>
                    <a:pt x="1890" y="2050"/>
                    <a:pt x="1433" y="2368"/>
                  </a:cubicBezTo>
                  <a:cubicBezTo>
                    <a:pt x="995" y="2686"/>
                    <a:pt x="438" y="2507"/>
                    <a:pt x="219" y="1950"/>
                  </a:cubicBezTo>
                  <a:cubicBezTo>
                    <a:pt x="0" y="1373"/>
                    <a:pt x="199" y="657"/>
                    <a:pt x="637" y="319"/>
                  </a:cubicBezTo>
                  <a:cubicBezTo>
                    <a:pt x="1114" y="1"/>
                    <a:pt x="1632" y="200"/>
                    <a:pt x="1850" y="756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5800" bIns="55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5" name="Google Shape;2130;p29"/>
            <p:cNvSpPr/>
            <p:nvPr/>
          </p:nvSpPr>
          <p:spPr>
            <a:xfrm rot="20227800">
              <a:off x="3332880" y="-283680"/>
              <a:ext cx="86400" cy="114840"/>
            </a:xfrm>
            <a:custGeom>
              <a:avLst/>
              <a:gdLst>
                <a:gd name="textAreaLeft" fmla="*/ 0 w 86400"/>
                <a:gd name="textAreaRight" fmla="*/ 86760 w 86400"/>
                <a:gd name="textAreaTop" fmla="*/ 0 h 114840"/>
                <a:gd name="textAreaBottom" fmla="*/ 115200 h 114840"/>
              </a:gdLst>
              <a:ahLst/>
              <a:cxnLst/>
              <a:rect l="textAreaLeft" t="textAreaTop" r="textAreaRight" b="textAreaBottom"/>
              <a:pathLst>
                <a:path w="2090" h="2767">
                  <a:moveTo>
                    <a:pt x="1870" y="737"/>
                  </a:moveTo>
                  <a:cubicBezTo>
                    <a:pt x="2089" y="1314"/>
                    <a:pt x="1890" y="2070"/>
                    <a:pt x="1452" y="2408"/>
                  </a:cubicBezTo>
                  <a:cubicBezTo>
                    <a:pt x="995" y="2766"/>
                    <a:pt x="458" y="2587"/>
                    <a:pt x="219" y="2030"/>
                  </a:cubicBezTo>
                  <a:cubicBezTo>
                    <a:pt x="0" y="1473"/>
                    <a:pt x="199" y="717"/>
                    <a:pt x="657" y="379"/>
                  </a:cubicBezTo>
                  <a:cubicBezTo>
                    <a:pt x="1114" y="1"/>
                    <a:pt x="1651" y="180"/>
                    <a:pt x="1870" y="737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7600" bIns="57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6" name="Google Shape;2131;p29"/>
            <p:cNvSpPr/>
            <p:nvPr/>
          </p:nvSpPr>
          <p:spPr>
            <a:xfrm rot="20227800">
              <a:off x="3251520" y="-136800"/>
              <a:ext cx="86400" cy="113040"/>
            </a:xfrm>
            <a:custGeom>
              <a:avLst/>
              <a:gdLst>
                <a:gd name="textAreaLeft" fmla="*/ 0 w 86400"/>
                <a:gd name="textAreaRight" fmla="*/ 86760 w 86400"/>
                <a:gd name="textAreaTop" fmla="*/ 0 h 113040"/>
                <a:gd name="textAreaBottom" fmla="*/ 113400 h 113040"/>
              </a:gdLst>
              <a:ahLst/>
              <a:cxnLst/>
              <a:rect l="textAreaLeft" t="textAreaTop" r="textAreaRight" b="textAreaBottom"/>
              <a:pathLst>
                <a:path w="2090" h="2726">
                  <a:moveTo>
                    <a:pt x="1870" y="737"/>
                  </a:moveTo>
                  <a:cubicBezTo>
                    <a:pt x="2089" y="1313"/>
                    <a:pt x="1890" y="2030"/>
                    <a:pt x="1453" y="2388"/>
                  </a:cubicBezTo>
                  <a:cubicBezTo>
                    <a:pt x="995" y="2726"/>
                    <a:pt x="458" y="2567"/>
                    <a:pt x="239" y="1990"/>
                  </a:cubicBezTo>
                  <a:cubicBezTo>
                    <a:pt x="0" y="1413"/>
                    <a:pt x="199" y="697"/>
                    <a:pt x="657" y="339"/>
                  </a:cubicBezTo>
                  <a:cubicBezTo>
                    <a:pt x="1134" y="1"/>
                    <a:pt x="1671" y="180"/>
                    <a:pt x="1870" y="737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6520" bIns="56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7" name="Google Shape;2132;p29"/>
            <p:cNvSpPr/>
            <p:nvPr/>
          </p:nvSpPr>
          <p:spPr>
            <a:xfrm rot="20227800">
              <a:off x="3179520" y="-300960"/>
              <a:ext cx="98280" cy="225360"/>
            </a:xfrm>
            <a:custGeom>
              <a:avLst/>
              <a:gdLst>
                <a:gd name="textAreaLeft" fmla="*/ 0 w 98280"/>
                <a:gd name="textAreaRight" fmla="*/ 98640 w 98280"/>
                <a:gd name="textAreaTop" fmla="*/ 0 h 225360"/>
                <a:gd name="textAreaBottom" fmla="*/ 225720 h 225360"/>
              </a:gdLst>
              <a:ahLst/>
              <a:cxnLst/>
              <a:rect l="textAreaLeft" t="textAreaTop" r="textAreaRight" b="textAreaBottom"/>
              <a:pathLst>
                <a:path w="2368" h="5431">
                  <a:moveTo>
                    <a:pt x="2069" y="5431"/>
                  </a:moveTo>
                  <a:lnTo>
                    <a:pt x="1" y="259"/>
                  </a:lnTo>
                  <a:lnTo>
                    <a:pt x="339" y="0"/>
                  </a:lnTo>
                  <a:lnTo>
                    <a:pt x="2368" y="5172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8" name="Google Shape;2133;p29"/>
            <p:cNvSpPr/>
            <p:nvPr/>
          </p:nvSpPr>
          <p:spPr>
            <a:xfrm rot="20227800">
              <a:off x="3045240" y="-349920"/>
              <a:ext cx="280800" cy="227880"/>
            </a:xfrm>
            <a:custGeom>
              <a:avLst/>
              <a:gdLst>
                <a:gd name="textAreaLeft" fmla="*/ 0 w 280800"/>
                <a:gd name="textAreaRight" fmla="*/ 281160 w 280800"/>
                <a:gd name="textAreaTop" fmla="*/ 0 h 227880"/>
                <a:gd name="textAreaBottom" fmla="*/ 228240 h 227880"/>
              </a:gdLst>
              <a:ahLst/>
              <a:cxnLst/>
              <a:rect l="textAreaLeft" t="textAreaTop" r="textAreaRight" b="textAreaBottom"/>
              <a:pathLst>
                <a:path w="6764" h="5491">
                  <a:moveTo>
                    <a:pt x="219" y="5490"/>
                  </a:moveTo>
                  <a:cubicBezTo>
                    <a:pt x="159" y="5490"/>
                    <a:pt x="80" y="5451"/>
                    <a:pt x="60" y="5351"/>
                  </a:cubicBezTo>
                  <a:cubicBezTo>
                    <a:pt x="0" y="5232"/>
                    <a:pt x="20" y="5073"/>
                    <a:pt x="120" y="4993"/>
                  </a:cubicBezTo>
                  <a:cubicBezTo>
                    <a:pt x="1850" y="3740"/>
                    <a:pt x="3561" y="2367"/>
                    <a:pt x="5232" y="1054"/>
                  </a:cubicBezTo>
                  <a:lnTo>
                    <a:pt x="6465" y="80"/>
                  </a:lnTo>
                  <a:cubicBezTo>
                    <a:pt x="6545" y="0"/>
                    <a:pt x="6664" y="60"/>
                    <a:pt x="6724" y="179"/>
                  </a:cubicBezTo>
                  <a:cubicBezTo>
                    <a:pt x="6764" y="298"/>
                    <a:pt x="6744" y="478"/>
                    <a:pt x="6644" y="517"/>
                  </a:cubicBezTo>
                  <a:lnTo>
                    <a:pt x="5431" y="1492"/>
                  </a:lnTo>
                  <a:cubicBezTo>
                    <a:pt x="3760" y="2805"/>
                    <a:pt x="2009" y="4158"/>
                    <a:pt x="318" y="5451"/>
                  </a:cubicBezTo>
                  <a:cubicBezTo>
                    <a:pt x="279" y="5490"/>
                    <a:pt x="259" y="5490"/>
                    <a:pt x="219" y="549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9" name="Google Shape;2134;p29"/>
            <p:cNvSpPr/>
            <p:nvPr/>
          </p:nvSpPr>
          <p:spPr>
            <a:xfrm rot="20227800">
              <a:off x="3676680" y="-1299600"/>
              <a:ext cx="223200" cy="348120"/>
            </a:xfrm>
            <a:custGeom>
              <a:avLst/>
              <a:gdLst>
                <a:gd name="textAreaLeft" fmla="*/ 0 w 223200"/>
                <a:gd name="textAreaRight" fmla="*/ 223560 w 223200"/>
                <a:gd name="textAreaTop" fmla="*/ 0 h 348120"/>
                <a:gd name="textAreaBottom" fmla="*/ 348480 h 348120"/>
              </a:gdLst>
              <a:ahLst/>
              <a:cxnLst/>
              <a:rect l="textAreaLeft" t="textAreaTop" r="textAreaRight" b="textAreaBottom"/>
              <a:pathLst>
                <a:path w="5372" h="8376">
                  <a:moveTo>
                    <a:pt x="1632" y="8376"/>
                  </a:moveTo>
                  <a:cubicBezTo>
                    <a:pt x="1572" y="8376"/>
                    <a:pt x="1493" y="8336"/>
                    <a:pt x="1473" y="8197"/>
                  </a:cubicBezTo>
                  <a:lnTo>
                    <a:pt x="1" y="2428"/>
                  </a:lnTo>
                  <a:lnTo>
                    <a:pt x="180" y="2328"/>
                  </a:lnTo>
                  <a:cubicBezTo>
                    <a:pt x="577" y="2089"/>
                    <a:pt x="995" y="1831"/>
                    <a:pt x="1393" y="1592"/>
                  </a:cubicBezTo>
                  <a:cubicBezTo>
                    <a:pt x="1612" y="1473"/>
                    <a:pt x="1831" y="1314"/>
                    <a:pt x="2069" y="1194"/>
                  </a:cubicBezTo>
                  <a:cubicBezTo>
                    <a:pt x="2189" y="1115"/>
                    <a:pt x="2288" y="1075"/>
                    <a:pt x="2388" y="995"/>
                  </a:cubicBezTo>
                  <a:cubicBezTo>
                    <a:pt x="2587" y="876"/>
                    <a:pt x="2786" y="737"/>
                    <a:pt x="3004" y="617"/>
                  </a:cubicBezTo>
                  <a:lnTo>
                    <a:pt x="4158" y="1"/>
                  </a:lnTo>
                  <a:lnTo>
                    <a:pt x="5352" y="5949"/>
                  </a:lnTo>
                  <a:cubicBezTo>
                    <a:pt x="5372" y="6088"/>
                    <a:pt x="5312" y="6247"/>
                    <a:pt x="5212" y="6287"/>
                  </a:cubicBezTo>
                  <a:cubicBezTo>
                    <a:pt x="5113" y="6347"/>
                    <a:pt x="5014" y="6267"/>
                    <a:pt x="4994" y="6108"/>
                  </a:cubicBezTo>
                  <a:lnTo>
                    <a:pt x="3880" y="697"/>
                  </a:lnTo>
                  <a:lnTo>
                    <a:pt x="3104" y="1115"/>
                  </a:lnTo>
                  <a:cubicBezTo>
                    <a:pt x="2905" y="1234"/>
                    <a:pt x="2706" y="1373"/>
                    <a:pt x="2507" y="1473"/>
                  </a:cubicBezTo>
                  <a:cubicBezTo>
                    <a:pt x="2388" y="1533"/>
                    <a:pt x="2288" y="1592"/>
                    <a:pt x="2169" y="1672"/>
                  </a:cubicBezTo>
                  <a:cubicBezTo>
                    <a:pt x="1930" y="1791"/>
                    <a:pt x="1711" y="1930"/>
                    <a:pt x="1493" y="2070"/>
                  </a:cubicBezTo>
                  <a:cubicBezTo>
                    <a:pt x="1134" y="2269"/>
                    <a:pt x="796" y="2487"/>
                    <a:pt x="438" y="2686"/>
                  </a:cubicBezTo>
                  <a:lnTo>
                    <a:pt x="1791" y="7958"/>
                  </a:lnTo>
                  <a:cubicBezTo>
                    <a:pt x="1811" y="8097"/>
                    <a:pt x="1771" y="8256"/>
                    <a:pt x="1691" y="8296"/>
                  </a:cubicBezTo>
                  <a:cubicBezTo>
                    <a:pt x="1672" y="8356"/>
                    <a:pt x="1632" y="8376"/>
                    <a:pt x="1632" y="8376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0" name="Google Shape;2135;p29"/>
            <p:cNvSpPr/>
            <p:nvPr/>
          </p:nvSpPr>
          <p:spPr>
            <a:xfrm rot="20227800">
              <a:off x="3749400" y="-990360"/>
              <a:ext cx="84960" cy="118080"/>
            </a:xfrm>
            <a:custGeom>
              <a:avLst/>
              <a:gdLst>
                <a:gd name="textAreaLeft" fmla="*/ 0 w 84960"/>
                <a:gd name="textAreaRight" fmla="*/ 85320 w 84960"/>
                <a:gd name="textAreaTop" fmla="*/ 0 h 118080"/>
                <a:gd name="textAreaBottom" fmla="*/ 118440 h 118080"/>
              </a:gdLst>
              <a:ahLst/>
              <a:cxnLst/>
              <a:rect l="textAreaLeft" t="textAreaTop" r="textAreaRight" b="textAreaBottom"/>
              <a:pathLst>
                <a:path w="2050" h="2846">
                  <a:moveTo>
                    <a:pt x="1891" y="876"/>
                  </a:moveTo>
                  <a:cubicBezTo>
                    <a:pt x="2050" y="1473"/>
                    <a:pt x="1791" y="2228"/>
                    <a:pt x="1314" y="2547"/>
                  </a:cubicBezTo>
                  <a:cubicBezTo>
                    <a:pt x="856" y="2845"/>
                    <a:pt x="359" y="2606"/>
                    <a:pt x="180" y="2010"/>
                  </a:cubicBezTo>
                  <a:cubicBezTo>
                    <a:pt x="1" y="1413"/>
                    <a:pt x="279" y="657"/>
                    <a:pt x="757" y="339"/>
                  </a:cubicBezTo>
                  <a:cubicBezTo>
                    <a:pt x="1214" y="0"/>
                    <a:pt x="1752" y="259"/>
                    <a:pt x="1891" y="876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9040" bIns="59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1" name="Google Shape;2136;p29"/>
            <p:cNvSpPr/>
            <p:nvPr/>
          </p:nvSpPr>
          <p:spPr>
            <a:xfrm rot="20227800">
              <a:off x="3854160" y="-1128600"/>
              <a:ext cx="79200" cy="109800"/>
            </a:xfrm>
            <a:custGeom>
              <a:avLst/>
              <a:gdLst>
                <a:gd name="textAreaLeft" fmla="*/ 0 w 79200"/>
                <a:gd name="textAreaRight" fmla="*/ 79560 w 79200"/>
                <a:gd name="textAreaTop" fmla="*/ 0 h 109800"/>
                <a:gd name="textAreaBottom" fmla="*/ 110160 h 109800"/>
              </a:gdLst>
              <a:ahLst/>
              <a:cxnLst/>
              <a:rect l="textAreaLeft" t="textAreaTop" r="textAreaRight" b="textAreaBottom"/>
              <a:pathLst>
                <a:path w="1910" h="2647">
                  <a:moveTo>
                    <a:pt x="1791" y="916"/>
                  </a:moveTo>
                  <a:cubicBezTo>
                    <a:pt x="1910" y="1552"/>
                    <a:pt x="1631" y="2269"/>
                    <a:pt x="1174" y="2547"/>
                  </a:cubicBezTo>
                  <a:cubicBezTo>
                    <a:pt x="1035" y="2627"/>
                    <a:pt x="915" y="2647"/>
                    <a:pt x="816" y="2647"/>
                  </a:cubicBezTo>
                  <a:cubicBezTo>
                    <a:pt x="696" y="2647"/>
                    <a:pt x="597" y="2627"/>
                    <a:pt x="498" y="2567"/>
                  </a:cubicBezTo>
                  <a:cubicBezTo>
                    <a:pt x="299" y="2468"/>
                    <a:pt x="139" y="2249"/>
                    <a:pt x="80" y="1930"/>
                  </a:cubicBezTo>
                  <a:cubicBezTo>
                    <a:pt x="0" y="1592"/>
                    <a:pt x="40" y="1274"/>
                    <a:pt x="139" y="976"/>
                  </a:cubicBezTo>
                  <a:cubicBezTo>
                    <a:pt x="199" y="836"/>
                    <a:pt x="279" y="677"/>
                    <a:pt x="378" y="578"/>
                  </a:cubicBezTo>
                  <a:cubicBezTo>
                    <a:pt x="478" y="458"/>
                    <a:pt x="577" y="379"/>
                    <a:pt x="696" y="299"/>
                  </a:cubicBezTo>
                  <a:cubicBezTo>
                    <a:pt x="1174" y="1"/>
                    <a:pt x="1671" y="299"/>
                    <a:pt x="1791" y="916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5080" bIns="55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2" name="Google Shape;2137;p29"/>
            <p:cNvSpPr/>
            <p:nvPr/>
          </p:nvSpPr>
          <p:spPr>
            <a:xfrm rot="20227800">
              <a:off x="5424480" y="-1908000"/>
              <a:ext cx="238680" cy="354600"/>
            </a:xfrm>
            <a:custGeom>
              <a:avLst/>
              <a:gdLst>
                <a:gd name="textAreaLeft" fmla="*/ 0 w 238680"/>
                <a:gd name="textAreaRight" fmla="*/ 239040 w 238680"/>
                <a:gd name="textAreaTop" fmla="*/ 0 h 354600"/>
                <a:gd name="textAreaBottom" fmla="*/ 354960 h 354600"/>
              </a:gdLst>
              <a:ahLst/>
              <a:cxnLst/>
              <a:rect l="textAreaLeft" t="textAreaTop" r="textAreaRight" b="textAreaBottom"/>
              <a:pathLst>
                <a:path w="5750" h="8535">
                  <a:moveTo>
                    <a:pt x="3979" y="8535"/>
                  </a:moveTo>
                  <a:lnTo>
                    <a:pt x="3919" y="8535"/>
                  </a:lnTo>
                  <a:cubicBezTo>
                    <a:pt x="3820" y="8515"/>
                    <a:pt x="3780" y="8376"/>
                    <a:pt x="3820" y="8197"/>
                  </a:cubicBezTo>
                  <a:lnTo>
                    <a:pt x="5212" y="1752"/>
                  </a:lnTo>
                  <a:cubicBezTo>
                    <a:pt x="4814" y="1652"/>
                    <a:pt x="4397" y="1533"/>
                    <a:pt x="4019" y="1433"/>
                  </a:cubicBezTo>
                  <a:cubicBezTo>
                    <a:pt x="3899" y="1393"/>
                    <a:pt x="3780" y="1354"/>
                    <a:pt x="3661" y="1334"/>
                  </a:cubicBezTo>
                  <a:lnTo>
                    <a:pt x="3302" y="1195"/>
                  </a:lnTo>
                  <a:cubicBezTo>
                    <a:pt x="2905" y="1055"/>
                    <a:pt x="2507" y="936"/>
                    <a:pt x="2109" y="757"/>
                  </a:cubicBezTo>
                  <a:lnTo>
                    <a:pt x="378" y="7023"/>
                  </a:lnTo>
                  <a:cubicBezTo>
                    <a:pt x="319" y="7202"/>
                    <a:pt x="219" y="7302"/>
                    <a:pt x="120" y="7242"/>
                  </a:cubicBezTo>
                  <a:cubicBezTo>
                    <a:pt x="20" y="7202"/>
                    <a:pt x="0" y="7043"/>
                    <a:pt x="40" y="6864"/>
                  </a:cubicBezTo>
                  <a:lnTo>
                    <a:pt x="1970" y="1"/>
                  </a:lnTo>
                  <a:lnTo>
                    <a:pt x="2129" y="81"/>
                  </a:lnTo>
                  <a:cubicBezTo>
                    <a:pt x="2586" y="279"/>
                    <a:pt x="3024" y="439"/>
                    <a:pt x="3481" y="598"/>
                  </a:cubicBezTo>
                  <a:lnTo>
                    <a:pt x="3820" y="737"/>
                  </a:lnTo>
                  <a:cubicBezTo>
                    <a:pt x="3959" y="757"/>
                    <a:pt x="4078" y="817"/>
                    <a:pt x="4198" y="836"/>
                  </a:cubicBezTo>
                  <a:cubicBezTo>
                    <a:pt x="4655" y="956"/>
                    <a:pt x="5093" y="1095"/>
                    <a:pt x="5570" y="1195"/>
                  </a:cubicBezTo>
                  <a:lnTo>
                    <a:pt x="5749" y="1254"/>
                  </a:lnTo>
                  <a:lnTo>
                    <a:pt x="4198" y="8316"/>
                  </a:lnTo>
                  <a:cubicBezTo>
                    <a:pt x="4158" y="8436"/>
                    <a:pt x="4078" y="8535"/>
                    <a:pt x="3979" y="853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3" name="Google Shape;2138;p29"/>
            <p:cNvSpPr/>
            <p:nvPr/>
          </p:nvSpPr>
          <p:spPr>
            <a:xfrm rot="20227800">
              <a:off x="5406120" y="-1651680"/>
              <a:ext cx="91440" cy="12888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128880"/>
                <a:gd name="textAreaBottom" fmla="*/ 129240 h 128880"/>
              </a:gdLst>
              <a:ahLst/>
              <a:cxnLst/>
              <a:rect l="textAreaLeft" t="textAreaTop" r="textAreaRight" b="textAreaBottom"/>
              <a:pathLst>
                <a:path w="2210" h="3105">
                  <a:moveTo>
                    <a:pt x="2010" y="1970"/>
                  </a:moveTo>
                  <a:cubicBezTo>
                    <a:pt x="1811" y="2686"/>
                    <a:pt x="1234" y="3104"/>
                    <a:pt x="737" y="2865"/>
                  </a:cubicBezTo>
                  <a:cubicBezTo>
                    <a:pt x="240" y="2607"/>
                    <a:pt x="1" y="1811"/>
                    <a:pt x="220" y="1095"/>
                  </a:cubicBezTo>
                  <a:cubicBezTo>
                    <a:pt x="439" y="379"/>
                    <a:pt x="1015" y="1"/>
                    <a:pt x="1493" y="259"/>
                  </a:cubicBezTo>
                  <a:cubicBezTo>
                    <a:pt x="1950" y="498"/>
                    <a:pt x="2209" y="1254"/>
                    <a:pt x="2010" y="197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4440" bIns="64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4" name="Google Shape;2139;p29"/>
            <p:cNvSpPr/>
            <p:nvPr/>
          </p:nvSpPr>
          <p:spPr>
            <a:xfrm rot="20227800">
              <a:off x="5574240" y="-1655280"/>
              <a:ext cx="91440" cy="12456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124560"/>
                <a:gd name="textAreaBottom" fmla="*/ 124920 h 124560"/>
              </a:gdLst>
              <a:ahLst/>
              <a:cxnLst/>
              <a:rect l="textAreaLeft" t="textAreaTop" r="textAreaRight" b="textAreaBottom"/>
              <a:pathLst>
                <a:path w="2209" h="3005">
                  <a:moveTo>
                    <a:pt x="2050" y="1771"/>
                  </a:moveTo>
                  <a:cubicBezTo>
                    <a:pt x="1910" y="2507"/>
                    <a:pt x="1333" y="3005"/>
                    <a:pt x="816" y="2865"/>
                  </a:cubicBezTo>
                  <a:cubicBezTo>
                    <a:pt x="279" y="2686"/>
                    <a:pt x="1" y="1970"/>
                    <a:pt x="199" y="1214"/>
                  </a:cubicBezTo>
                  <a:cubicBezTo>
                    <a:pt x="359" y="478"/>
                    <a:pt x="916" y="1"/>
                    <a:pt x="1433" y="180"/>
                  </a:cubicBezTo>
                  <a:cubicBezTo>
                    <a:pt x="1930" y="319"/>
                    <a:pt x="2209" y="1015"/>
                    <a:pt x="2050" y="177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2280" bIns="622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5" name="Google Shape;2140;p29"/>
            <p:cNvSpPr/>
            <p:nvPr/>
          </p:nvSpPr>
          <p:spPr>
            <a:xfrm rot="20227800">
              <a:off x="3954240" y="-1628640"/>
              <a:ext cx="99000" cy="265320"/>
            </a:xfrm>
            <a:custGeom>
              <a:avLst/>
              <a:gdLst>
                <a:gd name="textAreaLeft" fmla="*/ 0 w 99000"/>
                <a:gd name="textAreaRight" fmla="*/ 99360 w 99000"/>
                <a:gd name="textAreaTop" fmla="*/ 0 h 265320"/>
                <a:gd name="textAreaBottom" fmla="*/ 265680 h 265320"/>
              </a:gdLst>
              <a:ahLst/>
              <a:cxnLst/>
              <a:rect l="textAreaLeft" t="textAreaTop" r="textAreaRight" b="textAreaBottom"/>
              <a:pathLst>
                <a:path w="2388" h="6387">
                  <a:moveTo>
                    <a:pt x="895" y="6307"/>
                  </a:moveTo>
                  <a:cubicBezTo>
                    <a:pt x="796" y="6347"/>
                    <a:pt x="716" y="6227"/>
                    <a:pt x="696" y="6108"/>
                  </a:cubicBezTo>
                  <a:lnTo>
                    <a:pt x="0" y="120"/>
                  </a:lnTo>
                  <a:lnTo>
                    <a:pt x="199" y="60"/>
                  </a:lnTo>
                  <a:cubicBezTo>
                    <a:pt x="199" y="60"/>
                    <a:pt x="318" y="41"/>
                    <a:pt x="517" y="21"/>
                  </a:cubicBezTo>
                  <a:cubicBezTo>
                    <a:pt x="756" y="1"/>
                    <a:pt x="995" y="21"/>
                    <a:pt x="1194" y="60"/>
                  </a:cubicBezTo>
                  <a:cubicBezTo>
                    <a:pt x="1890" y="220"/>
                    <a:pt x="2308" y="717"/>
                    <a:pt x="2347" y="1513"/>
                  </a:cubicBezTo>
                  <a:cubicBezTo>
                    <a:pt x="2387" y="1652"/>
                    <a:pt x="2308" y="1811"/>
                    <a:pt x="2188" y="1851"/>
                  </a:cubicBezTo>
                  <a:cubicBezTo>
                    <a:pt x="2089" y="1891"/>
                    <a:pt x="1989" y="1811"/>
                    <a:pt x="1989" y="1652"/>
                  </a:cubicBezTo>
                  <a:cubicBezTo>
                    <a:pt x="1930" y="956"/>
                    <a:pt x="1452" y="737"/>
                    <a:pt x="1074" y="657"/>
                  </a:cubicBezTo>
                  <a:cubicBezTo>
                    <a:pt x="855" y="617"/>
                    <a:pt x="617" y="617"/>
                    <a:pt x="458" y="637"/>
                  </a:cubicBezTo>
                  <a:lnTo>
                    <a:pt x="418" y="637"/>
                  </a:lnTo>
                  <a:lnTo>
                    <a:pt x="1035" y="6028"/>
                  </a:lnTo>
                  <a:cubicBezTo>
                    <a:pt x="1054" y="6187"/>
                    <a:pt x="995" y="6327"/>
                    <a:pt x="875" y="6386"/>
                  </a:cubicBezTo>
                  <a:cubicBezTo>
                    <a:pt x="915" y="6307"/>
                    <a:pt x="915" y="6307"/>
                    <a:pt x="895" y="6307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6" name="Google Shape;2141;p29"/>
            <p:cNvSpPr/>
            <p:nvPr/>
          </p:nvSpPr>
          <p:spPr>
            <a:xfrm rot="20227800">
              <a:off x="3969360" y="-1417680"/>
              <a:ext cx="87480" cy="121320"/>
            </a:xfrm>
            <a:custGeom>
              <a:avLst/>
              <a:gdLst>
                <a:gd name="textAreaLeft" fmla="*/ 0 w 87480"/>
                <a:gd name="textAreaRight" fmla="*/ 87840 w 87480"/>
                <a:gd name="textAreaTop" fmla="*/ 0 h 121320"/>
                <a:gd name="textAreaBottom" fmla="*/ 121680 h 121320"/>
              </a:gdLst>
              <a:ahLst/>
              <a:cxnLst/>
              <a:rect l="textAreaLeft" t="textAreaTop" r="textAreaRight" b="textAreaBottom"/>
              <a:pathLst>
                <a:path w="2109" h="2925">
                  <a:moveTo>
                    <a:pt x="2049" y="1075"/>
                  </a:moveTo>
                  <a:cubicBezTo>
                    <a:pt x="2109" y="1771"/>
                    <a:pt x="1751" y="2507"/>
                    <a:pt x="1214" y="2706"/>
                  </a:cubicBezTo>
                  <a:cubicBezTo>
                    <a:pt x="696" y="2925"/>
                    <a:pt x="199" y="2567"/>
                    <a:pt x="100" y="1890"/>
                  </a:cubicBezTo>
                  <a:cubicBezTo>
                    <a:pt x="0" y="1214"/>
                    <a:pt x="358" y="438"/>
                    <a:pt x="895" y="219"/>
                  </a:cubicBezTo>
                  <a:cubicBezTo>
                    <a:pt x="1472" y="0"/>
                    <a:pt x="1970" y="378"/>
                    <a:pt x="2049" y="107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0840" bIns="608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7" name="Google Shape;2142;p29"/>
            <p:cNvSpPr/>
            <p:nvPr/>
          </p:nvSpPr>
          <p:spPr>
            <a:xfrm rot="20227800">
              <a:off x="5900400" y="-1749240"/>
              <a:ext cx="118080" cy="304200"/>
            </a:xfrm>
            <a:custGeom>
              <a:avLst/>
              <a:gdLst>
                <a:gd name="textAreaLeft" fmla="*/ 0 w 118080"/>
                <a:gd name="textAreaRight" fmla="*/ 118440 w 118080"/>
                <a:gd name="textAreaTop" fmla="*/ 0 h 304200"/>
                <a:gd name="textAreaBottom" fmla="*/ 304560 h 304200"/>
              </a:gdLst>
              <a:ahLst/>
              <a:cxnLst/>
              <a:rect l="textAreaLeft" t="textAreaTop" r="textAreaRight" b="textAreaBottom"/>
              <a:pathLst>
                <a:path w="2846" h="7322">
                  <a:moveTo>
                    <a:pt x="180" y="7321"/>
                  </a:moveTo>
                  <a:lnTo>
                    <a:pt x="180" y="7321"/>
                  </a:lnTo>
                  <a:cubicBezTo>
                    <a:pt x="60" y="7321"/>
                    <a:pt x="0" y="7202"/>
                    <a:pt x="40" y="7023"/>
                  </a:cubicBezTo>
                  <a:lnTo>
                    <a:pt x="916" y="1"/>
                  </a:lnTo>
                  <a:lnTo>
                    <a:pt x="1095" y="41"/>
                  </a:lnTo>
                  <a:cubicBezTo>
                    <a:pt x="1095" y="41"/>
                    <a:pt x="1234" y="61"/>
                    <a:pt x="1373" y="100"/>
                  </a:cubicBezTo>
                  <a:cubicBezTo>
                    <a:pt x="1473" y="140"/>
                    <a:pt x="1572" y="180"/>
                    <a:pt x="1652" y="240"/>
                  </a:cubicBezTo>
                  <a:cubicBezTo>
                    <a:pt x="1771" y="279"/>
                    <a:pt x="1870" y="339"/>
                    <a:pt x="1970" y="399"/>
                  </a:cubicBezTo>
                  <a:cubicBezTo>
                    <a:pt x="2567" y="797"/>
                    <a:pt x="2845" y="1493"/>
                    <a:pt x="2746" y="2368"/>
                  </a:cubicBezTo>
                  <a:cubicBezTo>
                    <a:pt x="2726" y="2547"/>
                    <a:pt x="2626" y="2686"/>
                    <a:pt x="2527" y="2726"/>
                  </a:cubicBezTo>
                  <a:cubicBezTo>
                    <a:pt x="2427" y="2746"/>
                    <a:pt x="2348" y="2587"/>
                    <a:pt x="2368" y="2428"/>
                  </a:cubicBezTo>
                  <a:cubicBezTo>
                    <a:pt x="2447" y="1791"/>
                    <a:pt x="2228" y="1334"/>
                    <a:pt x="1751" y="996"/>
                  </a:cubicBezTo>
                  <a:cubicBezTo>
                    <a:pt x="1671" y="956"/>
                    <a:pt x="1572" y="896"/>
                    <a:pt x="1473" y="856"/>
                  </a:cubicBezTo>
                  <a:cubicBezTo>
                    <a:pt x="1413" y="797"/>
                    <a:pt x="1294" y="777"/>
                    <a:pt x="1234" y="757"/>
                  </a:cubicBezTo>
                  <a:cubicBezTo>
                    <a:pt x="1194" y="757"/>
                    <a:pt x="1194" y="757"/>
                    <a:pt x="1174" y="737"/>
                  </a:cubicBezTo>
                  <a:lnTo>
                    <a:pt x="378" y="7023"/>
                  </a:lnTo>
                  <a:cubicBezTo>
                    <a:pt x="378" y="7162"/>
                    <a:pt x="279" y="7321"/>
                    <a:pt x="180" y="732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8" name="Google Shape;2143;p29"/>
            <p:cNvSpPr/>
            <p:nvPr/>
          </p:nvSpPr>
          <p:spPr>
            <a:xfrm rot="20227800">
              <a:off x="5881320" y="-1495440"/>
              <a:ext cx="102240" cy="122040"/>
            </a:xfrm>
            <a:custGeom>
              <a:avLst/>
              <a:gdLst>
                <a:gd name="textAreaLeft" fmla="*/ 0 w 102240"/>
                <a:gd name="textAreaRight" fmla="*/ 102600 w 102240"/>
                <a:gd name="textAreaTop" fmla="*/ 0 h 122040"/>
                <a:gd name="textAreaBottom" fmla="*/ 122400 h 122040"/>
              </a:gdLst>
              <a:ahLst/>
              <a:cxnLst/>
              <a:rect l="textAreaLeft" t="textAreaTop" r="textAreaRight" b="textAreaBottom"/>
              <a:pathLst>
                <a:path w="2468" h="2946">
                  <a:moveTo>
                    <a:pt x="2368" y="1453"/>
                  </a:moveTo>
                  <a:cubicBezTo>
                    <a:pt x="2269" y="2249"/>
                    <a:pt x="1672" y="2945"/>
                    <a:pt x="1055" y="2945"/>
                  </a:cubicBezTo>
                  <a:cubicBezTo>
                    <a:pt x="419" y="2905"/>
                    <a:pt x="1" y="2249"/>
                    <a:pt x="120" y="1453"/>
                  </a:cubicBezTo>
                  <a:cubicBezTo>
                    <a:pt x="260" y="638"/>
                    <a:pt x="817" y="1"/>
                    <a:pt x="1433" y="21"/>
                  </a:cubicBezTo>
                  <a:cubicBezTo>
                    <a:pt x="2070" y="21"/>
                    <a:pt x="2468" y="657"/>
                    <a:pt x="2368" y="145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1200" bIns="61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9" name="Google Shape;2144;p29"/>
            <p:cNvSpPr/>
            <p:nvPr/>
          </p:nvSpPr>
          <p:spPr>
            <a:xfrm rot="20227800">
              <a:off x="5042880" y="-2038680"/>
              <a:ext cx="149400" cy="272880"/>
            </a:xfrm>
            <a:custGeom>
              <a:avLst/>
              <a:gdLst>
                <a:gd name="textAreaLeft" fmla="*/ 0 w 149400"/>
                <a:gd name="textAreaRight" fmla="*/ 149760 w 149400"/>
                <a:gd name="textAreaTop" fmla="*/ 0 h 272880"/>
                <a:gd name="textAreaBottom" fmla="*/ 273240 h 272880"/>
              </a:gdLst>
              <a:ahLst/>
              <a:cxnLst/>
              <a:rect l="textAreaLeft" t="textAreaTop" r="textAreaRight" b="textAreaBottom"/>
              <a:pathLst>
                <a:path w="3602" h="6566">
                  <a:moveTo>
                    <a:pt x="200" y="6565"/>
                  </a:moveTo>
                  <a:cubicBezTo>
                    <a:pt x="180" y="6565"/>
                    <a:pt x="120" y="6565"/>
                    <a:pt x="100" y="6545"/>
                  </a:cubicBezTo>
                  <a:cubicBezTo>
                    <a:pt x="21" y="6466"/>
                    <a:pt x="1" y="6287"/>
                    <a:pt x="41" y="6148"/>
                  </a:cubicBezTo>
                  <a:lnTo>
                    <a:pt x="2487" y="1"/>
                  </a:lnTo>
                  <a:lnTo>
                    <a:pt x="2627" y="180"/>
                  </a:lnTo>
                  <a:cubicBezTo>
                    <a:pt x="2627" y="180"/>
                    <a:pt x="2726" y="279"/>
                    <a:pt x="2826" y="438"/>
                  </a:cubicBezTo>
                  <a:cubicBezTo>
                    <a:pt x="2985" y="677"/>
                    <a:pt x="3124" y="896"/>
                    <a:pt x="3223" y="1135"/>
                  </a:cubicBezTo>
                  <a:cubicBezTo>
                    <a:pt x="3581" y="1970"/>
                    <a:pt x="3601" y="2786"/>
                    <a:pt x="3303" y="3581"/>
                  </a:cubicBezTo>
                  <a:cubicBezTo>
                    <a:pt x="3243" y="3741"/>
                    <a:pt x="3124" y="3800"/>
                    <a:pt x="3024" y="3760"/>
                  </a:cubicBezTo>
                  <a:cubicBezTo>
                    <a:pt x="2945" y="3681"/>
                    <a:pt x="2925" y="3502"/>
                    <a:pt x="2985" y="3363"/>
                  </a:cubicBezTo>
                  <a:cubicBezTo>
                    <a:pt x="3203" y="2806"/>
                    <a:pt x="3144" y="2189"/>
                    <a:pt x="2885" y="1572"/>
                  </a:cubicBezTo>
                  <a:cubicBezTo>
                    <a:pt x="2786" y="1373"/>
                    <a:pt x="2686" y="1135"/>
                    <a:pt x="2527" y="936"/>
                  </a:cubicBezTo>
                  <a:lnTo>
                    <a:pt x="2507" y="916"/>
                  </a:lnTo>
                  <a:lnTo>
                    <a:pt x="319" y="6406"/>
                  </a:lnTo>
                  <a:cubicBezTo>
                    <a:pt x="319" y="6486"/>
                    <a:pt x="259" y="6565"/>
                    <a:pt x="200" y="656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0" name="Google Shape;2145;p29"/>
            <p:cNvSpPr/>
            <p:nvPr/>
          </p:nvSpPr>
          <p:spPr>
            <a:xfrm rot="20227800">
              <a:off x="5022720" y="-1840680"/>
              <a:ext cx="94680" cy="137160"/>
            </a:xfrm>
            <a:custGeom>
              <a:avLst/>
              <a:gdLst>
                <a:gd name="textAreaLeft" fmla="*/ 0 w 94680"/>
                <a:gd name="textAreaRight" fmla="*/ 95040 w 94680"/>
                <a:gd name="textAreaTop" fmla="*/ 0 h 137160"/>
                <a:gd name="textAreaBottom" fmla="*/ 137520 h 137160"/>
              </a:gdLst>
              <a:ahLst/>
              <a:cxnLst/>
              <a:rect l="textAreaLeft" t="textAreaTop" r="textAreaRight" b="textAreaBottom"/>
              <a:pathLst>
                <a:path w="2289" h="3303">
                  <a:moveTo>
                    <a:pt x="1990" y="2328"/>
                  </a:moveTo>
                  <a:cubicBezTo>
                    <a:pt x="1711" y="3044"/>
                    <a:pt x="1095" y="3303"/>
                    <a:pt x="617" y="2925"/>
                  </a:cubicBezTo>
                  <a:cubicBezTo>
                    <a:pt x="140" y="2567"/>
                    <a:pt x="0" y="1672"/>
                    <a:pt x="259" y="975"/>
                  </a:cubicBezTo>
                  <a:cubicBezTo>
                    <a:pt x="538" y="279"/>
                    <a:pt x="1154" y="1"/>
                    <a:pt x="1632" y="379"/>
                  </a:cubicBezTo>
                  <a:cubicBezTo>
                    <a:pt x="2109" y="737"/>
                    <a:pt x="2288" y="1612"/>
                    <a:pt x="1990" y="232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8760" bIns="68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1" name="Google Shape;2146;p29"/>
            <p:cNvSpPr/>
            <p:nvPr/>
          </p:nvSpPr>
          <p:spPr>
            <a:xfrm rot="20227800">
              <a:off x="4708440" y="-1845720"/>
              <a:ext cx="102240" cy="267840"/>
            </a:xfrm>
            <a:custGeom>
              <a:avLst/>
              <a:gdLst>
                <a:gd name="textAreaLeft" fmla="*/ 0 w 102240"/>
                <a:gd name="textAreaRight" fmla="*/ 102600 w 102240"/>
                <a:gd name="textAreaTop" fmla="*/ 0 h 267840"/>
                <a:gd name="textAreaBottom" fmla="*/ 268200 h 267840"/>
              </a:gdLst>
              <a:ahLst/>
              <a:cxnLst/>
              <a:rect l="textAreaLeft" t="textAreaTop" r="textAreaRight" b="textAreaBottom"/>
              <a:pathLst>
                <a:path w="2467" h="6446">
                  <a:moveTo>
                    <a:pt x="219" y="6446"/>
                  </a:moveTo>
                  <a:cubicBezTo>
                    <a:pt x="199" y="6446"/>
                    <a:pt x="159" y="6446"/>
                    <a:pt x="119" y="6426"/>
                  </a:cubicBezTo>
                  <a:cubicBezTo>
                    <a:pt x="20" y="6366"/>
                    <a:pt x="0" y="6207"/>
                    <a:pt x="40" y="6048"/>
                  </a:cubicBezTo>
                  <a:lnTo>
                    <a:pt x="2069" y="239"/>
                  </a:lnTo>
                  <a:cubicBezTo>
                    <a:pt x="2109" y="80"/>
                    <a:pt x="2228" y="1"/>
                    <a:pt x="2328" y="60"/>
                  </a:cubicBezTo>
                  <a:cubicBezTo>
                    <a:pt x="2427" y="100"/>
                    <a:pt x="2467" y="279"/>
                    <a:pt x="2407" y="438"/>
                  </a:cubicBezTo>
                  <a:lnTo>
                    <a:pt x="378" y="6247"/>
                  </a:lnTo>
                  <a:cubicBezTo>
                    <a:pt x="378" y="6346"/>
                    <a:pt x="298" y="6426"/>
                    <a:pt x="219" y="6446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2" name="Google Shape;2147;p29"/>
            <p:cNvSpPr/>
            <p:nvPr/>
          </p:nvSpPr>
          <p:spPr>
            <a:xfrm rot="20227800">
              <a:off x="4739760" y="-1900080"/>
              <a:ext cx="95760" cy="134640"/>
            </a:xfrm>
            <a:custGeom>
              <a:avLst/>
              <a:gdLst>
                <a:gd name="textAreaLeft" fmla="*/ 0 w 95760"/>
                <a:gd name="textAreaRight" fmla="*/ 96120 w 95760"/>
                <a:gd name="textAreaTop" fmla="*/ 0 h 134640"/>
                <a:gd name="textAreaBottom" fmla="*/ 135000 h 134640"/>
              </a:gdLst>
              <a:ahLst/>
              <a:cxnLst/>
              <a:rect l="textAreaLeft" t="textAreaTop" r="textAreaRight" b="textAreaBottom"/>
              <a:pathLst>
                <a:path w="2308" h="3243">
                  <a:moveTo>
                    <a:pt x="259" y="1015"/>
                  </a:moveTo>
                  <a:cubicBezTo>
                    <a:pt x="498" y="298"/>
                    <a:pt x="1114" y="0"/>
                    <a:pt x="1612" y="358"/>
                  </a:cubicBezTo>
                  <a:cubicBezTo>
                    <a:pt x="2149" y="696"/>
                    <a:pt x="2308" y="1572"/>
                    <a:pt x="2049" y="2268"/>
                  </a:cubicBezTo>
                  <a:cubicBezTo>
                    <a:pt x="1771" y="2964"/>
                    <a:pt x="1174" y="3243"/>
                    <a:pt x="677" y="2924"/>
                  </a:cubicBezTo>
                  <a:cubicBezTo>
                    <a:pt x="199" y="2586"/>
                    <a:pt x="0" y="1751"/>
                    <a:pt x="259" y="101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7320" bIns="673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3" name="Google Shape;2148;p29"/>
            <p:cNvSpPr/>
            <p:nvPr/>
          </p:nvSpPr>
          <p:spPr>
            <a:xfrm rot="20227800">
              <a:off x="4281120" y="-1704240"/>
              <a:ext cx="318240" cy="321480"/>
            </a:xfrm>
            <a:custGeom>
              <a:avLst/>
              <a:gdLst>
                <a:gd name="textAreaLeft" fmla="*/ 0 w 318240"/>
                <a:gd name="textAreaRight" fmla="*/ 318600 w 318240"/>
                <a:gd name="textAreaTop" fmla="*/ 0 h 321480"/>
                <a:gd name="textAreaBottom" fmla="*/ 321840 h 321480"/>
              </a:gdLst>
              <a:ahLst/>
              <a:cxnLst/>
              <a:rect l="textAreaLeft" t="textAreaTop" r="textAreaRight" b="textAreaBottom"/>
              <a:pathLst>
                <a:path w="7660" h="7739">
                  <a:moveTo>
                    <a:pt x="6008" y="7738"/>
                  </a:moveTo>
                  <a:lnTo>
                    <a:pt x="5969" y="7738"/>
                  </a:lnTo>
                  <a:cubicBezTo>
                    <a:pt x="5869" y="7718"/>
                    <a:pt x="5809" y="7539"/>
                    <a:pt x="5829" y="7400"/>
                  </a:cubicBezTo>
                  <a:lnTo>
                    <a:pt x="7182" y="1432"/>
                  </a:lnTo>
                  <a:cubicBezTo>
                    <a:pt x="5193" y="776"/>
                    <a:pt x="2985" y="597"/>
                    <a:pt x="538" y="895"/>
                  </a:cubicBezTo>
                  <a:lnTo>
                    <a:pt x="359" y="6863"/>
                  </a:lnTo>
                  <a:cubicBezTo>
                    <a:pt x="359" y="7022"/>
                    <a:pt x="259" y="7161"/>
                    <a:pt x="160" y="7161"/>
                  </a:cubicBezTo>
                  <a:cubicBezTo>
                    <a:pt x="60" y="7161"/>
                    <a:pt x="1" y="7062"/>
                    <a:pt x="1" y="6903"/>
                  </a:cubicBezTo>
                  <a:lnTo>
                    <a:pt x="160" y="358"/>
                  </a:lnTo>
                  <a:lnTo>
                    <a:pt x="359" y="338"/>
                  </a:lnTo>
                  <a:cubicBezTo>
                    <a:pt x="2985" y="0"/>
                    <a:pt x="5372" y="179"/>
                    <a:pt x="7480" y="895"/>
                  </a:cubicBezTo>
                  <a:lnTo>
                    <a:pt x="7659" y="955"/>
                  </a:lnTo>
                  <a:lnTo>
                    <a:pt x="6187" y="7500"/>
                  </a:lnTo>
                  <a:cubicBezTo>
                    <a:pt x="6167" y="7639"/>
                    <a:pt x="6108" y="7718"/>
                    <a:pt x="6008" y="773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4" name="Google Shape;2149;p29"/>
            <p:cNvSpPr/>
            <p:nvPr/>
          </p:nvSpPr>
          <p:spPr>
            <a:xfrm rot="20227800">
              <a:off x="4296960" y="-1409760"/>
              <a:ext cx="67680" cy="105480"/>
            </a:xfrm>
            <a:custGeom>
              <a:avLst/>
              <a:gdLst>
                <a:gd name="textAreaLeft" fmla="*/ 0 w 67680"/>
                <a:gd name="textAreaRight" fmla="*/ 68040 w 67680"/>
                <a:gd name="textAreaTop" fmla="*/ 0 h 105480"/>
                <a:gd name="textAreaBottom" fmla="*/ 105840 h 105480"/>
              </a:gdLst>
              <a:ahLst/>
              <a:cxnLst/>
              <a:rect l="textAreaLeft" t="textAreaTop" r="textAreaRight" b="textAreaBottom"/>
              <a:pathLst>
                <a:path w="1633" h="2547">
                  <a:moveTo>
                    <a:pt x="1592" y="1154"/>
                  </a:moveTo>
                  <a:cubicBezTo>
                    <a:pt x="1592" y="1512"/>
                    <a:pt x="1493" y="1830"/>
                    <a:pt x="1354" y="2089"/>
                  </a:cubicBezTo>
                  <a:cubicBezTo>
                    <a:pt x="1274" y="2208"/>
                    <a:pt x="1195" y="2308"/>
                    <a:pt x="1095" y="2387"/>
                  </a:cubicBezTo>
                  <a:cubicBezTo>
                    <a:pt x="996" y="2447"/>
                    <a:pt x="896" y="2507"/>
                    <a:pt x="797" y="2527"/>
                  </a:cubicBezTo>
                  <a:cubicBezTo>
                    <a:pt x="578" y="2547"/>
                    <a:pt x="399" y="2447"/>
                    <a:pt x="260" y="2248"/>
                  </a:cubicBezTo>
                  <a:cubicBezTo>
                    <a:pt x="100" y="2049"/>
                    <a:pt x="1" y="1751"/>
                    <a:pt x="1" y="1413"/>
                  </a:cubicBezTo>
                  <a:cubicBezTo>
                    <a:pt x="1" y="716"/>
                    <a:pt x="379" y="100"/>
                    <a:pt x="836" y="20"/>
                  </a:cubicBezTo>
                  <a:cubicBezTo>
                    <a:pt x="956" y="0"/>
                    <a:pt x="1055" y="20"/>
                    <a:pt x="1155" y="60"/>
                  </a:cubicBezTo>
                  <a:cubicBezTo>
                    <a:pt x="1254" y="120"/>
                    <a:pt x="1334" y="199"/>
                    <a:pt x="1393" y="319"/>
                  </a:cubicBezTo>
                  <a:cubicBezTo>
                    <a:pt x="1553" y="518"/>
                    <a:pt x="1632" y="816"/>
                    <a:pt x="1592" y="1154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2920" bIns="52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5" name="Google Shape;2150;p29"/>
            <p:cNvSpPr/>
            <p:nvPr/>
          </p:nvSpPr>
          <p:spPr>
            <a:xfrm rot="20227800">
              <a:off x="4528800" y="-1496520"/>
              <a:ext cx="68400" cy="11232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112320"/>
                <a:gd name="textAreaBottom" fmla="*/ 112680 h 112320"/>
              </a:gdLst>
              <a:ahLst/>
              <a:cxnLst/>
              <a:rect l="textAreaLeft" t="textAreaTop" r="textAreaRight" b="textAreaBottom"/>
              <a:pathLst>
                <a:path w="1652" h="2706">
                  <a:moveTo>
                    <a:pt x="1472" y="1572"/>
                  </a:moveTo>
                  <a:cubicBezTo>
                    <a:pt x="1333" y="2268"/>
                    <a:pt x="895" y="2705"/>
                    <a:pt x="517" y="2586"/>
                  </a:cubicBezTo>
                  <a:cubicBezTo>
                    <a:pt x="338" y="2507"/>
                    <a:pt x="199" y="2367"/>
                    <a:pt x="100" y="2089"/>
                  </a:cubicBezTo>
                  <a:cubicBezTo>
                    <a:pt x="20" y="1850"/>
                    <a:pt x="0" y="1492"/>
                    <a:pt x="40" y="1154"/>
                  </a:cubicBezTo>
                  <a:cubicBezTo>
                    <a:pt x="100" y="796"/>
                    <a:pt x="239" y="497"/>
                    <a:pt x="418" y="298"/>
                  </a:cubicBezTo>
                  <a:cubicBezTo>
                    <a:pt x="597" y="99"/>
                    <a:pt x="816" y="0"/>
                    <a:pt x="1015" y="80"/>
                  </a:cubicBezTo>
                  <a:cubicBezTo>
                    <a:pt x="1452" y="219"/>
                    <a:pt x="1651" y="875"/>
                    <a:pt x="1472" y="1572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6160" bIns="561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6" name="Google Shape;2151;p29"/>
            <p:cNvSpPr/>
            <p:nvPr/>
          </p:nvSpPr>
          <p:spPr>
            <a:xfrm rot="20227800">
              <a:off x="4412160" y="-1465920"/>
              <a:ext cx="65880" cy="106560"/>
            </a:xfrm>
            <a:custGeom>
              <a:avLst/>
              <a:gdLst>
                <a:gd name="textAreaLeft" fmla="*/ 0 w 65880"/>
                <a:gd name="textAreaRight" fmla="*/ 66240 w 65880"/>
                <a:gd name="textAreaTop" fmla="*/ 0 h 106560"/>
                <a:gd name="textAreaBottom" fmla="*/ 106920 h 106560"/>
              </a:gdLst>
              <a:ahLst/>
              <a:cxnLst/>
              <a:rect l="textAreaLeft" t="textAreaTop" r="textAreaRight" b="textAreaBottom"/>
              <a:pathLst>
                <a:path w="1592" h="2567">
                  <a:moveTo>
                    <a:pt x="1552" y="1333"/>
                  </a:moveTo>
                  <a:cubicBezTo>
                    <a:pt x="1492" y="1691"/>
                    <a:pt x="1373" y="1990"/>
                    <a:pt x="1214" y="2208"/>
                  </a:cubicBezTo>
                  <a:cubicBezTo>
                    <a:pt x="1075" y="2407"/>
                    <a:pt x="876" y="2566"/>
                    <a:pt x="677" y="2566"/>
                  </a:cubicBezTo>
                  <a:cubicBezTo>
                    <a:pt x="577" y="2566"/>
                    <a:pt x="478" y="2507"/>
                    <a:pt x="398" y="2447"/>
                  </a:cubicBezTo>
                  <a:cubicBezTo>
                    <a:pt x="319" y="2368"/>
                    <a:pt x="259" y="2288"/>
                    <a:pt x="179" y="2169"/>
                  </a:cubicBezTo>
                  <a:cubicBezTo>
                    <a:pt x="60" y="1930"/>
                    <a:pt x="0" y="1612"/>
                    <a:pt x="20" y="1273"/>
                  </a:cubicBezTo>
                  <a:cubicBezTo>
                    <a:pt x="60" y="915"/>
                    <a:pt x="179" y="597"/>
                    <a:pt x="319" y="378"/>
                  </a:cubicBezTo>
                  <a:cubicBezTo>
                    <a:pt x="398" y="259"/>
                    <a:pt x="498" y="179"/>
                    <a:pt x="597" y="100"/>
                  </a:cubicBezTo>
                  <a:cubicBezTo>
                    <a:pt x="697" y="60"/>
                    <a:pt x="796" y="0"/>
                    <a:pt x="915" y="20"/>
                  </a:cubicBezTo>
                  <a:cubicBezTo>
                    <a:pt x="1154" y="60"/>
                    <a:pt x="1313" y="179"/>
                    <a:pt x="1453" y="418"/>
                  </a:cubicBezTo>
                  <a:cubicBezTo>
                    <a:pt x="1552" y="677"/>
                    <a:pt x="1592" y="995"/>
                    <a:pt x="1552" y="133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3280" bIns="532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7" name="Google Shape;2152;p29"/>
            <p:cNvSpPr/>
            <p:nvPr/>
          </p:nvSpPr>
          <p:spPr>
            <a:xfrm rot="20227800">
              <a:off x="4403520" y="-1684800"/>
              <a:ext cx="47520" cy="269280"/>
            </a:xfrm>
            <a:custGeom>
              <a:avLst/>
              <a:gdLst>
                <a:gd name="textAreaLeft" fmla="*/ 0 w 47520"/>
                <a:gd name="textAreaRight" fmla="*/ 47880 w 47520"/>
                <a:gd name="textAreaTop" fmla="*/ 0 h 269280"/>
                <a:gd name="textAreaBottom" fmla="*/ 269640 h 269280"/>
              </a:gdLst>
              <a:ahLst/>
              <a:cxnLst/>
              <a:rect l="textAreaLeft" t="textAreaTop" r="textAreaRight" b="textAreaBottom"/>
              <a:pathLst>
                <a:path w="1155" h="6486">
                  <a:moveTo>
                    <a:pt x="378" y="6485"/>
                  </a:moveTo>
                  <a:lnTo>
                    <a:pt x="0" y="6465"/>
                  </a:lnTo>
                  <a:lnTo>
                    <a:pt x="776" y="0"/>
                  </a:lnTo>
                  <a:lnTo>
                    <a:pt x="1154" y="4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8" name="Google Shape;2153;p29"/>
            <p:cNvSpPr/>
            <p:nvPr/>
          </p:nvSpPr>
          <p:spPr>
            <a:xfrm rot="20227800">
              <a:off x="4258440" y="-1638720"/>
              <a:ext cx="298440" cy="60840"/>
            </a:xfrm>
            <a:custGeom>
              <a:avLst/>
              <a:gdLst>
                <a:gd name="textAreaLeft" fmla="*/ 0 w 298440"/>
                <a:gd name="textAreaRight" fmla="*/ 298800 w 298440"/>
                <a:gd name="textAreaTop" fmla="*/ 0 h 60840"/>
                <a:gd name="textAreaBottom" fmla="*/ 61200 h 60840"/>
              </a:gdLst>
              <a:ahLst/>
              <a:cxnLst/>
              <a:rect l="textAreaLeft" t="textAreaTop" r="textAreaRight" b="textAreaBottom"/>
              <a:pathLst>
                <a:path w="7182" h="1473">
                  <a:moveTo>
                    <a:pt x="6982" y="1473"/>
                  </a:moveTo>
                  <a:lnTo>
                    <a:pt x="6923" y="1473"/>
                  </a:lnTo>
                  <a:cubicBezTo>
                    <a:pt x="4894" y="776"/>
                    <a:pt x="2686" y="617"/>
                    <a:pt x="179" y="896"/>
                  </a:cubicBezTo>
                  <a:cubicBezTo>
                    <a:pt x="80" y="936"/>
                    <a:pt x="0" y="796"/>
                    <a:pt x="0" y="637"/>
                  </a:cubicBezTo>
                  <a:cubicBezTo>
                    <a:pt x="0" y="478"/>
                    <a:pt x="100" y="339"/>
                    <a:pt x="199" y="339"/>
                  </a:cubicBezTo>
                  <a:cubicBezTo>
                    <a:pt x="2765" y="1"/>
                    <a:pt x="4993" y="200"/>
                    <a:pt x="7042" y="896"/>
                  </a:cubicBezTo>
                  <a:cubicBezTo>
                    <a:pt x="7142" y="936"/>
                    <a:pt x="7181" y="1095"/>
                    <a:pt x="7142" y="1254"/>
                  </a:cubicBezTo>
                  <a:cubicBezTo>
                    <a:pt x="7142" y="1353"/>
                    <a:pt x="7062" y="1453"/>
                    <a:pt x="6982" y="147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0600" bIns="30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3" r:id="rId7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9.jpe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PlaceHolder 1"/>
          <p:cNvSpPr>
            <a:spLocks noGrp="1"/>
          </p:cNvSpPr>
          <p:nvPr>
            <p:ph type="title"/>
          </p:nvPr>
        </p:nvSpPr>
        <p:spPr>
          <a:xfrm>
            <a:off x="1714680" y="1390680"/>
            <a:ext cx="5724000" cy="188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 fontScale="77500" lnSpcReduction="19999"/>
          </a:bodyPr>
          <a:p>
            <a:pPr indent="0" algn="ctr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US" sz="7000" strike="noStrike" u="none">
                <a:solidFill>
                  <a:schemeClr val="dk1"/>
                </a:solidFill>
                <a:effectLst/>
                <a:uFillTx/>
                <a:latin typeface="DM Serif Display"/>
                <a:ea typeface="DM Serif Display"/>
              </a:rPr>
              <a:t>Music Recommendation system</a:t>
            </a:r>
            <a:endParaRPr b="0" lang="fr-FR" sz="7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82" name="PlaceHolder 2"/>
          <p:cNvSpPr>
            <a:spLocks noGrp="1"/>
          </p:cNvSpPr>
          <p:nvPr>
            <p:ph type="subTitle"/>
          </p:nvPr>
        </p:nvSpPr>
        <p:spPr>
          <a:xfrm>
            <a:off x="1714680" y="3276720"/>
            <a:ext cx="5724000" cy="47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Didact Gothic"/>
                <a:ea typeface="Didact Gothic"/>
              </a:rPr>
              <a:t>Comparison of Facial Emotion vs Text-Based Mood Detection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2804;p50"/>
          <p:cNvSpPr/>
          <p:nvPr/>
        </p:nvSpPr>
        <p:spPr>
          <a:xfrm>
            <a:off x="4239360" y="690480"/>
            <a:ext cx="3767040" cy="3762720"/>
          </a:xfrm>
          <a:prstGeom prst="flowChartConnector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84" name="PlaceHolder 1"/>
          <p:cNvSpPr>
            <a:spLocks noGrp="1"/>
          </p:cNvSpPr>
          <p:nvPr>
            <p:ph type="title"/>
          </p:nvPr>
        </p:nvSpPr>
        <p:spPr>
          <a:xfrm>
            <a:off x="723960" y="685800"/>
            <a:ext cx="3295440" cy="175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000" strike="noStrike" u="none">
                <a:solidFill>
                  <a:schemeClr val="dk1"/>
                </a:solidFill>
                <a:effectLst/>
                <a:uFillTx/>
                <a:latin typeface="DM Serif Display"/>
                <a:ea typeface="DM Serif Display"/>
              </a:rPr>
              <a:t>Objectives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85" name="PlaceHolder 2"/>
          <p:cNvSpPr>
            <a:spLocks noGrp="1"/>
          </p:cNvSpPr>
          <p:nvPr>
            <p:ph type="subTitle"/>
          </p:nvPr>
        </p:nvSpPr>
        <p:spPr>
          <a:xfrm>
            <a:off x="723960" y="2438280"/>
            <a:ext cx="2781000" cy="2361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2500" lnSpcReduction="9999"/>
          </a:bodyPr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Didact Gothic"/>
                <a:ea typeface="Didact Gothic"/>
              </a:rPr>
              <a:t>- To detect user emotion using facial expressions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Didact Gothic"/>
                <a:ea typeface="Didact Gothic"/>
              </a:rPr>
              <a:t>- To identify mood from text input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Didact Gothic"/>
                <a:ea typeface="Didact Gothic"/>
              </a:rPr>
              <a:t>- To recommend songs based on detected emotion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Didact Gothic"/>
                <a:ea typeface="Didact Gothic"/>
              </a:rPr>
              <a:t>- To compare facial emotion vs text-based mood detection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Didact Gothic"/>
                <a:ea typeface="Didact Gothic"/>
              </a:rPr>
              <a:t>- To evaluate recommendation accuracy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"/>
          <p:cNvSpPr/>
          <p:nvPr/>
        </p:nvSpPr>
        <p:spPr>
          <a:xfrm>
            <a:off x="619200" y="619200"/>
            <a:ext cx="7905240" cy="80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500" strike="noStrike" u="none">
                <a:solidFill>
                  <a:schemeClr val="dk1"/>
                </a:solidFill>
                <a:effectLst/>
                <a:uFillTx/>
                <a:latin typeface="DM Serif Display"/>
              </a:rPr>
              <a:t>Real-Time Statistics</a:t>
            </a:r>
            <a:endParaRPr b="0" lang="en-US" sz="35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87" name=""/>
          <p:cNvSpPr/>
          <p:nvPr/>
        </p:nvSpPr>
        <p:spPr>
          <a:xfrm>
            <a:off x="619200" y="1905120"/>
            <a:ext cx="7905240" cy="261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algn="ctr"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Didact Gothic"/>
              </a:rPr>
              <a:t>- Over 70% users prefer personalized music recommendations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algn="ctr"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Didact Gothic"/>
              </a:rPr>
              <a:t>- Music streaming apps like Spotify use AI-based recommendations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algn="ctr"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Didact Gothic"/>
              </a:rPr>
              <a:t>- Emotion-aware systems improve user satisfaction by ~30%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algn="ctr"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Didact Gothic"/>
              </a:rPr>
              <a:t>- Facial recognition and NLP are widely used in modern AI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"/>
          <p:cNvSpPr/>
          <p:nvPr/>
        </p:nvSpPr>
        <p:spPr>
          <a:xfrm>
            <a:off x="619200" y="619200"/>
            <a:ext cx="7905240" cy="80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500" strike="noStrike" u="none">
                <a:solidFill>
                  <a:schemeClr val="dk1"/>
                </a:solidFill>
                <a:effectLst/>
                <a:uFillTx/>
                <a:latin typeface="DM Serif Display"/>
              </a:rPr>
              <a:t>Motivation</a:t>
            </a:r>
            <a:endParaRPr b="0" lang="en-US" sz="35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89" name=""/>
          <p:cNvSpPr/>
          <p:nvPr/>
        </p:nvSpPr>
        <p:spPr>
          <a:xfrm>
            <a:off x="619200" y="1905120"/>
            <a:ext cx="7905240" cy="261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algn="ctr"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Didact Gothic"/>
              </a:rPr>
              <a:t>- Music affects human emotions deeply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algn="ctr"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Didact Gothic"/>
              </a:rPr>
              <a:t>- Manual playlist selection is time-consuming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algn="ctr"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Didact Gothic"/>
              </a:rPr>
              <a:t>- Need for automatic mood-based music system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algn="ctr"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Didact Gothic"/>
              </a:rPr>
              <a:t>- Improve user experience using AI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"/>
          <p:cNvSpPr/>
          <p:nvPr/>
        </p:nvSpPr>
        <p:spPr>
          <a:xfrm>
            <a:off x="619200" y="619200"/>
            <a:ext cx="3476160" cy="80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500" strike="noStrike" u="none">
                <a:solidFill>
                  <a:schemeClr val="dk1"/>
                </a:solidFill>
                <a:effectLst/>
                <a:uFillTx/>
                <a:latin typeface="DM Serif Display"/>
              </a:rPr>
              <a:t>Existing Systems</a:t>
            </a:r>
            <a:endParaRPr b="0" lang="en-US" sz="35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91" name=""/>
          <p:cNvSpPr/>
          <p:nvPr/>
        </p:nvSpPr>
        <p:spPr>
          <a:xfrm>
            <a:off x="619200" y="1905120"/>
            <a:ext cx="3476160" cy="261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algn="ctr"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Didact Gothic"/>
              </a:rPr>
              <a:t>- Apps like Spotify and YouTube Music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algn="ctr"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Didact Gothic"/>
              </a:rPr>
              <a:t>- Recommendation based on:liListening history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algn="ctr"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Didact Gothic"/>
              </a:rPr>
              <a:t>- Popular songs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algn="ctr"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Didact Gothic"/>
              </a:rPr>
              <a:t>- User preferences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algn="ctr"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Didact Gothic"/>
              </a:rPr>
              <a:t>/li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92" name="image69eef26f66705" descr="image69eef26f66708"/>
          <p:cNvSpPr/>
          <p:nvPr/>
        </p:nvSpPr>
        <p:spPr>
          <a:xfrm>
            <a:off x="4800600" y="257040"/>
            <a:ext cx="4114440" cy="4628880"/>
          </a:xfrm>
          <a:prstGeom prst="roundRect">
            <a:avLst>
              <a:gd name="adj" fmla="val 16667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"/>
          <p:cNvSpPr/>
          <p:nvPr/>
        </p:nvSpPr>
        <p:spPr>
          <a:xfrm>
            <a:off x="619200" y="619200"/>
            <a:ext cx="7905240" cy="80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500" strike="noStrike" u="none">
                <a:solidFill>
                  <a:schemeClr val="dk1"/>
                </a:solidFill>
                <a:effectLst/>
                <a:uFillTx/>
                <a:latin typeface="DM Serif Display"/>
              </a:rPr>
              <a:t>Issues in Existing Systems</a:t>
            </a:r>
            <a:endParaRPr b="0" lang="en-US" sz="35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94" name=""/>
          <p:cNvSpPr/>
          <p:nvPr/>
        </p:nvSpPr>
        <p:spPr>
          <a:xfrm>
            <a:off x="619200" y="1905120"/>
            <a:ext cx="7905240" cy="261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algn="ctr"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Didact Gothic"/>
              </a:rPr>
              <a:t>- No real-time emotion detection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algn="ctr"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Didact Gothic"/>
              </a:rPr>
              <a:t>- Recommendations not based on current mood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algn="ctr"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Didact Gothic"/>
              </a:rPr>
              <a:t>- Lack of personalization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algn="ctr"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Didact Gothic"/>
              </a:rPr>
              <a:t>- Cannot detect user feelings instantly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"/>
          <p:cNvSpPr/>
          <p:nvPr/>
        </p:nvSpPr>
        <p:spPr>
          <a:xfrm>
            <a:off x="619200" y="619200"/>
            <a:ext cx="7905240" cy="80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500" strike="noStrike" u="none">
                <a:solidFill>
                  <a:schemeClr val="dk1"/>
                </a:solidFill>
                <a:effectLst/>
                <a:uFillTx/>
                <a:latin typeface="DM Serif Display"/>
              </a:rPr>
              <a:t>Proposed System</a:t>
            </a:r>
            <a:endParaRPr b="0" lang="en-US" sz="35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96" name=""/>
          <p:cNvSpPr/>
          <p:nvPr/>
        </p:nvSpPr>
        <p:spPr>
          <a:xfrm>
            <a:off x="619200" y="1905120"/>
            <a:ext cx="7905240" cy="261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algn="ctr"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Didact Gothic"/>
              </a:rPr>
              <a:t>- Detect emotion using: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algn="ctr"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Didact Gothic"/>
              </a:rPr>
              <a:t>- Face (camera)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algn="ctr"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Didact Gothic"/>
              </a:rPr>
              <a:t>- Text input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algn="ctr"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Didact Gothic"/>
              </a:rPr>
              <a:t>- Recommend songs based on emotion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algn="ctr"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Didact Gothic"/>
              </a:rPr>
              <a:t>- Compare both methods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algn="ctr"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Didact Gothic"/>
              </a:rPr>
              <a:t>- Provide better personalized results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"/>
          <p:cNvSpPr/>
          <p:nvPr/>
        </p:nvSpPr>
        <p:spPr>
          <a:xfrm>
            <a:off x="5048280" y="619200"/>
            <a:ext cx="3476160" cy="80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500" strike="noStrike" u="none">
                <a:solidFill>
                  <a:schemeClr val="dk1"/>
                </a:solidFill>
                <a:effectLst/>
                <a:uFillTx/>
                <a:latin typeface="DM Serif Display"/>
              </a:rPr>
              <a:t>Comparison</a:t>
            </a:r>
            <a:endParaRPr b="0" lang="en-US" sz="35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98" name=""/>
          <p:cNvSpPr/>
          <p:nvPr/>
        </p:nvSpPr>
        <p:spPr>
          <a:xfrm>
            <a:off x="5048280" y="1905120"/>
            <a:ext cx="3476160" cy="261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lnSpcReduction="9999"/>
          </a:bodyPr>
          <a:p>
            <a:pPr algn="ctr"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Didact Gothic"/>
              </a:rPr>
              <a:t>- Emotion detection is not available in existing systems, but it is available in the proposed system.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algn="ctr"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Didact Gothic"/>
              </a:rPr>
              <a:t>- Real-time mood detection is not supported in existing systems, whereas the proposed system supports it.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algn="ctr"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Didact Gothic"/>
              </a:rPr>
              <a:t>- Personalization is limited in existing systems, but it is high in the proposed system.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99" name="image69eef26f706fc" descr="image69eef26f70701"/>
          <p:cNvSpPr/>
          <p:nvPr/>
        </p:nvSpPr>
        <p:spPr>
          <a:xfrm>
            <a:off x="228600" y="257040"/>
            <a:ext cx="4114440" cy="4628880"/>
          </a:xfrm>
          <a:prstGeom prst="roundRect">
            <a:avLst>
              <a:gd name="adj" fmla="val 16667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"/>
          <p:cNvSpPr/>
          <p:nvPr/>
        </p:nvSpPr>
        <p:spPr>
          <a:xfrm>
            <a:off x="619200" y="619200"/>
            <a:ext cx="7905240" cy="80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500" strike="noStrike" u="none">
                <a:solidFill>
                  <a:schemeClr val="dk1"/>
                </a:solidFill>
                <a:effectLst/>
                <a:uFillTx/>
                <a:latin typeface="DM Serif Display"/>
              </a:rPr>
              <a:t>Sample Input / Output</a:t>
            </a:r>
            <a:endParaRPr b="0" lang="en-US" sz="35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01" name=""/>
          <p:cNvSpPr/>
          <p:nvPr/>
        </p:nvSpPr>
        <p:spPr>
          <a:xfrm>
            <a:off x="619200" y="1905120"/>
            <a:ext cx="7905240" cy="261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lnSpcReduction="9999"/>
          </a:bodyPr>
          <a:p>
            <a:pPr algn="ctr" defTabSz="914400">
              <a:lnSpc>
                <a:spcPct val="15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chemeClr val="dk1"/>
                </a:solidFill>
                <a:effectLst/>
                <a:uFillTx/>
                <a:latin typeface="Didact Gothic"/>
              </a:rPr>
              <a:t>Input 1 (Face):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algn="ctr"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Didact Gothic"/>
              </a:rPr>
              <a:t> → Happy face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algn="ctr" defTabSz="914400">
              <a:lnSpc>
                <a:spcPct val="15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chemeClr val="dk1"/>
                </a:solidFill>
                <a:effectLst/>
                <a:uFillTx/>
                <a:latin typeface="Didact Gothic"/>
              </a:rPr>
              <a:t>Output: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algn="ctr"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Didact Gothic"/>
              </a:rPr>
              <a:t> → Happy songs list 🎵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algn="ctr" defTabSz="914400">
              <a:lnSpc>
                <a:spcPct val="15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chemeClr val="dk1"/>
                </a:solidFill>
                <a:effectLst/>
                <a:uFillTx/>
                <a:latin typeface="Didact Gothic"/>
              </a:rPr>
              <a:t>Input 2 (Text):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algn="ctr"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Didact Gothic"/>
              </a:rPr>
              <a:t> → “I feel sad”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algn="ctr" defTabSz="914400">
              <a:lnSpc>
                <a:spcPct val="15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chemeClr val="dk1"/>
                </a:solidFill>
                <a:effectLst/>
                <a:uFillTx/>
                <a:latin typeface="Didact Gothic"/>
              </a:rPr>
              <a:t>Output: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algn="ctr"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Didact Gothic"/>
              </a:rPr>
              <a:t> → Sad songs list 🎵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"/>
          <p:cNvSpPr/>
          <p:nvPr/>
        </p:nvSpPr>
        <p:spPr>
          <a:xfrm>
            <a:off x="619200" y="619200"/>
            <a:ext cx="7905240" cy="80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500" strike="noStrike" u="none">
                <a:solidFill>
                  <a:schemeClr val="dk1"/>
                </a:solidFill>
                <a:effectLst/>
                <a:uFillTx/>
                <a:latin typeface="DM Serif Display"/>
              </a:rPr>
              <a:t>Tools and Dataset Used</a:t>
            </a:r>
            <a:endParaRPr b="0" lang="en-US" sz="35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03" name=""/>
          <p:cNvSpPr/>
          <p:nvPr/>
        </p:nvSpPr>
        <p:spPr>
          <a:xfrm>
            <a:off x="619200" y="1905120"/>
            <a:ext cx="7905240" cy="261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algn="ctr" defTabSz="914400">
              <a:lnSpc>
                <a:spcPct val="15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chemeClr val="dk1"/>
                </a:solidFill>
                <a:effectLst/>
                <a:uFillTx/>
                <a:latin typeface="Didact Gothic"/>
              </a:rPr>
              <a:t>Tools: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algn="ctr"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Didact Gothic"/>
              </a:rPr>
              <a:t>- Python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algn="ctr"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Didact Gothic"/>
              </a:rPr>
              <a:t>- OpenCV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algn="ctr"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Didact Gothic"/>
              </a:rPr>
              <a:t>- DeepFace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algn="ctr"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Didact Gothic"/>
              </a:rPr>
              <a:t>- Pandas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algn="ctr" defTabSz="914400">
              <a:lnSpc>
                <a:spcPct val="15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chemeClr val="dk1"/>
                </a:solidFill>
                <a:effectLst/>
                <a:uFillTx/>
                <a:latin typeface="Didact Gothic"/>
              </a:rPr>
              <a:t>Dataset: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algn="ctr"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Didact Gothic"/>
              </a:rPr>
              <a:t>- Custom CSV file with songs and emotions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"/>
          <p:cNvSpPr/>
          <p:nvPr/>
        </p:nvSpPr>
        <p:spPr>
          <a:xfrm>
            <a:off x="619200" y="619200"/>
            <a:ext cx="7905240" cy="80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500" strike="noStrike" u="none">
                <a:solidFill>
                  <a:schemeClr val="dk1"/>
                </a:solidFill>
                <a:effectLst/>
                <a:uFillTx/>
                <a:latin typeface="DM Serif Display"/>
              </a:rPr>
              <a:t>Results and Analysis</a:t>
            </a:r>
            <a:endParaRPr b="0" lang="en-US" sz="35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05" name=""/>
          <p:cNvSpPr/>
          <p:nvPr/>
        </p:nvSpPr>
        <p:spPr>
          <a:xfrm>
            <a:off x="619200" y="1905120"/>
            <a:ext cx="7905240" cy="261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algn="ctr"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Didact Gothic"/>
              </a:rPr>
              <a:t>- Facial detection works automatically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algn="ctr"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Didact Gothic"/>
              </a:rPr>
              <a:t>- Text detection depends on user input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algn="ctr"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Didact Gothic"/>
              </a:rPr>
              <a:t>- Different recommendations observed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algn="ctr"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Didact Gothic"/>
              </a:rPr>
              <a:t>- Combined system gives better results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"/>
          <p:cNvSpPr/>
          <p:nvPr/>
        </p:nvSpPr>
        <p:spPr>
          <a:xfrm>
            <a:off x="619200" y="619200"/>
            <a:ext cx="7905240" cy="80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500" strike="noStrike" u="none">
                <a:solidFill>
                  <a:schemeClr val="dk1"/>
                </a:solidFill>
                <a:effectLst/>
                <a:uFillTx/>
                <a:latin typeface="DM Serif Display"/>
              </a:rPr>
              <a:t>References</a:t>
            </a:r>
            <a:endParaRPr b="0" lang="en-US" sz="35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07" name=""/>
          <p:cNvSpPr/>
          <p:nvPr/>
        </p:nvSpPr>
        <p:spPr>
          <a:xfrm>
            <a:off x="619200" y="1905120"/>
            <a:ext cx="7905240" cy="261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algn="ctr"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Didact Gothic"/>
              </a:rPr>
              <a:t>- DeepFace Documentation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algn="ctr"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Didact Gothic"/>
              </a:rPr>
              <a:t>- OpenCV Documentation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algn="ctr"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Didact Gothic"/>
              </a:rPr>
              <a:t>- Python Official Documentation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algn="ctr"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Didact Gothic"/>
              </a:rPr>
              <a:t>- Emotion-Based Music Recommendation (Research Paper)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algn="ctr"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Didact Gothic"/>
              </a:rPr>
              <a:t>- Spotify Official Website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PlaceHolder 1"/>
          <p:cNvSpPr>
            <a:spLocks noGrp="1"/>
          </p:cNvSpPr>
          <p:nvPr>
            <p:ph type="title"/>
          </p:nvPr>
        </p:nvSpPr>
        <p:spPr>
          <a:xfrm>
            <a:off x="2352600" y="447840"/>
            <a:ext cx="4447800" cy="2774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8500" strike="noStrike" u="none">
                <a:solidFill>
                  <a:schemeClr val="dk1"/>
                </a:solidFill>
                <a:effectLst/>
                <a:uFillTx/>
                <a:latin typeface="DM Serif Display"/>
                <a:ea typeface="DM Serif Display"/>
              </a:rPr>
              <a:t>Thanks!</a:t>
            </a:r>
            <a:endParaRPr b="0" lang="fr-FR" sz="8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09" name="PlaceHolder 2"/>
          <p:cNvSpPr>
            <a:spLocks noGrp="1"/>
          </p:cNvSpPr>
          <p:nvPr>
            <p:ph type="subTitle"/>
          </p:nvPr>
        </p:nvSpPr>
        <p:spPr>
          <a:xfrm>
            <a:off x="2352600" y="1752480"/>
            <a:ext cx="4447800" cy="1057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000" strike="noStrike" u="none">
                <a:solidFill>
                  <a:schemeClr val="dk1"/>
                </a:solidFill>
                <a:effectLst/>
                <a:uFillTx/>
                <a:latin typeface="Didact Gothic"/>
                <a:ea typeface="Didact Gothic"/>
              </a:rPr>
              <a:t>Do you have any questions?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trike="noStrike" u="none">
                <a:solidFill>
                  <a:schemeClr val="dk1"/>
                </a:solidFill>
                <a:effectLst/>
                <a:uFillTx/>
                <a:latin typeface="Didact Gothic"/>
                <a:ea typeface="Didact Gothic"/>
              </a:rPr>
              <a:t>youremail@freepik.com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trike="noStrike" u="none">
                <a:solidFill>
                  <a:schemeClr val="dk1"/>
                </a:solidFill>
                <a:effectLst/>
                <a:uFillTx/>
                <a:latin typeface="Didact Gothic"/>
                <a:ea typeface="Didact Gothic"/>
              </a:rPr>
              <a:t>+34 654 321 432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trike="noStrike" u="none">
                <a:solidFill>
                  <a:schemeClr val="dk1"/>
                </a:solidFill>
                <a:effectLst/>
                <a:uFillTx/>
                <a:latin typeface="Didact Gothic"/>
                <a:ea typeface="Didact Gothic"/>
              </a:rPr>
              <a:t>yourwebsite.com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10" name="Google Shape;2222;p39"/>
          <p:cNvSpPr/>
          <p:nvPr/>
        </p:nvSpPr>
        <p:spPr>
          <a:xfrm>
            <a:off x="2495520" y="4124160"/>
            <a:ext cx="4152600" cy="2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70823080" rIns="870823080" tIns="-3218040" bIns="-321804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" sz="1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Please keep this slide for attribution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511" name="Google Shape;2223;p39"/>
          <p:cNvGrpSpPr/>
          <p:nvPr/>
        </p:nvGrpSpPr>
        <p:grpSpPr>
          <a:xfrm>
            <a:off x="4326480" y="3063960"/>
            <a:ext cx="490320" cy="481680"/>
            <a:chOff x="4326480" y="3063960"/>
            <a:chExt cx="490320" cy="481680"/>
          </a:xfrm>
        </p:grpSpPr>
        <p:sp>
          <p:nvSpPr>
            <p:cNvPr id="512" name="Google Shape;2224;p39"/>
            <p:cNvSpPr/>
            <p:nvPr/>
          </p:nvSpPr>
          <p:spPr>
            <a:xfrm>
              <a:off x="4326480" y="3063960"/>
              <a:ext cx="482040" cy="481320"/>
            </a:xfrm>
            <a:custGeom>
              <a:avLst/>
              <a:gdLst>
                <a:gd name="textAreaLeft" fmla="*/ 0 w 482040"/>
                <a:gd name="textAreaRight" fmla="*/ 482400 w 482040"/>
                <a:gd name="textAreaTop" fmla="*/ 0 h 481320"/>
                <a:gd name="textAreaBottom" fmla="*/ 481680 h 481320"/>
              </a:gdLst>
              <a:ahLst/>
              <a:cxnLst/>
              <a:rect l="textAreaLeft" t="textAreaTop" r="textAreaRight" b="textAreaBottom"/>
              <a:pathLst>
                <a:path w="13613" h="13599">
                  <a:moveTo>
                    <a:pt x="6814" y="0"/>
                  </a:moveTo>
                  <a:cubicBezTo>
                    <a:pt x="3046" y="0"/>
                    <a:pt x="0" y="3046"/>
                    <a:pt x="0" y="6799"/>
                  </a:cubicBezTo>
                  <a:cubicBezTo>
                    <a:pt x="0" y="10552"/>
                    <a:pt x="3046" y="13598"/>
                    <a:pt x="6814" y="13598"/>
                  </a:cubicBezTo>
                  <a:cubicBezTo>
                    <a:pt x="10567" y="13598"/>
                    <a:pt x="13613" y="10552"/>
                    <a:pt x="13613" y="6799"/>
                  </a:cubicBezTo>
                  <a:cubicBezTo>
                    <a:pt x="13613" y="3046"/>
                    <a:pt x="10567" y="0"/>
                    <a:pt x="681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13" name="Google Shape;2225;p39"/>
            <p:cNvSpPr/>
            <p:nvPr/>
          </p:nvSpPr>
          <p:spPr>
            <a:xfrm>
              <a:off x="4536000" y="3063960"/>
              <a:ext cx="280800" cy="481680"/>
            </a:xfrm>
            <a:custGeom>
              <a:avLst/>
              <a:gdLst>
                <a:gd name="textAreaLeft" fmla="*/ 0 w 280800"/>
                <a:gd name="textAreaRight" fmla="*/ 281160 w 280800"/>
                <a:gd name="textAreaTop" fmla="*/ 0 h 481680"/>
                <a:gd name="textAreaBottom" fmla="*/ 482040 h 481680"/>
              </a:gdLst>
              <a:ahLst/>
              <a:cxnLst/>
              <a:rect l="textAreaLeft" t="textAreaTop" r="textAreaRight" b="textAreaBottom"/>
              <a:pathLst>
                <a:path w="7941" h="13602">
                  <a:moveTo>
                    <a:pt x="896" y="0"/>
                  </a:moveTo>
                  <a:cubicBezTo>
                    <a:pt x="593" y="0"/>
                    <a:pt x="304" y="15"/>
                    <a:pt x="1" y="58"/>
                  </a:cubicBezTo>
                  <a:cubicBezTo>
                    <a:pt x="3393" y="505"/>
                    <a:pt x="5919" y="3378"/>
                    <a:pt x="5919" y="6799"/>
                  </a:cubicBezTo>
                  <a:cubicBezTo>
                    <a:pt x="5919" y="10220"/>
                    <a:pt x="3393" y="13093"/>
                    <a:pt x="1" y="13541"/>
                  </a:cubicBezTo>
                  <a:cubicBezTo>
                    <a:pt x="306" y="13581"/>
                    <a:pt x="610" y="13601"/>
                    <a:pt x="909" y="13601"/>
                  </a:cubicBezTo>
                  <a:cubicBezTo>
                    <a:pt x="4431" y="13601"/>
                    <a:pt x="7441" y="10865"/>
                    <a:pt x="7681" y="7247"/>
                  </a:cubicBezTo>
                  <a:cubicBezTo>
                    <a:pt x="7940" y="3320"/>
                    <a:pt x="4822" y="0"/>
                    <a:pt x="896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14" name="Google Shape;2226;p39"/>
            <p:cNvSpPr/>
            <p:nvPr/>
          </p:nvSpPr>
          <p:spPr>
            <a:xfrm>
              <a:off x="4441680" y="3262320"/>
              <a:ext cx="52920" cy="157680"/>
            </a:xfrm>
            <a:custGeom>
              <a:avLst/>
              <a:gdLst>
                <a:gd name="textAreaLeft" fmla="*/ 0 w 52920"/>
                <a:gd name="textAreaRight" fmla="*/ 53280 w 52920"/>
                <a:gd name="textAreaTop" fmla="*/ 0 h 157680"/>
                <a:gd name="textAreaBottom" fmla="*/ 158040 h 157680"/>
              </a:gdLst>
              <a:ahLst/>
              <a:cxnLst/>
              <a:rect l="textAreaLeft" t="textAreaTop" r="textAreaRight" b="textAreaBottom"/>
              <a:pathLst>
                <a:path w="1502" h="4461">
                  <a:moveTo>
                    <a:pt x="58" y="0"/>
                  </a:moveTo>
                  <a:cubicBezTo>
                    <a:pt x="29" y="0"/>
                    <a:pt x="0" y="29"/>
                    <a:pt x="0" y="58"/>
                  </a:cubicBezTo>
                  <a:lnTo>
                    <a:pt x="0" y="4403"/>
                  </a:lnTo>
                  <a:cubicBezTo>
                    <a:pt x="0" y="4432"/>
                    <a:pt x="29" y="4461"/>
                    <a:pt x="58" y="4461"/>
                  </a:cubicBezTo>
                  <a:lnTo>
                    <a:pt x="1444" y="4461"/>
                  </a:lnTo>
                  <a:cubicBezTo>
                    <a:pt x="1473" y="4461"/>
                    <a:pt x="1502" y="4446"/>
                    <a:pt x="1502" y="4403"/>
                  </a:cubicBezTo>
                  <a:lnTo>
                    <a:pt x="1502" y="58"/>
                  </a:lnTo>
                  <a:cubicBezTo>
                    <a:pt x="1502" y="29"/>
                    <a:pt x="1473" y="0"/>
                    <a:pt x="1444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8840" bIns="788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15" name="Google Shape;2227;p39"/>
            <p:cNvSpPr/>
            <p:nvPr/>
          </p:nvSpPr>
          <p:spPr>
            <a:xfrm>
              <a:off x="4420080" y="3168000"/>
              <a:ext cx="74520" cy="63720"/>
            </a:xfrm>
            <a:custGeom>
              <a:avLst/>
              <a:gdLst>
                <a:gd name="textAreaLeft" fmla="*/ 0 w 74520"/>
                <a:gd name="textAreaRight" fmla="*/ 74880 w 74520"/>
                <a:gd name="textAreaTop" fmla="*/ 0 h 63720"/>
                <a:gd name="textAreaBottom" fmla="*/ 64080 h 63720"/>
              </a:gdLst>
              <a:ahLst/>
              <a:cxnLst/>
              <a:rect l="textAreaLeft" t="textAreaTop" r="textAreaRight" b="textAreaBottom"/>
              <a:pathLst>
                <a:path w="2109" h="1811">
                  <a:moveTo>
                    <a:pt x="1208" y="0"/>
                  </a:moveTo>
                  <a:cubicBezTo>
                    <a:pt x="987" y="0"/>
                    <a:pt x="761" y="83"/>
                    <a:pt x="578" y="266"/>
                  </a:cubicBezTo>
                  <a:cubicBezTo>
                    <a:pt x="1" y="829"/>
                    <a:pt x="405" y="1810"/>
                    <a:pt x="1214" y="1810"/>
                  </a:cubicBezTo>
                  <a:cubicBezTo>
                    <a:pt x="1704" y="1810"/>
                    <a:pt x="2109" y="1406"/>
                    <a:pt x="2109" y="901"/>
                  </a:cubicBezTo>
                  <a:cubicBezTo>
                    <a:pt x="2109" y="355"/>
                    <a:pt x="1668" y="0"/>
                    <a:pt x="1208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2040" bIns="32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16" name="Google Shape;2228;p39"/>
            <p:cNvSpPr/>
            <p:nvPr/>
          </p:nvSpPr>
          <p:spPr>
            <a:xfrm>
              <a:off x="4546440" y="3262320"/>
              <a:ext cx="168480" cy="158400"/>
            </a:xfrm>
            <a:custGeom>
              <a:avLst/>
              <a:gdLst>
                <a:gd name="textAreaLeft" fmla="*/ 0 w 168480"/>
                <a:gd name="textAreaRight" fmla="*/ 168840 w 168480"/>
                <a:gd name="textAreaTop" fmla="*/ 0 h 158400"/>
                <a:gd name="textAreaBottom" fmla="*/ 158760 h 158400"/>
              </a:gdLst>
              <a:ahLst/>
              <a:cxnLst/>
              <a:rect l="textAreaLeft" t="textAreaTop" r="textAreaRight" b="textAreaBottom"/>
              <a:pathLst>
                <a:path w="4765" h="4477">
                  <a:moveTo>
                    <a:pt x="2716" y="1"/>
                  </a:moveTo>
                  <a:cubicBezTo>
                    <a:pt x="2701" y="1"/>
                    <a:pt x="2686" y="1"/>
                    <a:pt x="2671" y="1"/>
                  </a:cubicBezTo>
                  <a:cubicBezTo>
                    <a:pt x="2180" y="1"/>
                    <a:pt x="1718" y="145"/>
                    <a:pt x="1314" y="434"/>
                  </a:cubicBezTo>
                  <a:cubicBezTo>
                    <a:pt x="1304" y="441"/>
                    <a:pt x="1294" y="444"/>
                    <a:pt x="1284" y="444"/>
                  </a:cubicBezTo>
                  <a:cubicBezTo>
                    <a:pt x="1248" y="444"/>
                    <a:pt x="1213" y="410"/>
                    <a:pt x="1213" y="376"/>
                  </a:cubicBezTo>
                  <a:lnTo>
                    <a:pt x="1213" y="59"/>
                  </a:lnTo>
                  <a:cubicBezTo>
                    <a:pt x="1213" y="30"/>
                    <a:pt x="1170" y="1"/>
                    <a:pt x="1141" y="1"/>
                  </a:cubicBezTo>
                  <a:lnTo>
                    <a:pt x="58" y="1"/>
                  </a:lnTo>
                  <a:cubicBezTo>
                    <a:pt x="29" y="1"/>
                    <a:pt x="1" y="30"/>
                    <a:pt x="1" y="59"/>
                  </a:cubicBezTo>
                  <a:lnTo>
                    <a:pt x="1" y="4389"/>
                  </a:lnTo>
                  <a:cubicBezTo>
                    <a:pt x="1" y="4433"/>
                    <a:pt x="29" y="4462"/>
                    <a:pt x="58" y="4462"/>
                  </a:cubicBezTo>
                  <a:lnTo>
                    <a:pt x="1430" y="4462"/>
                  </a:lnTo>
                  <a:cubicBezTo>
                    <a:pt x="1473" y="4462"/>
                    <a:pt x="1502" y="4433"/>
                    <a:pt x="1502" y="4389"/>
                  </a:cubicBezTo>
                  <a:lnTo>
                    <a:pt x="1502" y="2859"/>
                  </a:lnTo>
                  <a:cubicBezTo>
                    <a:pt x="1502" y="2354"/>
                    <a:pt x="1617" y="1502"/>
                    <a:pt x="2382" y="1502"/>
                  </a:cubicBezTo>
                  <a:cubicBezTo>
                    <a:pt x="3133" y="1502"/>
                    <a:pt x="3249" y="2354"/>
                    <a:pt x="3249" y="2859"/>
                  </a:cubicBezTo>
                  <a:lnTo>
                    <a:pt x="3249" y="4404"/>
                  </a:lnTo>
                  <a:cubicBezTo>
                    <a:pt x="3249" y="4433"/>
                    <a:pt x="3277" y="4462"/>
                    <a:pt x="3321" y="4462"/>
                  </a:cubicBezTo>
                  <a:lnTo>
                    <a:pt x="3321" y="4476"/>
                  </a:lnTo>
                  <a:lnTo>
                    <a:pt x="4692" y="4476"/>
                  </a:lnTo>
                  <a:cubicBezTo>
                    <a:pt x="4721" y="4476"/>
                    <a:pt x="4750" y="4433"/>
                    <a:pt x="4750" y="4404"/>
                  </a:cubicBezTo>
                  <a:lnTo>
                    <a:pt x="4750" y="2383"/>
                  </a:lnTo>
                  <a:cubicBezTo>
                    <a:pt x="4764" y="1806"/>
                    <a:pt x="4591" y="1243"/>
                    <a:pt x="4259" y="766"/>
                  </a:cubicBezTo>
                  <a:cubicBezTo>
                    <a:pt x="3893" y="287"/>
                    <a:pt x="3320" y="1"/>
                    <a:pt x="2716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9200" bIns="79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517" name="Google Shape;2229;p39"/>
          <p:cNvGrpSpPr/>
          <p:nvPr/>
        </p:nvGrpSpPr>
        <p:grpSpPr>
          <a:xfrm>
            <a:off x="5085360" y="3063960"/>
            <a:ext cx="489960" cy="481680"/>
            <a:chOff x="5085360" y="3063960"/>
            <a:chExt cx="489960" cy="481680"/>
          </a:xfrm>
        </p:grpSpPr>
        <p:sp>
          <p:nvSpPr>
            <p:cNvPr id="518" name="Google Shape;2230;p39"/>
            <p:cNvSpPr/>
            <p:nvPr/>
          </p:nvSpPr>
          <p:spPr>
            <a:xfrm>
              <a:off x="5085360" y="3063960"/>
              <a:ext cx="481320" cy="481320"/>
            </a:xfrm>
            <a:custGeom>
              <a:avLst/>
              <a:gdLst>
                <a:gd name="textAreaLeft" fmla="*/ 0 w 481320"/>
                <a:gd name="textAreaRight" fmla="*/ 481680 w 481320"/>
                <a:gd name="textAreaTop" fmla="*/ 0 h 481320"/>
                <a:gd name="textAreaBottom" fmla="*/ 481680 h 481320"/>
              </a:gdLst>
              <a:ahLst/>
              <a:cxnLst/>
              <a:rect l="textAreaLeft" t="textAreaTop" r="textAreaRight" b="textAreaBottom"/>
              <a:pathLst>
                <a:path w="13599" h="13599">
                  <a:moveTo>
                    <a:pt x="6800" y="0"/>
                  </a:moveTo>
                  <a:cubicBezTo>
                    <a:pt x="3047" y="0"/>
                    <a:pt x="1" y="3046"/>
                    <a:pt x="1" y="6799"/>
                  </a:cubicBezTo>
                  <a:cubicBezTo>
                    <a:pt x="1" y="10552"/>
                    <a:pt x="3047" y="13598"/>
                    <a:pt x="6800" y="13598"/>
                  </a:cubicBezTo>
                  <a:cubicBezTo>
                    <a:pt x="10553" y="13598"/>
                    <a:pt x="13599" y="10552"/>
                    <a:pt x="13599" y="6799"/>
                  </a:cubicBezTo>
                  <a:cubicBezTo>
                    <a:pt x="13599" y="3046"/>
                    <a:pt x="10553" y="0"/>
                    <a:pt x="6800" y="0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19" name="Google Shape;2231;p39"/>
            <p:cNvSpPr/>
            <p:nvPr/>
          </p:nvSpPr>
          <p:spPr>
            <a:xfrm>
              <a:off x="5294520" y="3063960"/>
              <a:ext cx="280800" cy="481680"/>
            </a:xfrm>
            <a:custGeom>
              <a:avLst/>
              <a:gdLst>
                <a:gd name="textAreaLeft" fmla="*/ 0 w 280800"/>
                <a:gd name="textAreaRight" fmla="*/ 281160 w 280800"/>
                <a:gd name="textAreaTop" fmla="*/ 0 h 481680"/>
                <a:gd name="textAreaBottom" fmla="*/ 482040 h 481680"/>
              </a:gdLst>
              <a:ahLst/>
              <a:cxnLst/>
              <a:rect l="textAreaLeft" t="textAreaTop" r="textAreaRight" b="textAreaBottom"/>
              <a:pathLst>
                <a:path w="7941" h="13602">
                  <a:moveTo>
                    <a:pt x="896" y="0"/>
                  </a:moveTo>
                  <a:cubicBezTo>
                    <a:pt x="593" y="0"/>
                    <a:pt x="304" y="15"/>
                    <a:pt x="1" y="58"/>
                  </a:cubicBezTo>
                  <a:cubicBezTo>
                    <a:pt x="3393" y="505"/>
                    <a:pt x="5919" y="3378"/>
                    <a:pt x="5919" y="6799"/>
                  </a:cubicBezTo>
                  <a:cubicBezTo>
                    <a:pt x="5919" y="10220"/>
                    <a:pt x="3393" y="13093"/>
                    <a:pt x="1" y="13541"/>
                  </a:cubicBezTo>
                  <a:cubicBezTo>
                    <a:pt x="306" y="13581"/>
                    <a:pt x="610" y="13601"/>
                    <a:pt x="909" y="13601"/>
                  </a:cubicBezTo>
                  <a:cubicBezTo>
                    <a:pt x="4431" y="13601"/>
                    <a:pt x="7441" y="10865"/>
                    <a:pt x="7681" y="7247"/>
                  </a:cubicBezTo>
                  <a:cubicBezTo>
                    <a:pt x="7940" y="3320"/>
                    <a:pt x="4822" y="0"/>
                    <a:pt x="896" y="0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20" name="Google Shape;2232;p39"/>
            <p:cNvSpPr/>
            <p:nvPr/>
          </p:nvSpPr>
          <p:spPr>
            <a:xfrm>
              <a:off x="5188320" y="3188520"/>
              <a:ext cx="307440" cy="253080"/>
            </a:xfrm>
            <a:custGeom>
              <a:avLst/>
              <a:gdLst>
                <a:gd name="textAreaLeft" fmla="*/ 0 w 307440"/>
                <a:gd name="textAreaRight" fmla="*/ 307800 w 307440"/>
                <a:gd name="textAreaTop" fmla="*/ 0 h 253080"/>
                <a:gd name="textAreaBottom" fmla="*/ 253440 h 253080"/>
              </a:gdLst>
              <a:ahLst/>
              <a:cxnLst/>
              <a:rect l="textAreaLeft" t="textAreaTop" r="textAreaRight" b="textAreaBottom"/>
              <a:pathLst>
                <a:path w="8688" h="7151">
                  <a:moveTo>
                    <a:pt x="5678" y="0"/>
                  </a:moveTo>
                  <a:cubicBezTo>
                    <a:pt x="4639" y="0"/>
                    <a:pt x="3643" y="810"/>
                    <a:pt x="3652" y="2026"/>
                  </a:cubicBezTo>
                  <a:lnTo>
                    <a:pt x="3652" y="2070"/>
                  </a:lnTo>
                  <a:lnTo>
                    <a:pt x="3551" y="2070"/>
                  </a:lnTo>
                  <a:cubicBezTo>
                    <a:pt x="3219" y="2012"/>
                    <a:pt x="2887" y="1940"/>
                    <a:pt x="2570" y="1839"/>
                  </a:cubicBezTo>
                  <a:cubicBezTo>
                    <a:pt x="1819" y="1579"/>
                    <a:pt x="1155" y="1160"/>
                    <a:pt x="592" y="612"/>
                  </a:cubicBezTo>
                  <a:lnTo>
                    <a:pt x="390" y="410"/>
                  </a:lnTo>
                  <a:cubicBezTo>
                    <a:pt x="375" y="395"/>
                    <a:pt x="358" y="388"/>
                    <a:pt x="342" y="388"/>
                  </a:cubicBezTo>
                  <a:cubicBezTo>
                    <a:pt x="312" y="388"/>
                    <a:pt x="284" y="410"/>
                    <a:pt x="275" y="438"/>
                  </a:cubicBezTo>
                  <a:lnTo>
                    <a:pt x="202" y="727"/>
                  </a:lnTo>
                  <a:cubicBezTo>
                    <a:pt x="0" y="1492"/>
                    <a:pt x="318" y="2301"/>
                    <a:pt x="982" y="2734"/>
                  </a:cubicBezTo>
                  <a:cubicBezTo>
                    <a:pt x="852" y="2734"/>
                    <a:pt x="708" y="2719"/>
                    <a:pt x="578" y="2690"/>
                  </a:cubicBezTo>
                  <a:lnTo>
                    <a:pt x="332" y="2633"/>
                  </a:lnTo>
                  <a:cubicBezTo>
                    <a:pt x="327" y="2631"/>
                    <a:pt x="321" y="2630"/>
                    <a:pt x="315" y="2630"/>
                  </a:cubicBezTo>
                  <a:cubicBezTo>
                    <a:pt x="278" y="2630"/>
                    <a:pt x="246" y="2667"/>
                    <a:pt x="246" y="2705"/>
                  </a:cubicBezTo>
                  <a:lnTo>
                    <a:pt x="289" y="2950"/>
                  </a:lnTo>
                  <a:cubicBezTo>
                    <a:pt x="390" y="3513"/>
                    <a:pt x="751" y="3990"/>
                    <a:pt x="1256" y="4221"/>
                  </a:cubicBezTo>
                  <a:cubicBezTo>
                    <a:pt x="1314" y="4249"/>
                    <a:pt x="1299" y="4336"/>
                    <a:pt x="1242" y="4350"/>
                  </a:cubicBezTo>
                  <a:lnTo>
                    <a:pt x="967" y="4350"/>
                  </a:lnTo>
                  <a:cubicBezTo>
                    <a:pt x="910" y="4365"/>
                    <a:pt x="881" y="4408"/>
                    <a:pt x="910" y="4452"/>
                  </a:cubicBezTo>
                  <a:lnTo>
                    <a:pt x="1040" y="4697"/>
                  </a:lnTo>
                  <a:cubicBezTo>
                    <a:pt x="1314" y="5173"/>
                    <a:pt x="1790" y="5491"/>
                    <a:pt x="2324" y="5563"/>
                  </a:cubicBezTo>
                  <a:cubicBezTo>
                    <a:pt x="2382" y="5577"/>
                    <a:pt x="2397" y="5650"/>
                    <a:pt x="2353" y="5693"/>
                  </a:cubicBezTo>
                  <a:cubicBezTo>
                    <a:pt x="1891" y="6025"/>
                    <a:pt x="1357" y="6256"/>
                    <a:pt x="794" y="6357"/>
                  </a:cubicBezTo>
                  <a:lnTo>
                    <a:pt x="188" y="6458"/>
                  </a:lnTo>
                  <a:cubicBezTo>
                    <a:pt x="116" y="6472"/>
                    <a:pt x="116" y="6559"/>
                    <a:pt x="174" y="6588"/>
                  </a:cubicBezTo>
                  <a:lnTo>
                    <a:pt x="751" y="6804"/>
                  </a:lnTo>
                  <a:cubicBezTo>
                    <a:pt x="1328" y="7035"/>
                    <a:pt x="1949" y="7151"/>
                    <a:pt x="2570" y="7151"/>
                  </a:cubicBezTo>
                  <a:cubicBezTo>
                    <a:pt x="5385" y="7136"/>
                    <a:pt x="7680" y="4870"/>
                    <a:pt x="7694" y="2055"/>
                  </a:cubicBezTo>
                  <a:lnTo>
                    <a:pt x="7694" y="2026"/>
                  </a:lnTo>
                  <a:lnTo>
                    <a:pt x="7694" y="1983"/>
                  </a:lnTo>
                  <a:lnTo>
                    <a:pt x="7694" y="1969"/>
                  </a:lnTo>
                  <a:cubicBezTo>
                    <a:pt x="7896" y="1839"/>
                    <a:pt x="8070" y="1680"/>
                    <a:pt x="8243" y="1507"/>
                  </a:cubicBezTo>
                  <a:lnTo>
                    <a:pt x="8647" y="1088"/>
                  </a:lnTo>
                  <a:cubicBezTo>
                    <a:pt x="8687" y="1048"/>
                    <a:pt x="8653" y="971"/>
                    <a:pt x="8591" y="971"/>
                  </a:cubicBezTo>
                  <a:cubicBezTo>
                    <a:pt x="8586" y="971"/>
                    <a:pt x="8580" y="971"/>
                    <a:pt x="8575" y="973"/>
                  </a:cubicBezTo>
                  <a:lnTo>
                    <a:pt x="8012" y="1117"/>
                  </a:lnTo>
                  <a:lnTo>
                    <a:pt x="7824" y="1146"/>
                  </a:lnTo>
                  <a:cubicBezTo>
                    <a:pt x="7820" y="1147"/>
                    <a:pt x="7816" y="1147"/>
                    <a:pt x="7812" y="1147"/>
                  </a:cubicBezTo>
                  <a:cubicBezTo>
                    <a:pt x="7761" y="1147"/>
                    <a:pt x="7728" y="1070"/>
                    <a:pt x="7781" y="1030"/>
                  </a:cubicBezTo>
                  <a:cubicBezTo>
                    <a:pt x="7839" y="973"/>
                    <a:pt x="7896" y="915"/>
                    <a:pt x="7954" y="857"/>
                  </a:cubicBezTo>
                  <a:lnTo>
                    <a:pt x="8402" y="366"/>
                  </a:lnTo>
                  <a:cubicBezTo>
                    <a:pt x="8439" y="329"/>
                    <a:pt x="8401" y="259"/>
                    <a:pt x="8353" y="259"/>
                  </a:cubicBezTo>
                  <a:cubicBezTo>
                    <a:pt x="8346" y="259"/>
                    <a:pt x="8338" y="261"/>
                    <a:pt x="8330" y="265"/>
                  </a:cubicBezTo>
                  <a:lnTo>
                    <a:pt x="7709" y="467"/>
                  </a:lnTo>
                  <a:cubicBezTo>
                    <a:pt x="7521" y="525"/>
                    <a:pt x="7334" y="583"/>
                    <a:pt x="7131" y="612"/>
                  </a:cubicBezTo>
                  <a:cubicBezTo>
                    <a:pt x="7117" y="612"/>
                    <a:pt x="7088" y="597"/>
                    <a:pt x="7074" y="583"/>
                  </a:cubicBezTo>
                  <a:cubicBezTo>
                    <a:pt x="6667" y="180"/>
                    <a:pt x="6168" y="0"/>
                    <a:pt x="5678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521" name="Google Shape;2233;p39"/>
          <p:cNvGrpSpPr/>
          <p:nvPr/>
        </p:nvGrpSpPr>
        <p:grpSpPr>
          <a:xfrm>
            <a:off x="3568320" y="3063960"/>
            <a:ext cx="489960" cy="482040"/>
            <a:chOff x="3568320" y="3063960"/>
            <a:chExt cx="489960" cy="482040"/>
          </a:xfrm>
        </p:grpSpPr>
        <p:grpSp>
          <p:nvGrpSpPr>
            <p:cNvPr id="522" name="Google Shape;2234;p39"/>
            <p:cNvGrpSpPr/>
            <p:nvPr/>
          </p:nvGrpSpPr>
          <p:grpSpPr>
            <a:xfrm>
              <a:off x="3568320" y="3063960"/>
              <a:ext cx="489960" cy="482040"/>
              <a:chOff x="3568320" y="3063960"/>
              <a:chExt cx="489960" cy="482040"/>
            </a:xfrm>
          </p:grpSpPr>
          <p:sp>
            <p:nvSpPr>
              <p:cNvPr id="523" name="Google Shape;2235;p39"/>
              <p:cNvSpPr/>
              <p:nvPr/>
            </p:nvSpPr>
            <p:spPr>
              <a:xfrm>
                <a:off x="3568320" y="3063960"/>
                <a:ext cx="482040" cy="481320"/>
              </a:xfrm>
              <a:custGeom>
                <a:avLst/>
                <a:gdLst>
                  <a:gd name="textAreaLeft" fmla="*/ 0 w 482040"/>
                  <a:gd name="textAreaRight" fmla="*/ 482400 w 482040"/>
                  <a:gd name="textAreaTop" fmla="*/ 0 h 481320"/>
                  <a:gd name="textAreaBottom" fmla="*/ 481680 h 481320"/>
                </a:gdLst>
                <a:ahLst/>
                <a:cxnLst/>
                <a:rect l="textAreaLeft" t="textAreaTop" r="textAreaRight" b="textAreaBottom"/>
                <a:pathLst>
                  <a:path w="13613" h="13599">
                    <a:moveTo>
                      <a:pt x="6814" y="0"/>
                    </a:moveTo>
                    <a:cubicBezTo>
                      <a:pt x="3046" y="0"/>
                      <a:pt x="0" y="3046"/>
                      <a:pt x="0" y="6799"/>
                    </a:cubicBezTo>
                    <a:cubicBezTo>
                      <a:pt x="0" y="10552"/>
                      <a:pt x="3046" y="13598"/>
                      <a:pt x="6814" y="13598"/>
                    </a:cubicBezTo>
                    <a:cubicBezTo>
                      <a:pt x="10567" y="13598"/>
                      <a:pt x="13613" y="10552"/>
                      <a:pt x="13613" y="6799"/>
                    </a:cubicBezTo>
                    <a:cubicBezTo>
                      <a:pt x="13613" y="3046"/>
                      <a:pt x="10567" y="0"/>
                      <a:pt x="681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24" name="Google Shape;2236;p39"/>
              <p:cNvSpPr/>
              <p:nvPr/>
            </p:nvSpPr>
            <p:spPr>
              <a:xfrm>
                <a:off x="3777840" y="3063960"/>
                <a:ext cx="280440" cy="482040"/>
              </a:xfrm>
              <a:custGeom>
                <a:avLst/>
                <a:gdLst>
                  <a:gd name="textAreaLeft" fmla="*/ 0 w 280440"/>
                  <a:gd name="textAreaRight" fmla="*/ 280800 w 280440"/>
                  <a:gd name="textAreaTop" fmla="*/ 0 h 482040"/>
                  <a:gd name="textAreaBottom" fmla="*/ 482400 h 482040"/>
                </a:gdLst>
                <a:ahLst/>
                <a:cxnLst/>
                <a:rect l="textAreaLeft" t="textAreaTop" r="textAreaRight" b="textAreaBottom"/>
                <a:pathLst>
                  <a:path w="7926" h="13613">
                    <a:moveTo>
                      <a:pt x="881" y="0"/>
                    </a:moveTo>
                    <a:cubicBezTo>
                      <a:pt x="884" y="0"/>
                      <a:pt x="886" y="0"/>
                      <a:pt x="888" y="0"/>
                    </a:cubicBezTo>
                    <a:lnTo>
                      <a:pt x="888" y="0"/>
                    </a:lnTo>
                    <a:cubicBezTo>
                      <a:pt x="891" y="0"/>
                      <a:pt x="893" y="0"/>
                      <a:pt x="896" y="0"/>
                    </a:cubicBezTo>
                    <a:close/>
                    <a:moveTo>
                      <a:pt x="888" y="0"/>
                    </a:moveTo>
                    <a:lnTo>
                      <a:pt x="888" y="0"/>
                    </a:lnTo>
                    <a:cubicBezTo>
                      <a:pt x="588" y="0"/>
                      <a:pt x="301" y="15"/>
                      <a:pt x="1" y="58"/>
                    </a:cubicBezTo>
                    <a:cubicBezTo>
                      <a:pt x="3393" y="491"/>
                      <a:pt x="5934" y="3378"/>
                      <a:pt x="5934" y="6799"/>
                    </a:cubicBezTo>
                    <a:cubicBezTo>
                      <a:pt x="5934" y="10220"/>
                      <a:pt x="3393" y="13107"/>
                      <a:pt x="1" y="13555"/>
                    </a:cubicBezTo>
                    <a:cubicBezTo>
                      <a:pt x="299" y="13594"/>
                      <a:pt x="595" y="13612"/>
                      <a:pt x="887" y="13612"/>
                    </a:cubicBezTo>
                    <a:cubicBezTo>
                      <a:pt x="4418" y="13612"/>
                      <a:pt x="7441" y="10873"/>
                      <a:pt x="7680" y="7247"/>
                    </a:cubicBezTo>
                    <a:cubicBezTo>
                      <a:pt x="7926" y="3323"/>
                      <a:pt x="4826" y="4"/>
                      <a:pt x="88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525" name="Google Shape;2237;p39"/>
            <p:cNvGrpSpPr/>
            <p:nvPr/>
          </p:nvGrpSpPr>
          <p:grpSpPr>
            <a:xfrm>
              <a:off x="3676680" y="3168360"/>
              <a:ext cx="273240" cy="272880"/>
              <a:chOff x="3676680" y="3168360"/>
              <a:chExt cx="273240" cy="272880"/>
            </a:xfrm>
          </p:grpSpPr>
          <p:sp>
            <p:nvSpPr>
              <p:cNvPr id="526" name="Google Shape;2238;p39"/>
              <p:cNvSpPr/>
              <p:nvPr/>
            </p:nvSpPr>
            <p:spPr>
              <a:xfrm>
                <a:off x="3676680" y="3168360"/>
                <a:ext cx="273240" cy="272880"/>
              </a:xfrm>
              <a:custGeom>
                <a:avLst/>
                <a:gdLst>
                  <a:gd name="textAreaLeft" fmla="*/ 0 w 273240"/>
                  <a:gd name="textAreaRight" fmla="*/ 273600 w 273240"/>
                  <a:gd name="textAreaTop" fmla="*/ 0 h 272880"/>
                  <a:gd name="textAreaBottom" fmla="*/ 273240 h 272880"/>
                </a:gdLst>
                <a:ahLst/>
                <a:cxnLst/>
                <a:rect l="textAreaLeft" t="textAreaTop" r="textAreaRight" b="textAreaBottom"/>
                <a:pathLst>
                  <a:path w="12288" h="12287">
                    <a:moveTo>
                      <a:pt x="10053" y="1117"/>
                    </a:moveTo>
                    <a:cubicBezTo>
                      <a:pt x="10669" y="1117"/>
                      <a:pt x="11171" y="1617"/>
                      <a:pt x="11171" y="2233"/>
                    </a:cubicBezTo>
                    <a:cubicBezTo>
                      <a:pt x="11170" y="2850"/>
                      <a:pt x="10669" y="3351"/>
                      <a:pt x="10053" y="3351"/>
                    </a:cubicBezTo>
                    <a:cubicBezTo>
                      <a:pt x="9438" y="3351"/>
                      <a:pt x="8937" y="2850"/>
                      <a:pt x="8937" y="2233"/>
                    </a:cubicBezTo>
                    <a:cubicBezTo>
                      <a:pt x="8937" y="1617"/>
                      <a:pt x="9438" y="1117"/>
                      <a:pt x="10053" y="1117"/>
                    </a:cubicBezTo>
                    <a:close/>
                    <a:moveTo>
                      <a:pt x="6144" y="2233"/>
                    </a:moveTo>
                    <a:cubicBezTo>
                      <a:pt x="8300" y="2233"/>
                      <a:pt x="10053" y="3988"/>
                      <a:pt x="10053" y="6144"/>
                    </a:cubicBezTo>
                    <a:cubicBezTo>
                      <a:pt x="10053" y="8299"/>
                      <a:pt x="8300" y="10054"/>
                      <a:pt x="6144" y="10054"/>
                    </a:cubicBezTo>
                    <a:cubicBezTo>
                      <a:pt x="3989" y="10054"/>
                      <a:pt x="2234" y="8299"/>
                      <a:pt x="2234" y="6144"/>
                    </a:cubicBezTo>
                    <a:cubicBezTo>
                      <a:pt x="2234" y="3988"/>
                      <a:pt x="3987" y="2233"/>
                      <a:pt x="6144" y="2233"/>
                    </a:cubicBezTo>
                    <a:close/>
                    <a:moveTo>
                      <a:pt x="1675" y="1"/>
                    </a:moveTo>
                    <a:cubicBezTo>
                      <a:pt x="752" y="1"/>
                      <a:pt x="0" y="751"/>
                      <a:pt x="0" y="1676"/>
                    </a:cubicBezTo>
                    <a:lnTo>
                      <a:pt x="0" y="10611"/>
                    </a:lnTo>
                    <a:cubicBezTo>
                      <a:pt x="0" y="11536"/>
                      <a:pt x="752" y="12286"/>
                      <a:pt x="1675" y="12286"/>
                    </a:cubicBezTo>
                    <a:lnTo>
                      <a:pt x="10612" y="12286"/>
                    </a:lnTo>
                    <a:cubicBezTo>
                      <a:pt x="11536" y="12286"/>
                      <a:pt x="12288" y="11536"/>
                      <a:pt x="12288" y="10611"/>
                    </a:cubicBezTo>
                    <a:lnTo>
                      <a:pt x="12288" y="1676"/>
                    </a:lnTo>
                    <a:cubicBezTo>
                      <a:pt x="12288" y="752"/>
                      <a:pt x="11536" y="1"/>
                      <a:pt x="1061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27" name="Google Shape;2239;p39"/>
              <p:cNvSpPr/>
              <p:nvPr/>
            </p:nvSpPr>
            <p:spPr>
              <a:xfrm>
                <a:off x="3751200" y="3242880"/>
                <a:ext cx="123840" cy="123840"/>
              </a:xfrm>
              <a:custGeom>
                <a:avLst/>
                <a:gdLst>
                  <a:gd name="textAreaLeft" fmla="*/ 0 w 123840"/>
                  <a:gd name="textAreaRight" fmla="*/ 124200 w 123840"/>
                  <a:gd name="textAreaTop" fmla="*/ 0 h 123840"/>
                  <a:gd name="textAreaBottom" fmla="*/ 124200 h 123840"/>
                </a:gdLst>
                <a:ahLst/>
                <a:cxnLst/>
                <a:rect l="textAreaLeft" t="textAreaTop" r="textAreaRight" b="textAreaBottom"/>
                <a:pathLst>
                  <a:path w="5588" h="5585">
                    <a:moveTo>
                      <a:pt x="2794" y="0"/>
                    </a:moveTo>
                    <a:cubicBezTo>
                      <a:pt x="1255" y="0"/>
                      <a:pt x="1" y="1252"/>
                      <a:pt x="1" y="2793"/>
                    </a:cubicBezTo>
                    <a:cubicBezTo>
                      <a:pt x="1" y="4332"/>
                      <a:pt x="1255" y="5585"/>
                      <a:pt x="2794" y="5585"/>
                    </a:cubicBezTo>
                    <a:cubicBezTo>
                      <a:pt x="4333" y="5585"/>
                      <a:pt x="5587" y="4332"/>
                      <a:pt x="5587" y="2793"/>
                    </a:cubicBezTo>
                    <a:cubicBezTo>
                      <a:pt x="5587" y="1252"/>
                      <a:pt x="4333" y="0"/>
                      <a:pt x="279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1920" bIns="619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Musical Instruments by Slidesgo">
  <a:themeElements>
    <a:clrScheme name="Simple Light">
      <a:dk1>
        <a:srgbClr val="1b2993"/>
      </a:dk1>
      <a:lt1>
        <a:srgbClr val="fdf0db"/>
      </a:lt1>
      <a:dk2>
        <a:srgbClr val="cbacfd"/>
      </a:dk2>
      <a:lt2>
        <a:srgbClr val="dea2e9"/>
      </a:lt2>
      <a:accent1>
        <a:srgbClr val="8672e8"/>
      </a:accent1>
      <a:accent2>
        <a:srgbClr val="b3a9ff"/>
      </a:accent2>
      <a:accent3>
        <a:srgbClr val="ffffff"/>
      </a:accent3>
      <a:accent4>
        <a:srgbClr val="ffe664"/>
      </a:accent4>
      <a:accent5>
        <a:srgbClr val="ffc553"/>
      </a:accent5>
      <a:accent6>
        <a:srgbClr val="ffa343"/>
      </a:accent6>
      <a:hlink>
        <a:srgbClr val="1b2993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usical Instruments by Slidesgo">
  <a:themeElements>
    <a:clrScheme name="Simple Light">
      <a:dk1>
        <a:srgbClr val="1b2993"/>
      </a:dk1>
      <a:lt1>
        <a:srgbClr val="fdf0db"/>
      </a:lt1>
      <a:dk2>
        <a:srgbClr val="cbacfd"/>
      </a:dk2>
      <a:lt2>
        <a:srgbClr val="dea2e9"/>
      </a:lt2>
      <a:accent1>
        <a:srgbClr val="8672e8"/>
      </a:accent1>
      <a:accent2>
        <a:srgbClr val="b3a9ff"/>
      </a:accent2>
      <a:accent3>
        <a:srgbClr val="ffffff"/>
      </a:accent3>
      <a:accent4>
        <a:srgbClr val="ffe664"/>
      </a:accent4>
      <a:accent5>
        <a:srgbClr val="ffc553"/>
      </a:accent5>
      <a:accent6>
        <a:srgbClr val="ffa343"/>
      </a:accent6>
      <a:hlink>
        <a:srgbClr val="1b2993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LibreOffice/25.8.1.1$Linux_X86_64 LibreOffice_project/580$Build-1</Application>
  <AppVersion>15.0000</AppVersion>
  <Company>Microsoft Corporation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2026-04-27T05:21:50Z</dcterms:created>
  <dc:creator>Unknown Creator</dc:creator>
  <dc:description/>
  <dc:language>en-US</dc:language>
  <cp:lastModifiedBy>Unknown Creator</cp:lastModifiedBy>
  <dcterms:modified xsi:type="dcterms:W3CDTF">2026-04-27T05:21:50Z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13</vt:r8>
  </property>
</Properties>
</file>